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theme/themeOverride1.xml" ContentType="application/vnd.openxmlformats-officedocument.themeOverride+xml"/>
  <Override PartName="/ppt/charts/chart4.xml" ContentType="application/vnd.openxmlformats-officedocument.drawingml.chart+xml"/>
  <Override PartName="/ppt/theme/themeOverride2.xml" ContentType="application/vnd.openxmlformats-officedocument.themeOverride+xml"/>
  <Override PartName="/ppt/charts/chart5.xml" ContentType="application/vnd.openxmlformats-officedocument.drawingml.chart+xml"/>
  <Override PartName="/ppt/theme/themeOverride3.xml" ContentType="application/vnd.openxmlformats-officedocument.themeOverride+xml"/>
  <Override PartName="/ppt/charts/chart6.xml" ContentType="application/vnd.openxmlformats-officedocument.drawingml.chart+xml"/>
  <Override PartName="/ppt/theme/themeOverride4.xml" ContentType="application/vnd.openxmlformats-officedocument.themeOverride+xml"/>
  <Override PartName="/ppt/charts/chart7.xml" ContentType="application/vnd.openxmlformats-officedocument.drawingml.chart+xml"/>
  <Override PartName="/ppt/theme/themeOverride5.xml" ContentType="application/vnd.openxmlformats-officedocument.themeOverride+xml"/>
  <Override PartName="/ppt/charts/chart8.xml" ContentType="application/vnd.openxmlformats-officedocument.drawingml.chart+xml"/>
  <Override PartName="/ppt/theme/themeOverride6.xml" ContentType="application/vnd.openxmlformats-officedocument.themeOverride+xml"/>
  <Override PartName="/ppt/charts/chart9.xml" ContentType="application/vnd.openxmlformats-officedocument.drawingml.chart+xml"/>
  <Override PartName="/ppt/theme/themeOverride7.xml" ContentType="application/vnd.openxmlformats-officedocument.themeOverride+xml"/>
  <Override PartName="/ppt/charts/chart10.xml" ContentType="application/vnd.openxmlformats-officedocument.drawingml.chart+xml"/>
  <Override PartName="/ppt/theme/themeOverride8.xml" ContentType="application/vnd.openxmlformats-officedocument.themeOverride+xml"/>
  <Override PartName="/ppt/charts/chart11.xml" ContentType="application/vnd.openxmlformats-officedocument.drawingml.chart+xml"/>
  <Override PartName="/ppt/theme/themeOverride9.xml" ContentType="application/vnd.openxmlformats-officedocument.themeOverride+xml"/>
  <Override PartName="/ppt/charts/chart12.xml" ContentType="application/vnd.openxmlformats-officedocument.drawingml.chart+xml"/>
  <Override PartName="/ppt/theme/themeOverride10.xml" ContentType="application/vnd.openxmlformats-officedocument.themeOverride+xml"/>
  <Override PartName="/ppt/charts/chart13.xml" ContentType="application/vnd.openxmlformats-officedocument.drawingml.chart+xml"/>
  <Override PartName="/ppt/theme/themeOverride11.xml" ContentType="application/vnd.openxmlformats-officedocument.themeOverride+xml"/>
  <Override PartName="/ppt/charts/chart14.xml" ContentType="application/vnd.openxmlformats-officedocument.drawingml.chart+xml"/>
  <Override PartName="/ppt/theme/themeOverride12.xml" ContentType="application/vnd.openxmlformats-officedocument.themeOverride+xml"/>
  <Override PartName="/ppt/charts/chart15.xml" ContentType="application/vnd.openxmlformats-officedocument.drawingml.chart+xml"/>
  <Override PartName="/ppt/theme/themeOverride13.xml" ContentType="application/vnd.openxmlformats-officedocument.themeOverride+xml"/>
  <Override PartName="/ppt/charts/chart16.xml" ContentType="application/vnd.openxmlformats-officedocument.drawingml.chart+xml"/>
  <Override PartName="/ppt/theme/themeOverride14.xml" ContentType="application/vnd.openxmlformats-officedocument.themeOverride+xml"/>
  <Override PartName="/ppt/charts/chart17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20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21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22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23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24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25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26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27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28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29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30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31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32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33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34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35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36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37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38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39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40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41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42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43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44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45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46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47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48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49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notesSlides/notesSlide1.xml" ContentType="application/vnd.openxmlformats-officedocument.presentationml.notesSlide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ppt/charts/chart72.xml" ContentType="application/vnd.openxmlformats-officedocument.drawingml.chart+xml"/>
  <Override PartName="/ppt/charts/chart73.xml" ContentType="application/vnd.openxmlformats-officedocument.drawingml.chart+xml"/>
  <Override PartName="/ppt/charts/chart74.xml" ContentType="application/vnd.openxmlformats-officedocument.drawingml.chart+xml"/>
  <Override PartName="/ppt/charts/chart75.xml" ContentType="application/vnd.openxmlformats-officedocument.drawingml.chart+xml"/>
  <Override PartName="/ppt/charts/chart7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7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theme/themeOverride15.xml" ContentType="application/vnd.openxmlformats-officedocument.themeOverride+xml"/>
  <Override PartName="/ppt/charts/chart7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theme/themeOverride16.xml" ContentType="application/vnd.openxmlformats-officedocument.themeOverride+xml"/>
  <Override PartName="/ppt/charts/chart7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theme/themeOverride17.xml" ContentType="application/vnd.openxmlformats-officedocument.themeOverride+xml"/>
  <Override PartName="/ppt/charts/chart8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theme/themeOverride18.xml" ContentType="application/vnd.openxmlformats-officedocument.themeOverride+xml"/>
  <Override PartName="/ppt/charts/chart8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theme/themeOverride19.xml" ContentType="application/vnd.openxmlformats-officedocument.themeOverride+xml"/>
  <Override PartName="/ppt/charts/chart8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theme/themeOverride20.xml" ContentType="application/vnd.openxmlformats-officedocument.themeOverride+xml"/>
  <Override PartName="/ppt/charts/chart8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theme/themeOverride21.xml" ContentType="application/vnd.openxmlformats-officedocument.themeOverride+xml"/>
  <Override PartName="/ppt/charts/chart8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theme/themeOverride22.xml" ContentType="application/vnd.openxmlformats-officedocument.themeOverride+xml"/>
  <Override PartName="/ppt/charts/chart8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theme/themeOverride23.xml" ContentType="application/vnd.openxmlformats-officedocument.themeOverride+xml"/>
  <Override PartName="/ppt/charts/chart8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theme/themeOverride24.xml" ContentType="application/vnd.openxmlformats-officedocument.themeOverride+xml"/>
  <Override PartName="/ppt/charts/chart8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theme/themeOverride25.xml" ContentType="application/vnd.openxmlformats-officedocument.themeOverride+xml"/>
  <Override PartName="/ppt/charts/chart8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theme/themeOverride26.xml" ContentType="application/vnd.openxmlformats-officedocument.themeOverride+xml"/>
  <Override PartName="/ppt/charts/chart89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theme/themeOverride27.xml" ContentType="application/vnd.openxmlformats-officedocument.themeOverride+xml"/>
  <Override PartName="/ppt/charts/chart90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theme/themeOverride28.xml" ContentType="application/vnd.openxmlformats-officedocument.themeOverride+xml"/>
  <Override PartName="/ppt/charts/chart91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theme/themeOverride29.xml" ContentType="application/vnd.openxmlformats-officedocument.themeOverride+xml"/>
  <Override PartName="/ppt/charts/chart92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theme/themeOverride30.xml" ContentType="application/vnd.openxmlformats-officedocument.themeOverride+xml"/>
  <Override PartName="/ppt/charts/chart93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theme/themeOverride31.xml" ContentType="application/vnd.openxmlformats-officedocument.themeOverride+xml"/>
  <Override PartName="/ppt/charts/chart94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theme/themeOverride32.xml" ContentType="application/vnd.openxmlformats-officedocument.themeOverride+xml"/>
  <Override PartName="/ppt/charts/chart95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theme/themeOverride33.xml" ContentType="application/vnd.openxmlformats-officedocument.themeOverride+xml"/>
  <Override PartName="/ppt/charts/chart96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theme/themeOverride34.xml" ContentType="application/vnd.openxmlformats-officedocument.themeOverride+xml"/>
  <Override PartName="/ppt/charts/chart97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theme/themeOverride35.xml" ContentType="application/vnd.openxmlformats-officedocument.themeOverride+xml"/>
  <Override PartName="/ppt/charts/chart98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theme/themeOverride36.xml" ContentType="application/vnd.openxmlformats-officedocument.themeOverride+xml"/>
  <Override PartName="/ppt/charts/chart99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theme/themeOverride37.xml" ContentType="application/vnd.openxmlformats-officedocument.themeOverride+xml"/>
  <Override PartName="/ppt/charts/chart100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theme/themeOverride38.xml" ContentType="application/vnd.openxmlformats-officedocument.themeOverride+xml"/>
  <Override PartName="/ppt/charts/chart101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theme/themeOverride39.xml" ContentType="application/vnd.openxmlformats-officedocument.themeOverride+xml"/>
  <Override PartName="/ppt/charts/chart102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theme/themeOverride40.xml" ContentType="application/vnd.openxmlformats-officedocument.themeOverride+xml"/>
  <Override PartName="/ppt/notesSlides/notesSlide2.xml" ContentType="application/vnd.openxmlformats-officedocument.presentationml.notesSlide+xml"/>
  <Override PartName="/ppt/charts/chart103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theme/themeOverride41.xml" ContentType="application/vnd.openxmlformats-officedocument.themeOverride+xml"/>
  <Override PartName="/ppt/charts/chart104.xml" ContentType="application/vnd.openxmlformats-officedocument.drawingml.chart+xml"/>
  <Override PartName="/ppt/charts/style64.xml" ContentType="application/vnd.ms-office.chartstyle+xml"/>
  <Override PartName="/ppt/charts/colors64.xml" ContentType="application/vnd.ms-office.chartcolorstyle+xml"/>
  <Override PartName="/ppt/theme/themeOverride42.xml" ContentType="application/vnd.openxmlformats-officedocument.themeOverride+xml"/>
  <Override PartName="/ppt/charts/chart105.xml" ContentType="application/vnd.openxmlformats-officedocument.drawingml.chart+xml"/>
  <Override PartName="/ppt/charts/style65.xml" ContentType="application/vnd.ms-office.chartstyle+xml"/>
  <Override PartName="/ppt/charts/colors65.xml" ContentType="application/vnd.ms-office.chartcolorstyle+xml"/>
  <Override PartName="/ppt/theme/themeOverride43.xml" ContentType="application/vnd.openxmlformats-officedocument.themeOverride+xml"/>
  <Override PartName="/ppt/charts/chart106.xml" ContentType="application/vnd.openxmlformats-officedocument.drawingml.chart+xml"/>
  <Override PartName="/ppt/charts/style66.xml" ContentType="application/vnd.ms-office.chartstyle+xml"/>
  <Override PartName="/ppt/charts/colors66.xml" ContentType="application/vnd.ms-office.chartcolorstyle+xml"/>
  <Override PartName="/ppt/theme/themeOverride44.xml" ContentType="application/vnd.openxmlformats-officedocument.themeOverride+xml"/>
  <Override PartName="/ppt/charts/chart107.xml" ContentType="application/vnd.openxmlformats-officedocument.drawingml.chart+xml"/>
  <Override PartName="/ppt/charts/style67.xml" ContentType="application/vnd.ms-office.chartstyle+xml"/>
  <Override PartName="/ppt/charts/colors67.xml" ContentType="application/vnd.ms-office.chartcolorstyle+xml"/>
  <Override PartName="/ppt/theme/themeOverride45.xml" ContentType="application/vnd.openxmlformats-officedocument.themeOverride+xml"/>
  <Override PartName="/ppt/charts/chart108.xml" ContentType="application/vnd.openxmlformats-officedocument.drawingml.chart+xml"/>
  <Override PartName="/ppt/charts/style68.xml" ContentType="application/vnd.ms-office.chartstyle+xml"/>
  <Override PartName="/ppt/charts/colors68.xml" ContentType="application/vnd.ms-office.chartcolorstyle+xml"/>
  <Override PartName="/ppt/theme/themeOverride46.xml" ContentType="application/vnd.openxmlformats-officedocument.themeOverride+xml"/>
  <Override PartName="/ppt/charts/chart109.xml" ContentType="application/vnd.openxmlformats-officedocument.drawingml.chart+xml"/>
  <Override PartName="/ppt/charts/style69.xml" ContentType="application/vnd.ms-office.chartstyle+xml"/>
  <Override PartName="/ppt/charts/colors69.xml" ContentType="application/vnd.ms-office.chartcolorstyle+xml"/>
  <Override PartName="/ppt/theme/themeOverride47.xml" ContentType="application/vnd.openxmlformats-officedocument.themeOverride+xml"/>
  <Override PartName="/ppt/charts/chart110.xml" ContentType="application/vnd.openxmlformats-officedocument.drawingml.chart+xml"/>
  <Override PartName="/ppt/charts/style70.xml" ContentType="application/vnd.ms-office.chartstyle+xml"/>
  <Override PartName="/ppt/charts/colors70.xml" ContentType="application/vnd.ms-office.chartcolorstyle+xml"/>
  <Override PartName="/ppt/theme/themeOverride48.xml" ContentType="application/vnd.openxmlformats-officedocument.themeOverride+xml"/>
  <Override PartName="/ppt/charts/chart111.xml" ContentType="application/vnd.openxmlformats-officedocument.drawingml.chart+xml"/>
  <Override PartName="/ppt/charts/style71.xml" ContentType="application/vnd.ms-office.chartstyle+xml"/>
  <Override PartName="/ppt/charts/colors71.xml" ContentType="application/vnd.ms-office.chartcolorstyle+xml"/>
  <Override PartName="/ppt/theme/themeOverride49.xml" ContentType="application/vnd.openxmlformats-officedocument.themeOverride+xml"/>
  <Override PartName="/ppt/charts/chart112.xml" ContentType="application/vnd.openxmlformats-officedocument.drawingml.chart+xml"/>
  <Override PartName="/ppt/charts/style72.xml" ContentType="application/vnd.ms-office.chartstyle+xml"/>
  <Override PartName="/ppt/charts/colors72.xml" ContentType="application/vnd.ms-office.chartcolorstyle+xml"/>
  <Override PartName="/ppt/theme/themeOverride50.xml" ContentType="application/vnd.openxmlformats-officedocument.themeOverride+xml"/>
  <Override PartName="/ppt/charts/chart113.xml" ContentType="application/vnd.openxmlformats-officedocument.drawingml.chart+xml"/>
  <Override PartName="/ppt/charts/style73.xml" ContentType="application/vnd.ms-office.chartstyle+xml"/>
  <Override PartName="/ppt/charts/colors73.xml" ContentType="application/vnd.ms-office.chartcolorstyle+xml"/>
  <Override PartName="/ppt/theme/themeOverride51.xml" ContentType="application/vnd.openxmlformats-officedocument.themeOverride+xml"/>
  <Override PartName="/ppt/charts/chart114.xml" ContentType="application/vnd.openxmlformats-officedocument.drawingml.chart+xml"/>
  <Override PartName="/ppt/charts/style74.xml" ContentType="application/vnd.ms-office.chartstyle+xml"/>
  <Override PartName="/ppt/charts/colors74.xml" ContentType="application/vnd.ms-office.chartcolorstyle+xml"/>
  <Override PartName="/ppt/theme/themeOverride52.xml" ContentType="application/vnd.openxmlformats-officedocument.themeOverride+xml"/>
  <Override PartName="/ppt/charts/chart115.xml" ContentType="application/vnd.openxmlformats-officedocument.drawingml.chart+xml"/>
  <Override PartName="/ppt/charts/style75.xml" ContentType="application/vnd.ms-office.chartstyle+xml"/>
  <Override PartName="/ppt/charts/colors75.xml" ContentType="application/vnd.ms-office.chartcolorstyle+xml"/>
  <Override PartName="/ppt/theme/themeOverride53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76" r:id="rId6"/>
    <p:sldId id="260" r:id="rId7"/>
    <p:sldId id="277" r:id="rId8"/>
    <p:sldId id="261" r:id="rId9"/>
    <p:sldId id="262" r:id="rId10"/>
    <p:sldId id="263" r:id="rId11"/>
    <p:sldId id="264" r:id="rId12"/>
    <p:sldId id="278" r:id="rId13"/>
    <p:sldId id="265" r:id="rId14"/>
    <p:sldId id="279" r:id="rId15"/>
    <p:sldId id="310" r:id="rId16"/>
    <p:sldId id="311" r:id="rId17"/>
    <p:sldId id="266" r:id="rId18"/>
    <p:sldId id="267" r:id="rId19"/>
    <p:sldId id="268" r:id="rId20"/>
    <p:sldId id="280" r:id="rId21"/>
    <p:sldId id="281" r:id="rId22"/>
    <p:sldId id="282" r:id="rId23"/>
    <p:sldId id="269" r:id="rId24"/>
    <p:sldId id="283" r:id="rId25"/>
    <p:sldId id="284" r:id="rId26"/>
    <p:sldId id="285" r:id="rId27"/>
    <p:sldId id="306" r:id="rId28"/>
    <p:sldId id="309" r:id="rId29"/>
    <p:sldId id="307" r:id="rId30"/>
    <p:sldId id="308" r:id="rId31"/>
    <p:sldId id="312" r:id="rId32"/>
    <p:sldId id="271" r:id="rId33"/>
    <p:sldId id="272" r:id="rId34"/>
    <p:sldId id="273" r:id="rId35"/>
    <p:sldId id="297" r:id="rId36"/>
    <p:sldId id="298" r:id="rId37"/>
    <p:sldId id="299" r:id="rId38"/>
    <p:sldId id="274" r:id="rId39"/>
    <p:sldId id="300" r:id="rId40"/>
    <p:sldId id="301" r:id="rId41"/>
    <p:sldId id="302" r:id="rId42"/>
    <p:sldId id="275" r:id="rId43"/>
    <p:sldId id="303" r:id="rId44"/>
    <p:sldId id="304" r:id="rId45"/>
    <p:sldId id="305" r:id="rId46"/>
    <p:sldId id="313" r:id="rId4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3F14D-CD5E-44D9-925B-A8E4CE262E43}" v="23" dt="2026-03-11T05:20:00.308"/>
    <p1510:client id="{919034C5-A961-4BBF-9CA8-FFC1980C2551}" v="363" dt="2026-03-10T20:06:51.8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>
        <p:scale>
          <a:sx n="90" d="100"/>
          <a:sy n="90" d="100"/>
        </p:scale>
        <p:origin x="-117" y="-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tn.lzh →" userId="aae51206e0f3c209" providerId="LiveId" clId="{C53E141C-B797-4BD5-B97C-FF93ADA80928}"/>
    <pc:docChg chg="custSel addSld modSld">
      <pc:chgData name="kitn.lzh →" userId="aae51206e0f3c209" providerId="LiveId" clId="{C53E141C-B797-4BD5-B97C-FF93ADA80928}" dt="2026-03-11T05:32:42.986" v="58" actId="680"/>
      <pc:docMkLst>
        <pc:docMk/>
      </pc:docMkLst>
      <pc:sldChg chg="modSp mod">
        <pc:chgData name="kitn.lzh →" userId="aae51206e0f3c209" providerId="LiveId" clId="{C53E141C-B797-4BD5-B97C-FF93ADA80928}" dt="2026-03-11T04:35:24.682" v="0" actId="1076"/>
        <pc:sldMkLst>
          <pc:docMk/>
          <pc:sldMk cId="3381324912" sldId="257"/>
        </pc:sldMkLst>
        <pc:graphicFrameChg chg="mod">
          <ac:chgData name="kitn.lzh →" userId="aae51206e0f3c209" providerId="LiveId" clId="{C53E141C-B797-4BD5-B97C-FF93ADA80928}" dt="2026-03-11T04:35:24.682" v="0" actId="1076"/>
          <ac:graphicFrameMkLst>
            <pc:docMk/>
            <pc:sldMk cId="3381324912" sldId="257"/>
            <ac:graphicFrameMk id="5" creationId="{4A1BE796-2B31-312A-4BB0-5B696A6979E8}"/>
          </ac:graphicFrameMkLst>
        </pc:graphicFrameChg>
      </pc:sldChg>
      <pc:sldChg chg="modSp mod">
        <pc:chgData name="kitn.lzh →" userId="aae51206e0f3c209" providerId="LiveId" clId="{C53E141C-B797-4BD5-B97C-FF93ADA80928}" dt="2026-03-11T04:36:26.169" v="1" actId="1076"/>
        <pc:sldMkLst>
          <pc:docMk/>
          <pc:sldMk cId="4158605858" sldId="258"/>
        </pc:sldMkLst>
        <pc:graphicFrameChg chg="mod">
          <ac:chgData name="kitn.lzh →" userId="aae51206e0f3c209" providerId="LiveId" clId="{C53E141C-B797-4BD5-B97C-FF93ADA80928}" dt="2026-03-11T04:36:26.169" v="1" actId="1076"/>
          <ac:graphicFrameMkLst>
            <pc:docMk/>
            <pc:sldMk cId="4158605858" sldId="258"/>
            <ac:graphicFrameMk id="6" creationId="{E520529D-FDB3-F28C-30E9-97EE7ADE719B}"/>
          </ac:graphicFrameMkLst>
        </pc:graphicFrameChg>
      </pc:sldChg>
      <pc:sldChg chg="addSp delSp modSp new mod">
        <pc:chgData name="kitn.lzh →" userId="aae51206e0f3c209" providerId="LiveId" clId="{C53E141C-B797-4BD5-B97C-FF93ADA80928}" dt="2026-03-11T04:52:24.275" v="45" actId="20577"/>
        <pc:sldMkLst>
          <pc:docMk/>
          <pc:sldMk cId="4087083057" sldId="310"/>
        </pc:sldMkLst>
        <pc:spChg chg="mod">
          <ac:chgData name="kitn.lzh →" userId="aae51206e0f3c209" providerId="LiveId" clId="{C53E141C-B797-4BD5-B97C-FF93ADA80928}" dt="2026-03-11T04:51:39.319" v="26" actId="20577"/>
          <ac:spMkLst>
            <pc:docMk/>
            <pc:sldMk cId="4087083057" sldId="310"/>
            <ac:spMk id="2" creationId="{85437DC7-D22C-3829-0E20-FE5886B67CA6}"/>
          </ac:spMkLst>
        </pc:spChg>
        <pc:spChg chg="del">
          <ac:chgData name="kitn.lzh →" userId="aae51206e0f3c209" providerId="LiveId" clId="{C53E141C-B797-4BD5-B97C-FF93ADA80928}" dt="2026-03-11T04:51:42.845" v="27" actId="478"/>
          <ac:spMkLst>
            <pc:docMk/>
            <pc:sldMk cId="4087083057" sldId="310"/>
            <ac:spMk id="3" creationId="{6D42307D-3476-E44A-FB62-9BED928821BE}"/>
          </ac:spMkLst>
        </pc:spChg>
        <pc:graphicFrameChg chg="add mod">
          <ac:chgData name="kitn.lzh →" userId="aae51206e0f3c209" providerId="LiveId" clId="{C53E141C-B797-4BD5-B97C-FF93ADA80928}" dt="2026-03-11T04:51:49.798" v="31" actId="14100"/>
          <ac:graphicFrameMkLst>
            <pc:docMk/>
            <pc:sldMk cId="4087083057" sldId="310"/>
            <ac:graphicFrameMk id="4" creationId="{6B73B2ED-4832-8EDF-96B6-FD5494E9EB9C}"/>
          </ac:graphicFrameMkLst>
        </pc:graphicFrameChg>
        <pc:graphicFrameChg chg="add mod">
          <ac:chgData name="kitn.lzh →" userId="aae51206e0f3c209" providerId="LiveId" clId="{C53E141C-B797-4BD5-B97C-FF93ADA80928}" dt="2026-03-11T04:52:24.275" v="45" actId="20577"/>
          <ac:graphicFrameMkLst>
            <pc:docMk/>
            <pc:sldMk cId="4087083057" sldId="310"/>
            <ac:graphicFrameMk id="5" creationId="{D004030D-9FCF-0338-36D9-673CF5C9A9DD}"/>
          </ac:graphicFrameMkLst>
        </pc:graphicFrameChg>
      </pc:sldChg>
      <pc:sldChg chg="addSp delSp modSp new mod">
        <pc:chgData name="kitn.lzh →" userId="aae51206e0f3c209" providerId="LiveId" clId="{C53E141C-B797-4BD5-B97C-FF93ADA80928}" dt="2026-03-11T05:03:12.503" v="53" actId="1076"/>
        <pc:sldMkLst>
          <pc:docMk/>
          <pc:sldMk cId="107725121" sldId="311"/>
        </pc:sldMkLst>
        <pc:spChg chg="del">
          <ac:chgData name="kitn.lzh →" userId="aae51206e0f3c209" providerId="LiveId" clId="{C53E141C-B797-4BD5-B97C-FF93ADA80928}" dt="2026-03-11T05:02:22.651" v="47" actId="478"/>
          <ac:spMkLst>
            <pc:docMk/>
            <pc:sldMk cId="107725121" sldId="311"/>
            <ac:spMk id="3" creationId="{456E2C7B-18EA-3B5E-8738-7785901E3309}"/>
          </ac:spMkLst>
        </pc:spChg>
        <pc:graphicFrameChg chg="add mod">
          <ac:chgData name="kitn.lzh →" userId="aae51206e0f3c209" providerId="LiveId" clId="{C53E141C-B797-4BD5-B97C-FF93ADA80928}" dt="2026-03-11T05:02:29.342" v="50" actId="1076"/>
          <ac:graphicFrameMkLst>
            <pc:docMk/>
            <pc:sldMk cId="107725121" sldId="311"/>
            <ac:graphicFrameMk id="4" creationId="{6248900B-DCAE-77CE-A1F3-88AD6B837897}"/>
          </ac:graphicFrameMkLst>
        </pc:graphicFrameChg>
        <pc:graphicFrameChg chg="add mod">
          <ac:chgData name="kitn.lzh →" userId="aae51206e0f3c209" providerId="LiveId" clId="{C53E141C-B797-4BD5-B97C-FF93ADA80928}" dt="2026-03-11T05:03:12.503" v="53" actId="1076"/>
          <ac:graphicFrameMkLst>
            <pc:docMk/>
            <pc:sldMk cId="107725121" sldId="311"/>
            <ac:graphicFrameMk id="5" creationId="{6C2D6937-3359-C9FC-9375-E2561A5EB623}"/>
          </ac:graphicFrameMkLst>
        </pc:graphicFrameChg>
      </pc:sldChg>
      <pc:sldChg chg="addSp modSp new mod">
        <pc:chgData name="kitn.lzh →" userId="aae51206e0f3c209" providerId="LiveId" clId="{C53E141C-B797-4BD5-B97C-FF93ADA80928}" dt="2026-03-11T05:20:00.308" v="57"/>
        <pc:sldMkLst>
          <pc:docMk/>
          <pc:sldMk cId="2534397777" sldId="312"/>
        </pc:sldMkLst>
        <pc:graphicFrameChg chg="add mod">
          <ac:chgData name="kitn.lzh →" userId="aae51206e0f3c209" providerId="LiveId" clId="{C53E141C-B797-4BD5-B97C-FF93ADA80928}" dt="2026-03-11T05:19:54.536" v="55"/>
          <ac:graphicFrameMkLst>
            <pc:docMk/>
            <pc:sldMk cId="2534397777" sldId="312"/>
            <ac:graphicFrameMk id="2" creationId="{0226B8F1-EEF4-C099-E0DC-D2431DD53B30}"/>
          </ac:graphicFrameMkLst>
        </pc:graphicFrameChg>
        <pc:graphicFrameChg chg="add mod">
          <ac:chgData name="kitn.lzh →" userId="aae51206e0f3c209" providerId="LiveId" clId="{C53E141C-B797-4BD5-B97C-FF93ADA80928}" dt="2026-03-11T05:20:00.308" v="57"/>
          <ac:graphicFrameMkLst>
            <pc:docMk/>
            <pc:sldMk cId="2534397777" sldId="312"/>
            <ac:graphicFrameMk id="3" creationId="{AFE36E33-CCCF-45B0-0234-D552C3B818E6}"/>
          </ac:graphicFrameMkLst>
        </pc:graphicFrameChg>
      </pc:sldChg>
      <pc:sldChg chg="new">
        <pc:chgData name="kitn.lzh →" userId="aae51206e0f3c209" providerId="LiveId" clId="{C53E141C-B797-4BD5-B97C-FF93ADA80928}" dt="2026-03-11T05:32:42.986" v="58" actId="680"/>
        <pc:sldMkLst>
          <pc:docMk/>
          <pc:sldMk cId="2089473661" sldId="313"/>
        </pc:sldMkLst>
      </pc:sldChg>
    </pc:docChg>
  </pc:docChgLst>
  <pc:docChgLst>
    <pc:chgData name="kitn.lzh →" userId="aae51206e0f3c209" providerId="LiveId" clId="{2B599A23-E6BC-4D57-BA0D-73F904748290}"/>
    <pc:docChg chg="undo custSel addSld delSld modSld sldOrd">
      <pc:chgData name="kitn.lzh →" userId="aae51206e0f3c209" providerId="LiveId" clId="{2B599A23-E6BC-4D57-BA0D-73F904748290}" dt="2026-03-10T20:06:51.841" v="402" actId="1076"/>
      <pc:docMkLst>
        <pc:docMk/>
      </pc:docMkLst>
      <pc:sldChg chg="addSp delSp modSp mod">
        <pc:chgData name="kitn.lzh →" userId="aae51206e0f3c209" providerId="LiveId" clId="{2B599A23-E6BC-4D57-BA0D-73F904748290}" dt="2026-03-10T20:06:05.447" v="384"/>
        <pc:sldMkLst>
          <pc:docMk/>
          <pc:sldMk cId="3381324912" sldId="257"/>
        </pc:sldMkLst>
        <pc:graphicFrameChg chg="add mod">
          <ac:chgData name="kitn.lzh →" userId="aae51206e0f3c209" providerId="LiveId" clId="{2B599A23-E6BC-4D57-BA0D-73F904748290}" dt="2026-03-10T20:05:48.395" v="383"/>
          <ac:graphicFrameMkLst>
            <pc:docMk/>
            <pc:sldMk cId="3381324912" sldId="257"/>
            <ac:graphicFrameMk id="5" creationId="{4A1BE796-2B31-312A-4BB0-5B696A6979E8}"/>
          </ac:graphicFrameMkLst>
        </pc:graphicFrameChg>
        <pc:graphicFrameChg chg="add mod">
          <ac:chgData name="kitn.lzh →" userId="aae51206e0f3c209" providerId="LiveId" clId="{2B599A23-E6BC-4D57-BA0D-73F904748290}" dt="2026-03-10T20:06:05.447" v="384"/>
          <ac:graphicFrameMkLst>
            <pc:docMk/>
            <pc:sldMk cId="3381324912" sldId="257"/>
            <ac:graphicFrameMk id="9" creationId="{425C3D7B-CB7C-3E1A-C4E7-E75DE12E5D3F}"/>
          </ac:graphicFrameMkLst>
        </pc:graphicFrameChg>
      </pc:sldChg>
      <pc:sldChg chg="addSp delSp modSp mod">
        <pc:chgData name="kitn.lzh →" userId="aae51206e0f3c209" providerId="LiveId" clId="{2B599A23-E6BC-4D57-BA0D-73F904748290}" dt="2026-03-08T14:49:02.713" v="43" actId="1076"/>
        <pc:sldMkLst>
          <pc:docMk/>
          <pc:sldMk cId="4158605858" sldId="258"/>
        </pc:sldMkLst>
        <pc:graphicFrameChg chg="add mod">
          <ac:chgData name="kitn.lzh →" userId="aae51206e0f3c209" providerId="LiveId" clId="{2B599A23-E6BC-4D57-BA0D-73F904748290}" dt="2026-03-08T14:48:41.493" v="40"/>
          <ac:graphicFrameMkLst>
            <pc:docMk/>
            <pc:sldMk cId="4158605858" sldId="258"/>
            <ac:graphicFrameMk id="3" creationId="{2F37AEFC-BBBE-366D-15BC-0D3B6E1CCD92}"/>
          </ac:graphicFrameMkLst>
        </pc:graphicFrameChg>
        <pc:graphicFrameChg chg="add mod">
          <ac:chgData name="kitn.lzh →" userId="aae51206e0f3c209" providerId="LiveId" clId="{2B599A23-E6BC-4D57-BA0D-73F904748290}" dt="2026-03-08T14:49:02.713" v="43" actId="1076"/>
          <ac:graphicFrameMkLst>
            <pc:docMk/>
            <pc:sldMk cId="4158605858" sldId="258"/>
            <ac:graphicFrameMk id="6" creationId="{E520529D-FDB3-F28C-30E9-97EE7ADE719B}"/>
          </ac:graphicFrameMkLst>
        </pc:graphicFrameChg>
      </pc:sldChg>
      <pc:sldChg chg="addSp delSp modSp mod">
        <pc:chgData name="kitn.lzh →" userId="aae51206e0f3c209" providerId="LiveId" clId="{2B599A23-E6BC-4D57-BA0D-73F904748290}" dt="2026-03-10T20:05:14.868" v="362" actId="20577"/>
        <pc:sldMkLst>
          <pc:docMk/>
          <pc:sldMk cId="176635930" sldId="259"/>
        </pc:sldMkLst>
        <pc:graphicFrameChg chg="add mod">
          <ac:chgData name="kitn.lzh →" userId="aae51206e0f3c209" providerId="LiveId" clId="{2B599A23-E6BC-4D57-BA0D-73F904748290}" dt="2026-03-10T20:03:59.875" v="287" actId="20577"/>
          <ac:graphicFrameMkLst>
            <pc:docMk/>
            <pc:sldMk cId="176635930" sldId="259"/>
            <ac:graphicFrameMk id="3" creationId="{00000000-0008-0000-0700-000002000000}"/>
          </ac:graphicFrameMkLst>
        </pc:graphicFrameChg>
        <pc:graphicFrameChg chg="add mod">
          <ac:chgData name="kitn.lzh →" userId="aae51206e0f3c209" providerId="LiveId" clId="{2B599A23-E6BC-4D57-BA0D-73F904748290}" dt="2026-03-10T20:04:18.540" v="352"/>
          <ac:graphicFrameMkLst>
            <pc:docMk/>
            <pc:sldMk cId="176635930" sldId="259"/>
            <ac:graphicFrameMk id="4" creationId="{00000000-0008-0000-0700-000003000000}"/>
          </ac:graphicFrameMkLst>
        </pc:graphicFrameChg>
        <pc:graphicFrameChg chg="add mod">
          <ac:chgData name="kitn.lzh →" userId="aae51206e0f3c209" providerId="LiveId" clId="{2B599A23-E6BC-4D57-BA0D-73F904748290}" dt="2026-03-10T20:04:32.232" v="357"/>
          <ac:graphicFrameMkLst>
            <pc:docMk/>
            <pc:sldMk cId="176635930" sldId="259"/>
            <ac:graphicFrameMk id="5" creationId="{00000000-0008-0000-0700-000004000000}"/>
          </ac:graphicFrameMkLst>
        </pc:graphicFrameChg>
        <pc:graphicFrameChg chg="add mod">
          <ac:chgData name="kitn.lzh →" userId="aae51206e0f3c209" providerId="LiveId" clId="{2B599A23-E6BC-4D57-BA0D-73F904748290}" dt="2026-03-10T20:05:14.868" v="362" actId="20577"/>
          <ac:graphicFrameMkLst>
            <pc:docMk/>
            <pc:sldMk cId="176635930" sldId="259"/>
            <ac:graphicFrameMk id="6" creationId="{00000000-0008-0000-0700-000005000000}"/>
          </ac:graphicFrameMkLst>
        </pc:graphicFrameChg>
      </pc:sldChg>
      <pc:sldChg chg="addSp delSp modSp mod">
        <pc:chgData name="kitn.lzh →" userId="aae51206e0f3c209" providerId="LiveId" clId="{2B599A23-E6BC-4D57-BA0D-73F904748290}" dt="2026-03-10T20:03:42.118" v="277" actId="20577"/>
        <pc:sldMkLst>
          <pc:docMk/>
          <pc:sldMk cId="1139156826" sldId="260"/>
        </pc:sldMkLst>
        <pc:graphicFrameChg chg="add del mod">
          <ac:chgData name="kitn.lzh →" userId="aae51206e0f3c209" providerId="LiveId" clId="{2B599A23-E6BC-4D57-BA0D-73F904748290}" dt="2026-03-10T19:21:54.022" v="77" actId="478"/>
          <ac:graphicFrameMkLst>
            <pc:docMk/>
            <pc:sldMk cId="1139156826" sldId="260"/>
            <ac:graphicFrameMk id="3" creationId="{00000000-0008-0000-0700-000002000000}"/>
          </ac:graphicFrameMkLst>
        </pc:graphicFrameChg>
        <pc:graphicFrameChg chg="add del mod">
          <ac:chgData name="kitn.lzh →" userId="aae51206e0f3c209" providerId="LiveId" clId="{2B599A23-E6BC-4D57-BA0D-73F904748290}" dt="2026-03-10T19:21:54.022" v="77" actId="478"/>
          <ac:graphicFrameMkLst>
            <pc:docMk/>
            <pc:sldMk cId="1139156826" sldId="260"/>
            <ac:graphicFrameMk id="4" creationId="{00000000-0008-0000-0700-000003000000}"/>
          </ac:graphicFrameMkLst>
        </pc:graphicFrameChg>
        <pc:graphicFrameChg chg="add del mod">
          <ac:chgData name="kitn.lzh →" userId="aae51206e0f3c209" providerId="LiveId" clId="{2B599A23-E6BC-4D57-BA0D-73F904748290}" dt="2026-03-10T19:21:54.022" v="77" actId="478"/>
          <ac:graphicFrameMkLst>
            <pc:docMk/>
            <pc:sldMk cId="1139156826" sldId="260"/>
            <ac:graphicFrameMk id="5" creationId="{00000000-0008-0000-0700-000004000000}"/>
          </ac:graphicFrameMkLst>
        </pc:graphicFrameChg>
        <pc:graphicFrameChg chg="add del mod">
          <ac:chgData name="kitn.lzh →" userId="aae51206e0f3c209" providerId="LiveId" clId="{2B599A23-E6BC-4D57-BA0D-73F904748290}" dt="2026-03-10T19:21:54.022" v="77" actId="478"/>
          <ac:graphicFrameMkLst>
            <pc:docMk/>
            <pc:sldMk cId="1139156826" sldId="260"/>
            <ac:graphicFrameMk id="6" creationId="{00000000-0008-0000-0700-000005000000}"/>
          </ac:graphicFrameMkLst>
        </pc:graphicFrameChg>
        <pc:graphicFrameChg chg="add mod">
          <ac:chgData name="kitn.lzh →" userId="aae51206e0f3c209" providerId="LiveId" clId="{2B599A23-E6BC-4D57-BA0D-73F904748290}" dt="2026-03-10T20:03:34.179" v="267" actId="20577"/>
          <ac:graphicFrameMkLst>
            <pc:docMk/>
            <pc:sldMk cId="1139156826" sldId="260"/>
            <ac:graphicFrameMk id="7" creationId="{00000000-0008-0000-0800-000002000000}"/>
          </ac:graphicFrameMkLst>
        </pc:graphicFrameChg>
        <pc:graphicFrameChg chg="add mod">
          <ac:chgData name="kitn.lzh →" userId="aae51206e0f3c209" providerId="LiveId" clId="{2B599A23-E6BC-4D57-BA0D-73F904748290}" dt="2026-03-10T20:03:37.914" v="272" actId="20577"/>
          <ac:graphicFrameMkLst>
            <pc:docMk/>
            <pc:sldMk cId="1139156826" sldId="260"/>
            <ac:graphicFrameMk id="8" creationId="{00000000-0008-0000-0800-000003000000}"/>
          </ac:graphicFrameMkLst>
        </pc:graphicFrameChg>
        <pc:graphicFrameChg chg="add mod">
          <ac:chgData name="kitn.lzh →" userId="aae51206e0f3c209" providerId="LiveId" clId="{2B599A23-E6BC-4D57-BA0D-73F904748290}" dt="2026-03-10T20:03:42.118" v="277" actId="20577"/>
          <ac:graphicFrameMkLst>
            <pc:docMk/>
            <pc:sldMk cId="1139156826" sldId="260"/>
            <ac:graphicFrameMk id="9" creationId="{00000000-0008-0000-0800-000004000000}"/>
          </ac:graphicFrameMkLst>
        </pc:graphicFrameChg>
      </pc:sldChg>
      <pc:sldChg chg="addSp modSp mod">
        <pc:chgData name="kitn.lzh →" userId="aae51206e0f3c209" providerId="LiveId" clId="{2B599A23-E6BC-4D57-BA0D-73F904748290}" dt="2026-03-10T20:06:51.841" v="402" actId="1076"/>
        <pc:sldMkLst>
          <pc:docMk/>
          <pc:sldMk cId="3210250496" sldId="262"/>
        </pc:sldMkLst>
        <pc:spChg chg="add mod">
          <ac:chgData name="kitn.lzh →" userId="aae51206e0f3c209" providerId="LiveId" clId="{2B599A23-E6BC-4D57-BA0D-73F904748290}" dt="2026-03-10T20:06:41.518" v="393" actId="1076"/>
          <ac:spMkLst>
            <pc:docMk/>
            <pc:sldMk cId="3210250496" sldId="262"/>
            <ac:spMk id="3" creationId="{637E730C-F1C6-CC06-B7EA-0A887187F2EC}"/>
          </ac:spMkLst>
        </pc:spChg>
        <pc:spChg chg="add mod">
          <ac:chgData name="kitn.lzh →" userId="aae51206e0f3c209" providerId="LiveId" clId="{2B599A23-E6BC-4D57-BA0D-73F904748290}" dt="2026-03-10T20:06:51.841" v="402" actId="1076"/>
          <ac:spMkLst>
            <pc:docMk/>
            <pc:sldMk cId="3210250496" sldId="262"/>
            <ac:spMk id="4" creationId="{13175A78-D390-F78A-76C9-C460C81CF88C}"/>
          </ac:spMkLst>
        </pc:spChg>
      </pc:sldChg>
      <pc:sldChg chg="addSp delSp modSp mod">
        <pc:chgData name="kitn.lzh →" userId="aae51206e0f3c209" providerId="LiveId" clId="{2B599A23-E6BC-4D57-BA0D-73F904748290}" dt="2026-03-10T19:28:06.711" v="125" actId="14100"/>
        <pc:sldMkLst>
          <pc:docMk/>
          <pc:sldMk cId="3246089940" sldId="267"/>
        </pc:sldMkLst>
        <pc:spChg chg="add del mod">
          <ac:chgData name="kitn.lzh →" userId="aae51206e0f3c209" providerId="LiveId" clId="{2B599A23-E6BC-4D57-BA0D-73F904748290}" dt="2026-03-10T19:27:58.878" v="123" actId="478"/>
          <ac:spMkLst>
            <pc:docMk/>
            <pc:sldMk cId="3246089940" sldId="267"/>
            <ac:spMk id="4" creationId="{3D8B074A-C958-587B-3992-2C8A3EE71260}"/>
          </ac:spMkLst>
        </pc:spChg>
        <pc:graphicFrameChg chg="add mod">
          <ac:chgData name="kitn.lzh →" userId="aae51206e0f3c209" providerId="LiveId" clId="{2B599A23-E6BC-4D57-BA0D-73F904748290}" dt="2026-03-10T19:27:57.295" v="122"/>
          <ac:graphicFrameMkLst>
            <pc:docMk/>
            <pc:sldMk cId="3246089940" sldId="267"/>
            <ac:graphicFrameMk id="3" creationId="{11A95693-F383-C046-F31E-1908B3427E0A}"/>
          </ac:graphicFrameMkLst>
        </pc:graphicFrameChg>
        <pc:graphicFrameChg chg="add mod">
          <ac:chgData name="kitn.lzh →" userId="aae51206e0f3c209" providerId="LiveId" clId="{2B599A23-E6BC-4D57-BA0D-73F904748290}" dt="2026-03-10T19:28:06.711" v="125" actId="14100"/>
          <ac:graphicFrameMkLst>
            <pc:docMk/>
            <pc:sldMk cId="3246089940" sldId="267"/>
            <ac:graphicFrameMk id="5" creationId="{CE7971C8-D045-E611-F690-BF113A1E4273}"/>
          </ac:graphicFrameMkLst>
        </pc:graphicFrameChg>
      </pc:sldChg>
      <pc:sldChg chg="addSp delSp modSp mod">
        <pc:chgData name="kitn.lzh →" userId="aae51206e0f3c209" providerId="LiveId" clId="{2B599A23-E6BC-4D57-BA0D-73F904748290}" dt="2026-03-10T19:45:36.759" v="185" actId="27918"/>
        <pc:sldMkLst>
          <pc:docMk/>
          <pc:sldMk cId="1099372135" sldId="268"/>
        </pc:sldMkLst>
        <pc:graphicFrameChg chg="add mod">
          <ac:chgData name="kitn.lzh →" userId="aae51206e0f3c209" providerId="LiveId" clId="{2B599A23-E6BC-4D57-BA0D-73F904748290}" dt="2026-03-10T19:38:49.933" v="128" actId="1076"/>
          <ac:graphicFrameMkLst>
            <pc:docMk/>
            <pc:sldMk cId="1099372135" sldId="268"/>
            <ac:graphicFrameMk id="3" creationId="{AFA4E071-5942-6A3D-77D4-7FA10FA52A1E}"/>
          </ac:graphicFrameMkLst>
        </pc:graphicFrameChg>
        <pc:graphicFrameChg chg="add mod">
          <ac:chgData name="kitn.lzh →" userId="aae51206e0f3c209" providerId="LiveId" clId="{2B599A23-E6BC-4D57-BA0D-73F904748290}" dt="2026-03-10T19:39:03.191" v="131" actId="1076"/>
          <ac:graphicFrameMkLst>
            <pc:docMk/>
            <pc:sldMk cId="1099372135" sldId="268"/>
            <ac:graphicFrameMk id="4" creationId="{1285BAB1-B3D8-3CF7-8B66-D400AC525DF5}"/>
          </ac:graphicFrameMkLst>
        </pc:graphicFrameChg>
        <pc:graphicFrameChg chg="add mod">
          <ac:chgData name="kitn.lzh →" userId="aae51206e0f3c209" providerId="LiveId" clId="{2B599A23-E6BC-4D57-BA0D-73F904748290}" dt="2026-03-10T19:39:40.644" v="134" actId="1076"/>
          <ac:graphicFrameMkLst>
            <pc:docMk/>
            <pc:sldMk cId="1099372135" sldId="268"/>
            <ac:graphicFrameMk id="5" creationId="{64F240EB-4043-5E78-3002-FB7AE488D7BC}"/>
          </ac:graphicFrameMkLst>
        </pc:graphicFrameChg>
        <pc:graphicFrameChg chg="add mod">
          <ac:chgData name="kitn.lzh →" userId="aae51206e0f3c209" providerId="LiveId" clId="{2B599A23-E6BC-4D57-BA0D-73F904748290}" dt="2026-03-10T19:40:36.565" v="137" actId="1076"/>
          <ac:graphicFrameMkLst>
            <pc:docMk/>
            <pc:sldMk cId="1099372135" sldId="268"/>
            <ac:graphicFrameMk id="6" creationId="{288E71A3-4E20-146B-5EB7-910A1628CD34}"/>
          </ac:graphicFrameMkLst>
        </pc:graphicFrameChg>
      </pc:sldChg>
      <pc:sldChg chg="addSp delSp modSp mod">
        <pc:chgData name="kitn.lzh →" userId="aae51206e0f3c209" providerId="LiveId" clId="{2B599A23-E6BC-4D57-BA0D-73F904748290}" dt="2026-03-10T19:22:26.788" v="82"/>
        <pc:sldMkLst>
          <pc:docMk/>
          <pc:sldMk cId="1094861085" sldId="269"/>
        </pc:sldMkLst>
        <pc:spChg chg="mod">
          <ac:chgData name="kitn.lzh →" userId="aae51206e0f3c209" providerId="LiveId" clId="{2B599A23-E6BC-4D57-BA0D-73F904748290}" dt="2026-03-08T04:23:30.972" v="14" actId="1076"/>
          <ac:spMkLst>
            <pc:docMk/>
            <pc:sldMk cId="1094861085" sldId="269"/>
            <ac:spMk id="2" creationId="{6B5B2BCC-A5A7-C324-6569-9953DA4B26D5}"/>
          </ac:spMkLst>
        </pc:spChg>
        <pc:graphicFrameChg chg="add mod">
          <ac:chgData name="kitn.lzh →" userId="aae51206e0f3c209" providerId="LiveId" clId="{2B599A23-E6BC-4D57-BA0D-73F904748290}" dt="2026-03-10T19:22:26.788" v="82"/>
          <ac:graphicFrameMkLst>
            <pc:docMk/>
            <pc:sldMk cId="1094861085" sldId="269"/>
            <ac:graphicFrameMk id="3" creationId="{1CC6F2EF-884E-ACD9-7A99-F74517FFE233}"/>
          </ac:graphicFrameMkLst>
        </pc:graphicFrameChg>
        <pc:graphicFrameChg chg="add mod">
          <ac:chgData name="kitn.lzh →" userId="aae51206e0f3c209" providerId="LiveId" clId="{2B599A23-E6BC-4D57-BA0D-73F904748290}" dt="2026-03-10T19:22:26.788" v="82"/>
          <ac:graphicFrameMkLst>
            <pc:docMk/>
            <pc:sldMk cId="1094861085" sldId="269"/>
            <ac:graphicFrameMk id="4" creationId="{6020EE10-50AC-A14F-6B16-26C81026207F}"/>
          </ac:graphicFrameMkLst>
        </pc:graphicFrameChg>
        <pc:graphicFrameChg chg="add mod">
          <ac:chgData name="kitn.lzh →" userId="aae51206e0f3c209" providerId="LiveId" clId="{2B599A23-E6BC-4D57-BA0D-73F904748290}" dt="2026-03-10T19:22:26.788" v="82"/>
          <ac:graphicFrameMkLst>
            <pc:docMk/>
            <pc:sldMk cId="1094861085" sldId="269"/>
            <ac:graphicFrameMk id="5" creationId="{4DC7A6DA-0A04-B1BF-992F-7F99327B89B9}"/>
          </ac:graphicFrameMkLst>
        </pc:graphicFrameChg>
        <pc:graphicFrameChg chg="add mod">
          <ac:chgData name="kitn.lzh →" userId="aae51206e0f3c209" providerId="LiveId" clId="{2B599A23-E6BC-4D57-BA0D-73F904748290}" dt="2026-03-10T19:22:26.788" v="82"/>
          <ac:graphicFrameMkLst>
            <pc:docMk/>
            <pc:sldMk cId="1094861085" sldId="269"/>
            <ac:graphicFrameMk id="6" creationId="{84BE064C-4387-5CC1-9C1C-0551FB251A23}"/>
          </ac:graphicFrameMkLst>
        </pc:graphicFrameChg>
      </pc:sldChg>
      <pc:sldChg chg="del">
        <pc:chgData name="kitn.lzh →" userId="aae51206e0f3c209" providerId="LiveId" clId="{2B599A23-E6BC-4D57-BA0D-73F904748290}" dt="2026-03-10T19:25:15.697" v="107" actId="2696"/>
        <pc:sldMkLst>
          <pc:docMk/>
          <pc:sldMk cId="1662820180" sldId="270"/>
        </pc:sldMkLst>
      </pc:sldChg>
      <pc:sldChg chg="modSp mod">
        <pc:chgData name="kitn.lzh →" userId="aae51206e0f3c209" providerId="LiveId" clId="{2B599A23-E6BC-4D57-BA0D-73F904748290}" dt="2026-03-10T19:25:44.851" v="109" actId="1076"/>
        <pc:sldMkLst>
          <pc:docMk/>
          <pc:sldMk cId="3251386864" sldId="275"/>
        </pc:sldMkLst>
        <pc:spChg chg="mod">
          <ac:chgData name="kitn.lzh →" userId="aae51206e0f3c209" providerId="LiveId" clId="{2B599A23-E6BC-4D57-BA0D-73F904748290}" dt="2026-03-10T19:25:44.851" v="109" actId="1076"/>
          <ac:spMkLst>
            <pc:docMk/>
            <pc:sldMk cId="3251386864" sldId="275"/>
            <ac:spMk id="2" creationId="{BDBE3479-D6A0-BE76-A492-E9B48C77DD17}"/>
          </ac:spMkLst>
        </pc:spChg>
      </pc:sldChg>
      <pc:sldChg chg="addSp delSp modSp mod">
        <pc:chgData name="kitn.lzh →" userId="aae51206e0f3c209" providerId="LiveId" clId="{2B599A23-E6BC-4D57-BA0D-73F904748290}" dt="2026-03-10T20:05:33.405" v="382" actId="20577"/>
        <pc:sldMkLst>
          <pc:docMk/>
          <pc:sldMk cId="3655491361" sldId="276"/>
        </pc:sldMkLst>
        <pc:graphicFrameChg chg="add mod">
          <ac:chgData name="kitn.lzh →" userId="aae51206e0f3c209" providerId="LiveId" clId="{2B599A23-E6BC-4D57-BA0D-73F904748290}" dt="2026-03-10T20:05:22.290" v="367" actId="20577"/>
          <ac:graphicFrameMkLst>
            <pc:docMk/>
            <pc:sldMk cId="3655491361" sldId="276"/>
            <ac:graphicFrameMk id="3" creationId="{00000000-0008-0000-0700-000009000000}"/>
          </ac:graphicFrameMkLst>
        </pc:graphicFrameChg>
        <pc:graphicFrameChg chg="add mod">
          <ac:chgData name="kitn.lzh →" userId="aae51206e0f3c209" providerId="LiveId" clId="{2B599A23-E6BC-4D57-BA0D-73F904748290}" dt="2026-03-10T20:05:25.758" v="372" actId="20577"/>
          <ac:graphicFrameMkLst>
            <pc:docMk/>
            <pc:sldMk cId="3655491361" sldId="276"/>
            <ac:graphicFrameMk id="4" creationId="{00000000-0008-0000-0700-00000A000000}"/>
          </ac:graphicFrameMkLst>
        </pc:graphicFrameChg>
        <pc:graphicFrameChg chg="add mod">
          <ac:chgData name="kitn.lzh →" userId="aae51206e0f3c209" providerId="LiveId" clId="{2B599A23-E6BC-4D57-BA0D-73F904748290}" dt="2026-03-10T20:05:29.602" v="377" actId="20577"/>
          <ac:graphicFrameMkLst>
            <pc:docMk/>
            <pc:sldMk cId="3655491361" sldId="276"/>
            <ac:graphicFrameMk id="5" creationId="{00000000-0008-0000-0700-00000B000000}"/>
          </ac:graphicFrameMkLst>
        </pc:graphicFrameChg>
        <pc:graphicFrameChg chg="add mod">
          <ac:chgData name="kitn.lzh →" userId="aae51206e0f3c209" providerId="LiveId" clId="{2B599A23-E6BC-4D57-BA0D-73F904748290}" dt="2026-03-10T20:05:33.405" v="382" actId="20577"/>
          <ac:graphicFrameMkLst>
            <pc:docMk/>
            <pc:sldMk cId="3655491361" sldId="276"/>
            <ac:graphicFrameMk id="6" creationId="{00000000-0008-0000-0700-00000C000000}"/>
          </ac:graphicFrameMkLst>
        </pc:graphicFrameChg>
      </pc:sldChg>
      <pc:sldChg chg="addSp delSp modSp mod">
        <pc:chgData name="kitn.lzh →" userId="aae51206e0f3c209" providerId="LiveId" clId="{2B599A23-E6BC-4D57-BA0D-73F904748290}" dt="2026-03-10T20:03:26.389" v="262" actId="20577"/>
        <pc:sldMkLst>
          <pc:docMk/>
          <pc:sldMk cId="3703174802" sldId="277"/>
        </pc:sldMkLst>
        <pc:spChg chg="del">
          <ac:chgData name="kitn.lzh →" userId="aae51206e0f3c209" providerId="LiveId" clId="{2B599A23-E6BC-4D57-BA0D-73F904748290}" dt="2026-03-10T20:02:45.716" v="234" actId="478"/>
          <ac:spMkLst>
            <pc:docMk/>
            <pc:sldMk cId="3703174802" sldId="277"/>
            <ac:spMk id="2" creationId="{04D15D91-1173-2041-D21D-C03EA9AA6716}"/>
          </ac:spMkLst>
        </pc:spChg>
        <pc:graphicFrameChg chg="add mod">
          <ac:chgData name="kitn.lzh →" userId="aae51206e0f3c209" providerId="LiveId" clId="{2B599A23-E6BC-4D57-BA0D-73F904748290}" dt="2026-03-10T20:03:13.977" v="239" actId="20577"/>
          <ac:graphicFrameMkLst>
            <pc:docMk/>
            <pc:sldMk cId="3703174802" sldId="277"/>
            <ac:graphicFrameMk id="3" creationId="{00000000-0008-0000-0800-000009000000}"/>
          </ac:graphicFrameMkLst>
        </pc:graphicFrameChg>
        <pc:graphicFrameChg chg="add mod">
          <ac:chgData name="kitn.lzh →" userId="aae51206e0f3c209" providerId="LiveId" clId="{2B599A23-E6BC-4D57-BA0D-73F904748290}" dt="2026-03-10T20:03:21.605" v="255" actId="20577"/>
          <ac:graphicFrameMkLst>
            <pc:docMk/>
            <pc:sldMk cId="3703174802" sldId="277"/>
            <ac:graphicFrameMk id="4" creationId="{00000000-0008-0000-0800-00000A000000}"/>
          </ac:graphicFrameMkLst>
        </pc:graphicFrameChg>
        <pc:graphicFrameChg chg="add mod">
          <ac:chgData name="kitn.lzh →" userId="aae51206e0f3c209" providerId="LiveId" clId="{2B599A23-E6BC-4D57-BA0D-73F904748290}" dt="2026-03-10T20:03:26.389" v="262" actId="20577"/>
          <ac:graphicFrameMkLst>
            <pc:docMk/>
            <pc:sldMk cId="3703174802" sldId="277"/>
            <ac:graphicFrameMk id="5" creationId="{00000000-0008-0000-0800-00000B000000}"/>
          </ac:graphicFrameMkLst>
        </pc:graphicFrameChg>
      </pc:sldChg>
      <pc:sldChg chg="addSp delSp modSp mod">
        <pc:chgData name="kitn.lzh →" userId="aae51206e0f3c209" providerId="LiveId" clId="{2B599A23-E6BC-4D57-BA0D-73F904748290}" dt="2026-03-10T19:43:02.831" v="153" actId="1076"/>
        <pc:sldMkLst>
          <pc:docMk/>
          <pc:sldMk cId="1933976373" sldId="280"/>
        </pc:sldMkLst>
        <pc:spChg chg="del">
          <ac:chgData name="kitn.lzh →" userId="aae51206e0f3c209" providerId="LiveId" clId="{2B599A23-E6BC-4D57-BA0D-73F904748290}" dt="2026-03-10T19:41:39.558" v="141" actId="478"/>
          <ac:spMkLst>
            <pc:docMk/>
            <pc:sldMk cId="1933976373" sldId="280"/>
            <ac:spMk id="2" creationId="{0941663F-91B4-1270-7155-0AD30B8B7059}"/>
          </ac:spMkLst>
        </pc:spChg>
        <pc:graphicFrameChg chg="add mod">
          <ac:chgData name="kitn.lzh →" userId="aae51206e0f3c209" providerId="LiveId" clId="{2B599A23-E6BC-4D57-BA0D-73F904748290}" dt="2026-03-10T19:41:41.063" v="142" actId="1076"/>
          <ac:graphicFrameMkLst>
            <pc:docMk/>
            <pc:sldMk cId="1933976373" sldId="280"/>
            <ac:graphicFrameMk id="3" creationId="{CBBEB314-2114-359A-2D8E-EBE8B5BE332B}"/>
          </ac:graphicFrameMkLst>
        </pc:graphicFrameChg>
        <pc:graphicFrameChg chg="add mod">
          <ac:chgData name="kitn.lzh →" userId="aae51206e0f3c209" providerId="LiveId" clId="{2B599A23-E6BC-4D57-BA0D-73F904748290}" dt="2026-03-10T19:42:10.033" v="145" actId="1076"/>
          <ac:graphicFrameMkLst>
            <pc:docMk/>
            <pc:sldMk cId="1933976373" sldId="280"/>
            <ac:graphicFrameMk id="4" creationId="{B842DD49-A3BD-063B-C470-E1973D65E6B7}"/>
          </ac:graphicFrameMkLst>
        </pc:graphicFrameChg>
        <pc:graphicFrameChg chg="add mod">
          <ac:chgData name="kitn.lzh →" userId="aae51206e0f3c209" providerId="LiveId" clId="{2B599A23-E6BC-4D57-BA0D-73F904748290}" dt="2026-03-10T19:42:41.783" v="150" actId="1076"/>
          <ac:graphicFrameMkLst>
            <pc:docMk/>
            <pc:sldMk cId="1933976373" sldId="280"/>
            <ac:graphicFrameMk id="5" creationId="{2EBBDFA1-CCBF-BCA2-4631-965AE6ED067C}"/>
          </ac:graphicFrameMkLst>
        </pc:graphicFrameChg>
        <pc:graphicFrameChg chg="add mod">
          <ac:chgData name="kitn.lzh →" userId="aae51206e0f3c209" providerId="LiveId" clId="{2B599A23-E6BC-4D57-BA0D-73F904748290}" dt="2026-03-10T19:43:02.831" v="153" actId="1076"/>
          <ac:graphicFrameMkLst>
            <pc:docMk/>
            <pc:sldMk cId="1933976373" sldId="280"/>
            <ac:graphicFrameMk id="6" creationId="{C6BB0CDF-43C3-512D-E238-F34B787E4A51}"/>
          </ac:graphicFrameMkLst>
        </pc:graphicFrameChg>
      </pc:sldChg>
      <pc:sldChg chg="addSp delSp modSp mod">
        <pc:chgData name="kitn.lzh →" userId="aae51206e0f3c209" providerId="LiveId" clId="{2B599A23-E6BC-4D57-BA0D-73F904748290}" dt="2026-03-10T19:44:06.240" v="165" actId="1076"/>
        <pc:sldMkLst>
          <pc:docMk/>
          <pc:sldMk cId="1980351356" sldId="281"/>
        </pc:sldMkLst>
        <pc:graphicFrameChg chg="add mod">
          <ac:chgData name="kitn.lzh →" userId="aae51206e0f3c209" providerId="LiveId" clId="{2B599A23-E6BC-4D57-BA0D-73F904748290}" dt="2026-03-10T19:43:22.972" v="156" actId="1076"/>
          <ac:graphicFrameMkLst>
            <pc:docMk/>
            <pc:sldMk cId="1980351356" sldId="281"/>
            <ac:graphicFrameMk id="2" creationId="{4D4EB87F-B59D-3918-7C1C-D4D81A62F1D2}"/>
          </ac:graphicFrameMkLst>
        </pc:graphicFrameChg>
        <pc:graphicFrameChg chg="add mod">
          <ac:chgData name="kitn.lzh →" userId="aae51206e0f3c209" providerId="LiveId" clId="{2B599A23-E6BC-4D57-BA0D-73F904748290}" dt="2026-03-10T19:43:38.833" v="159" actId="1076"/>
          <ac:graphicFrameMkLst>
            <pc:docMk/>
            <pc:sldMk cId="1980351356" sldId="281"/>
            <ac:graphicFrameMk id="3" creationId="{9BFEC684-2D4A-5B87-4D59-7B413F1626CB}"/>
          </ac:graphicFrameMkLst>
        </pc:graphicFrameChg>
        <pc:graphicFrameChg chg="add mod">
          <ac:chgData name="kitn.lzh →" userId="aae51206e0f3c209" providerId="LiveId" clId="{2B599A23-E6BC-4D57-BA0D-73F904748290}" dt="2026-03-10T19:43:52.373" v="162" actId="1076"/>
          <ac:graphicFrameMkLst>
            <pc:docMk/>
            <pc:sldMk cId="1980351356" sldId="281"/>
            <ac:graphicFrameMk id="4" creationId="{69AE14A1-10B7-72C3-C083-739683D4A92F}"/>
          </ac:graphicFrameMkLst>
        </pc:graphicFrameChg>
        <pc:graphicFrameChg chg="add mod">
          <ac:chgData name="kitn.lzh →" userId="aae51206e0f3c209" providerId="LiveId" clId="{2B599A23-E6BC-4D57-BA0D-73F904748290}" dt="2026-03-10T19:44:06.240" v="165" actId="1076"/>
          <ac:graphicFrameMkLst>
            <pc:docMk/>
            <pc:sldMk cId="1980351356" sldId="281"/>
            <ac:graphicFrameMk id="5" creationId="{46841392-5581-8BB3-D576-B4F44FC72DBC}"/>
          </ac:graphicFrameMkLst>
        </pc:graphicFrameChg>
      </pc:sldChg>
      <pc:sldChg chg="addSp delSp modSp mod">
        <pc:chgData name="kitn.lzh →" userId="aae51206e0f3c209" providerId="LiveId" clId="{2B599A23-E6BC-4D57-BA0D-73F904748290}" dt="2026-03-10T19:44:20.252" v="168" actId="1076"/>
        <pc:sldMkLst>
          <pc:docMk/>
          <pc:sldMk cId="3420712159" sldId="282"/>
        </pc:sldMkLst>
        <pc:graphicFrameChg chg="add mod">
          <ac:chgData name="kitn.lzh →" userId="aae51206e0f3c209" providerId="LiveId" clId="{2B599A23-E6BC-4D57-BA0D-73F904748290}" dt="2026-03-10T19:44:20.252" v="168" actId="1076"/>
          <ac:graphicFrameMkLst>
            <pc:docMk/>
            <pc:sldMk cId="3420712159" sldId="282"/>
            <ac:graphicFrameMk id="2" creationId="{5831A65B-472C-1D97-C289-C70AA8E3B094}"/>
          </ac:graphicFrameMkLst>
        </pc:graphicFrameChg>
      </pc:sldChg>
      <pc:sldChg chg="addSp delSp modSp mod">
        <pc:chgData name="kitn.lzh →" userId="aae51206e0f3c209" providerId="LiveId" clId="{2B599A23-E6BC-4D57-BA0D-73F904748290}" dt="2026-03-10T19:22:52.149" v="91" actId="1076"/>
        <pc:sldMkLst>
          <pc:docMk/>
          <pc:sldMk cId="2198906046" sldId="283"/>
        </pc:sldMkLst>
        <pc:graphicFrameChg chg="add mod">
          <ac:chgData name="kitn.lzh →" userId="aae51206e0f3c209" providerId="LiveId" clId="{2B599A23-E6BC-4D57-BA0D-73F904748290}" dt="2026-03-10T19:22:45.337" v="88" actId="1076"/>
          <ac:graphicFrameMkLst>
            <pc:docMk/>
            <pc:sldMk cId="2198906046" sldId="283"/>
            <ac:graphicFrameMk id="2" creationId="{00000000-0008-0000-0700-000006000000}"/>
          </ac:graphicFrameMkLst>
        </pc:graphicFrameChg>
        <pc:graphicFrameChg chg="add mod">
          <ac:chgData name="kitn.lzh →" userId="aae51206e0f3c209" providerId="LiveId" clId="{2B599A23-E6BC-4D57-BA0D-73F904748290}" dt="2026-03-10T19:22:47.428" v="89" actId="1076"/>
          <ac:graphicFrameMkLst>
            <pc:docMk/>
            <pc:sldMk cId="2198906046" sldId="283"/>
            <ac:graphicFrameMk id="3" creationId="{00000000-0008-0000-0700-000007000000}"/>
          </ac:graphicFrameMkLst>
        </pc:graphicFrameChg>
        <pc:graphicFrameChg chg="add mod">
          <ac:chgData name="kitn.lzh →" userId="aae51206e0f3c209" providerId="LiveId" clId="{2B599A23-E6BC-4D57-BA0D-73F904748290}" dt="2026-03-10T19:22:49.335" v="90" actId="1076"/>
          <ac:graphicFrameMkLst>
            <pc:docMk/>
            <pc:sldMk cId="2198906046" sldId="283"/>
            <ac:graphicFrameMk id="4" creationId="{00000000-0008-0000-0700-000008000000}"/>
          </ac:graphicFrameMkLst>
        </pc:graphicFrameChg>
        <pc:graphicFrameChg chg="add mod">
          <ac:chgData name="kitn.lzh →" userId="aae51206e0f3c209" providerId="LiveId" clId="{2B599A23-E6BC-4D57-BA0D-73F904748290}" dt="2026-03-10T19:22:52.149" v="91" actId="1076"/>
          <ac:graphicFrameMkLst>
            <pc:docMk/>
            <pc:sldMk cId="2198906046" sldId="283"/>
            <ac:graphicFrameMk id="5" creationId="{00000000-0008-0000-0700-000009000000}"/>
          </ac:graphicFrameMkLst>
        </pc:graphicFrameChg>
      </pc:sldChg>
      <pc:sldChg chg="addSp delSp modSp mod">
        <pc:chgData name="kitn.lzh →" userId="aae51206e0f3c209" providerId="LiveId" clId="{2B599A23-E6BC-4D57-BA0D-73F904748290}" dt="2026-03-10T19:23:21.337" v="100" actId="1076"/>
        <pc:sldMkLst>
          <pc:docMk/>
          <pc:sldMk cId="3799246400" sldId="284"/>
        </pc:sldMkLst>
        <pc:graphicFrameChg chg="add mod">
          <ac:chgData name="kitn.lzh →" userId="aae51206e0f3c209" providerId="LiveId" clId="{2B599A23-E6BC-4D57-BA0D-73F904748290}" dt="2026-03-10T19:23:15.734" v="97" actId="1076"/>
          <ac:graphicFrameMkLst>
            <pc:docMk/>
            <pc:sldMk cId="3799246400" sldId="284"/>
            <ac:graphicFrameMk id="2" creationId="{00000000-0008-0000-0700-00000A000000}"/>
          </ac:graphicFrameMkLst>
        </pc:graphicFrameChg>
        <pc:graphicFrameChg chg="add mod">
          <ac:chgData name="kitn.lzh →" userId="aae51206e0f3c209" providerId="LiveId" clId="{2B599A23-E6BC-4D57-BA0D-73F904748290}" dt="2026-03-10T19:23:17.889" v="98" actId="1076"/>
          <ac:graphicFrameMkLst>
            <pc:docMk/>
            <pc:sldMk cId="3799246400" sldId="284"/>
            <ac:graphicFrameMk id="3" creationId="{00000000-0008-0000-0700-00000B000000}"/>
          </ac:graphicFrameMkLst>
        </pc:graphicFrameChg>
        <pc:graphicFrameChg chg="add mod">
          <ac:chgData name="kitn.lzh →" userId="aae51206e0f3c209" providerId="LiveId" clId="{2B599A23-E6BC-4D57-BA0D-73F904748290}" dt="2026-03-10T19:23:19.650" v="99" actId="1076"/>
          <ac:graphicFrameMkLst>
            <pc:docMk/>
            <pc:sldMk cId="3799246400" sldId="284"/>
            <ac:graphicFrameMk id="4" creationId="{00000000-0008-0000-0700-00000C000000}"/>
          </ac:graphicFrameMkLst>
        </pc:graphicFrameChg>
        <pc:graphicFrameChg chg="add mod">
          <ac:chgData name="kitn.lzh →" userId="aae51206e0f3c209" providerId="LiveId" clId="{2B599A23-E6BC-4D57-BA0D-73F904748290}" dt="2026-03-10T19:23:21.337" v="100" actId="1076"/>
          <ac:graphicFrameMkLst>
            <pc:docMk/>
            <pc:sldMk cId="3799246400" sldId="284"/>
            <ac:graphicFrameMk id="5" creationId="{00000000-0008-0000-0700-00000D000000}"/>
          </ac:graphicFrameMkLst>
        </pc:graphicFrameChg>
      </pc:sldChg>
      <pc:sldChg chg="addSp delSp modSp mod">
        <pc:chgData name="kitn.lzh →" userId="aae51206e0f3c209" providerId="LiveId" clId="{2B599A23-E6BC-4D57-BA0D-73F904748290}" dt="2026-03-10T19:23:30.895" v="103" actId="1076"/>
        <pc:sldMkLst>
          <pc:docMk/>
          <pc:sldMk cId="3867632739" sldId="285"/>
        </pc:sldMkLst>
        <pc:graphicFrameChg chg="add mod">
          <ac:chgData name="kitn.lzh →" userId="aae51206e0f3c209" providerId="LiveId" clId="{2B599A23-E6BC-4D57-BA0D-73F904748290}" dt="2026-03-10T19:23:30.895" v="103" actId="1076"/>
          <ac:graphicFrameMkLst>
            <pc:docMk/>
            <pc:sldMk cId="3867632739" sldId="285"/>
            <ac:graphicFrameMk id="2" creationId="{00000000-0008-0000-0700-00000E000000}"/>
          </ac:graphicFrameMkLst>
        </pc:graphicFrameChg>
      </pc:sldChg>
      <pc:sldChg chg="del">
        <pc:chgData name="kitn.lzh →" userId="aae51206e0f3c209" providerId="LiveId" clId="{2B599A23-E6BC-4D57-BA0D-73F904748290}" dt="2026-03-10T19:25:06.205" v="106" actId="2696"/>
        <pc:sldMkLst>
          <pc:docMk/>
          <pc:sldMk cId="896414502" sldId="290"/>
        </pc:sldMkLst>
      </pc:sldChg>
      <pc:sldChg chg="del">
        <pc:chgData name="kitn.lzh →" userId="aae51206e0f3c209" providerId="LiveId" clId="{2B599A23-E6BC-4D57-BA0D-73F904748290}" dt="2026-03-10T19:25:06.205" v="106" actId="2696"/>
        <pc:sldMkLst>
          <pc:docMk/>
          <pc:sldMk cId="1318135951" sldId="291"/>
        </pc:sldMkLst>
      </pc:sldChg>
      <pc:sldChg chg="del">
        <pc:chgData name="kitn.lzh →" userId="aae51206e0f3c209" providerId="LiveId" clId="{2B599A23-E6BC-4D57-BA0D-73F904748290}" dt="2026-03-10T19:25:06.205" v="106" actId="2696"/>
        <pc:sldMkLst>
          <pc:docMk/>
          <pc:sldMk cId="4057489067" sldId="292"/>
        </pc:sldMkLst>
      </pc:sldChg>
      <pc:sldChg chg="del">
        <pc:chgData name="kitn.lzh →" userId="aae51206e0f3c209" providerId="LiveId" clId="{2B599A23-E6BC-4D57-BA0D-73F904748290}" dt="2026-03-10T19:25:06.205" v="106" actId="2696"/>
        <pc:sldMkLst>
          <pc:docMk/>
          <pc:sldMk cId="2735398883" sldId="293"/>
        </pc:sldMkLst>
      </pc:sldChg>
      <pc:sldChg chg="del">
        <pc:chgData name="kitn.lzh →" userId="aae51206e0f3c209" providerId="LiveId" clId="{2B599A23-E6BC-4D57-BA0D-73F904748290}" dt="2026-03-10T19:25:15.697" v="107" actId="2696"/>
        <pc:sldMkLst>
          <pc:docMk/>
          <pc:sldMk cId="722769891" sldId="294"/>
        </pc:sldMkLst>
      </pc:sldChg>
      <pc:sldChg chg="del">
        <pc:chgData name="kitn.lzh →" userId="aae51206e0f3c209" providerId="LiveId" clId="{2B599A23-E6BC-4D57-BA0D-73F904748290}" dt="2026-03-10T19:25:15.697" v="107" actId="2696"/>
        <pc:sldMkLst>
          <pc:docMk/>
          <pc:sldMk cId="783845459" sldId="295"/>
        </pc:sldMkLst>
      </pc:sldChg>
      <pc:sldChg chg="del">
        <pc:chgData name="kitn.lzh →" userId="aae51206e0f3c209" providerId="LiveId" clId="{2B599A23-E6BC-4D57-BA0D-73F904748290}" dt="2026-03-10T19:25:15.697" v="107" actId="2696"/>
        <pc:sldMkLst>
          <pc:docMk/>
          <pc:sldMk cId="1797495288" sldId="296"/>
        </pc:sldMkLst>
      </pc:sldChg>
      <pc:sldChg chg="add del">
        <pc:chgData name="kitn.lzh →" userId="aae51206e0f3c209" providerId="LiveId" clId="{2B599A23-E6BC-4D57-BA0D-73F904748290}" dt="2026-03-10T19:24:52.319" v="105" actId="2890"/>
        <pc:sldMkLst>
          <pc:docMk/>
          <pc:sldMk cId="845950844" sldId="306"/>
        </pc:sldMkLst>
      </pc:sldChg>
      <pc:sldChg chg="addSp delSp modSp new mod">
        <pc:chgData name="kitn.lzh →" userId="aae51206e0f3c209" providerId="LiveId" clId="{2B599A23-E6BC-4D57-BA0D-73F904748290}" dt="2026-03-10T19:45:33.652" v="181" actId="1076"/>
        <pc:sldMkLst>
          <pc:docMk/>
          <pc:sldMk cId="2983057255" sldId="306"/>
        </pc:sldMkLst>
        <pc:spChg chg="add mod">
          <ac:chgData name="kitn.lzh →" userId="aae51206e0f3c209" providerId="LiveId" clId="{2B599A23-E6BC-4D57-BA0D-73F904748290}" dt="2026-03-10T19:25:54.277" v="111" actId="1076"/>
          <ac:spMkLst>
            <pc:docMk/>
            <pc:sldMk cId="2983057255" sldId="306"/>
            <ac:spMk id="3" creationId="{B300EE47-29B2-05D7-A3CA-CD664855E224}"/>
          </ac:spMkLst>
        </pc:spChg>
        <pc:graphicFrameChg chg="add del mod">
          <ac:chgData name="kitn.lzh →" userId="aae51206e0f3c209" providerId="LiveId" clId="{2B599A23-E6BC-4D57-BA0D-73F904748290}" dt="2026-03-10T19:45:01.649" v="171" actId="478"/>
          <ac:graphicFrameMkLst>
            <pc:docMk/>
            <pc:sldMk cId="2983057255" sldId="306"/>
            <ac:graphicFrameMk id="4" creationId="{00000000-0008-0000-0800-000002000000}"/>
          </ac:graphicFrameMkLst>
        </pc:graphicFrameChg>
        <pc:graphicFrameChg chg="add del mod">
          <ac:chgData name="kitn.lzh →" userId="aae51206e0f3c209" providerId="LiveId" clId="{2B599A23-E6BC-4D57-BA0D-73F904748290}" dt="2026-03-10T19:45:01.649" v="171" actId="478"/>
          <ac:graphicFrameMkLst>
            <pc:docMk/>
            <pc:sldMk cId="2983057255" sldId="306"/>
            <ac:graphicFrameMk id="5" creationId="{00000000-0008-0000-0800-000003000000}"/>
          </ac:graphicFrameMkLst>
        </pc:graphicFrameChg>
        <pc:graphicFrameChg chg="add del mod">
          <ac:chgData name="kitn.lzh →" userId="aae51206e0f3c209" providerId="LiveId" clId="{2B599A23-E6BC-4D57-BA0D-73F904748290}" dt="2026-03-10T19:44:58.151" v="170" actId="478"/>
          <ac:graphicFrameMkLst>
            <pc:docMk/>
            <pc:sldMk cId="2983057255" sldId="306"/>
            <ac:graphicFrameMk id="6" creationId="{00000000-0008-0000-0800-000004000000}"/>
          </ac:graphicFrameMkLst>
        </pc:graphicFrameChg>
        <pc:graphicFrameChg chg="add del mod">
          <ac:chgData name="kitn.lzh →" userId="aae51206e0f3c209" providerId="LiveId" clId="{2B599A23-E6BC-4D57-BA0D-73F904748290}" dt="2026-03-10T19:45:01.649" v="171" actId="478"/>
          <ac:graphicFrameMkLst>
            <pc:docMk/>
            <pc:sldMk cId="2983057255" sldId="306"/>
            <ac:graphicFrameMk id="7" creationId="{00000000-0008-0000-0800-000005000000}"/>
          </ac:graphicFrameMkLst>
        </pc:graphicFrameChg>
        <pc:graphicFrameChg chg="add del mod">
          <ac:chgData name="kitn.lzh →" userId="aae51206e0f3c209" providerId="LiveId" clId="{2B599A23-E6BC-4D57-BA0D-73F904748290}" dt="2026-03-10T19:44:58.151" v="170" actId="478"/>
          <ac:graphicFrameMkLst>
            <pc:docMk/>
            <pc:sldMk cId="2983057255" sldId="306"/>
            <ac:graphicFrameMk id="8" creationId="{33C15AD2-C15A-84EB-023F-0BC0E77C4BA5}"/>
          </ac:graphicFrameMkLst>
        </pc:graphicFrameChg>
        <pc:graphicFrameChg chg="add del mod">
          <ac:chgData name="kitn.lzh →" userId="aae51206e0f3c209" providerId="LiveId" clId="{2B599A23-E6BC-4D57-BA0D-73F904748290}" dt="2026-03-10T19:44:58.151" v="170" actId="478"/>
          <ac:graphicFrameMkLst>
            <pc:docMk/>
            <pc:sldMk cId="2983057255" sldId="306"/>
            <ac:graphicFrameMk id="9" creationId="{A543F9D8-0F02-042E-3AE2-7321818510C2}"/>
          </ac:graphicFrameMkLst>
        </pc:graphicFrameChg>
        <pc:graphicFrameChg chg="add del mod">
          <ac:chgData name="kitn.lzh →" userId="aae51206e0f3c209" providerId="LiveId" clId="{2B599A23-E6BC-4D57-BA0D-73F904748290}" dt="2026-03-10T19:44:58.151" v="170" actId="478"/>
          <ac:graphicFrameMkLst>
            <pc:docMk/>
            <pc:sldMk cId="2983057255" sldId="306"/>
            <ac:graphicFrameMk id="10" creationId="{66C5ED62-CFD4-51D7-43D9-BF404AE68CD6}"/>
          </ac:graphicFrameMkLst>
        </pc:graphicFrameChg>
        <pc:graphicFrameChg chg="add mod">
          <ac:chgData name="kitn.lzh →" userId="aae51206e0f3c209" providerId="LiveId" clId="{2B599A23-E6BC-4D57-BA0D-73F904748290}" dt="2026-03-10T19:45:23.657" v="178" actId="1076"/>
          <ac:graphicFrameMkLst>
            <pc:docMk/>
            <pc:sldMk cId="2983057255" sldId="306"/>
            <ac:graphicFrameMk id="11" creationId="{00000000-0008-0000-0800-000002000000}"/>
          </ac:graphicFrameMkLst>
        </pc:graphicFrameChg>
        <pc:graphicFrameChg chg="add mod">
          <ac:chgData name="kitn.lzh →" userId="aae51206e0f3c209" providerId="LiveId" clId="{2B599A23-E6BC-4D57-BA0D-73F904748290}" dt="2026-03-10T19:45:28.036" v="179" actId="1076"/>
          <ac:graphicFrameMkLst>
            <pc:docMk/>
            <pc:sldMk cId="2983057255" sldId="306"/>
            <ac:graphicFrameMk id="12" creationId="{00000000-0008-0000-0800-000003000000}"/>
          </ac:graphicFrameMkLst>
        </pc:graphicFrameChg>
        <pc:graphicFrameChg chg="add mod">
          <ac:chgData name="kitn.lzh →" userId="aae51206e0f3c209" providerId="LiveId" clId="{2B599A23-E6BC-4D57-BA0D-73F904748290}" dt="2026-03-10T19:45:30.518" v="180" actId="1076"/>
          <ac:graphicFrameMkLst>
            <pc:docMk/>
            <pc:sldMk cId="2983057255" sldId="306"/>
            <ac:graphicFrameMk id="13" creationId="{00000000-0008-0000-0800-000004000000}"/>
          </ac:graphicFrameMkLst>
        </pc:graphicFrameChg>
        <pc:graphicFrameChg chg="add mod">
          <ac:chgData name="kitn.lzh →" userId="aae51206e0f3c209" providerId="LiveId" clId="{2B599A23-E6BC-4D57-BA0D-73F904748290}" dt="2026-03-10T19:45:33.652" v="181" actId="1076"/>
          <ac:graphicFrameMkLst>
            <pc:docMk/>
            <pc:sldMk cId="2983057255" sldId="306"/>
            <ac:graphicFrameMk id="14" creationId="{00000000-0008-0000-0800-000005000000}"/>
          </ac:graphicFrameMkLst>
        </pc:graphicFrameChg>
      </pc:sldChg>
      <pc:sldChg chg="add del replId">
        <pc:chgData name="kitn.lzh →" userId="aae51206e0f3c209" providerId="LiveId" clId="{2B599A23-E6BC-4D57-BA0D-73F904748290}" dt="2026-03-10T19:24:52.319" v="105" actId="2890"/>
        <pc:sldMkLst>
          <pc:docMk/>
          <pc:sldMk cId="989091527" sldId="307"/>
        </pc:sldMkLst>
      </pc:sldChg>
      <pc:sldChg chg="addSp modSp new mod">
        <pc:chgData name="kitn.lzh →" userId="aae51206e0f3c209" providerId="LiveId" clId="{2B599A23-E6BC-4D57-BA0D-73F904748290}" dt="2026-03-10T19:46:41.344" v="212" actId="1076"/>
        <pc:sldMkLst>
          <pc:docMk/>
          <pc:sldMk cId="3663623909" sldId="307"/>
        </pc:sldMkLst>
        <pc:graphicFrameChg chg="add mod">
          <ac:chgData name="kitn.lzh →" userId="aae51206e0f3c209" providerId="LiveId" clId="{2B599A23-E6BC-4D57-BA0D-73F904748290}" dt="2026-03-10T19:46:34.495" v="209" actId="1076"/>
          <ac:graphicFrameMkLst>
            <pc:docMk/>
            <pc:sldMk cId="3663623909" sldId="307"/>
            <ac:graphicFrameMk id="2" creationId="{00000000-0008-0000-0800-00000A000000}"/>
          </ac:graphicFrameMkLst>
        </pc:graphicFrameChg>
        <pc:graphicFrameChg chg="add mod">
          <ac:chgData name="kitn.lzh →" userId="aae51206e0f3c209" providerId="LiveId" clId="{2B599A23-E6BC-4D57-BA0D-73F904748290}" dt="2026-03-10T19:46:37.135" v="210" actId="1076"/>
          <ac:graphicFrameMkLst>
            <pc:docMk/>
            <pc:sldMk cId="3663623909" sldId="307"/>
            <ac:graphicFrameMk id="3" creationId="{00000000-0008-0000-0800-00000B000000}"/>
          </ac:graphicFrameMkLst>
        </pc:graphicFrameChg>
        <pc:graphicFrameChg chg="add mod">
          <ac:chgData name="kitn.lzh →" userId="aae51206e0f3c209" providerId="LiveId" clId="{2B599A23-E6BC-4D57-BA0D-73F904748290}" dt="2026-03-10T19:46:39.447" v="211" actId="1076"/>
          <ac:graphicFrameMkLst>
            <pc:docMk/>
            <pc:sldMk cId="3663623909" sldId="307"/>
            <ac:graphicFrameMk id="4" creationId="{00000000-0008-0000-0800-00000C000000}"/>
          </ac:graphicFrameMkLst>
        </pc:graphicFrameChg>
        <pc:graphicFrameChg chg="add mod">
          <ac:chgData name="kitn.lzh →" userId="aae51206e0f3c209" providerId="LiveId" clId="{2B599A23-E6BC-4D57-BA0D-73F904748290}" dt="2026-03-10T19:46:41.344" v="212" actId="1076"/>
          <ac:graphicFrameMkLst>
            <pc:docMk/>
            <pc:sldMk cId="3663623909" sldId="307"/>
            <ac:graphicFrameMk id="5" creationId="{00000000-0008-0000-0800-00000D000000}"/>
          </ac:graphicFrameMkLst>
        </pc:graphicFrameChg>
      </pc:sldChg>
      <pc:sldChg chg="addSp modSp new mod">
        <pc:chgData name="kitn.lzh →" userId="aae51206e0f3c209" providerId="LiveId" clId="{2B599A23-E6BC-4D57-BA0D-73F904748290}" dt="2026-03-10T19:46:48.330" v="215" actId="1076"/>
        <pc:sldMkLst>
          <pc:docMk/>
          <pc:sldMk cId="746628868" sldId="308"/>
        </pc:sldMkLst>
        <pc:graphicFrameChg chg="add mod">
          <ac:chgData name="kitn.lzh →" userId="aae51206e0f3c209" providerId="LiveId" clId="{2B599A23-E6BC-4D57-BA0D-73F904748290}" dt="2026-03-10T19:46:48.330" v="215" actId="1076"/>
          <ac:graphicFrameMkLst>
            <pc:docMk/>
            <pc:sldMk cId="746628868" sldId="308"/>
            <ac:graphicFrameMk id="2" creationId="{00000000-0008-0000-0800-00000E000000}"/>
          </ac:graphicFrameMkLst>
        </pc:graphicFrameChg>
      </pc:sldChg>
      <pc:sldChg chg="add del replId">
        <pc:chgData name="kitn.lzh →" userId="aae51206e0f3c209" providerId="LiveId" clId="{2B599A23-E6BC-4D57-BA0D-73F904748290}" dt="2026-03-10T19:24:52.319" v="105" actId="2890"/>
        <pc:sldMkLst>
          <pc:docMk/>
          <pc:sldMk cId="2268648104" sldId="308"/>
        </pc:sldMkLst>
      </pc:sldChg>
      <pc:sldChg chg="add del replId">
        <pc:chgData name="kitn.lzh →" userId="aae51206e0f3c209" providerId="LiveId" clId="{2B599A23-E6BC-4D57-BA0D-73F904748290}" dt="2026-03-10T19:24:52.319" v="105" actId="2890"/>
        <pc:sldMkLst>
          <pc:docMk/>
          <pc:sldMk cId="384320268" sldId="309"/>
        </pc:sldMkLst>
      </pc:sldChg>
      <pc:sldChg chg="addSp modSp new mod ord">
        <pc:chgData name="kitn.lzh →" userId="aae51206e0f3c209" providerId="LiveId" clId="{2B599A23-E6BC-4D57-BA0D-73F904748290}" dt="2026-03-10T19:46:13.827" v="203"/>
        <pc:sldMkLst>
          <pc:docMk/>
          <pc:sldMk cId="1652672094" sldId="309"/>
        </pc:sldMkLst>
        <pc:graphicFrameChg chg="add mod">
          <ac:chgData name="kitn.lzh →" userId="aae51206e0f3c209" providerId="LiveId" clId="{2B599A23-E6BC-4D57-BA0D-73F904748290}" dt="2026-03-10T19:45:54.916" v="195" actId="1076"/>
          <ac:graphicFrameMkLst>
            <pc:docMk/>
            <pc:sldMk cId="1652672094" sldId="309"/>
            <ac:graphicFrameMk id="2" creationId="{00000000-0008-0000-0800-000006000000}"/>
          </ac:graphicFrameMkLst>
        </pc:graphicFrameChg>
        <pc:graphicFrameChg chg="add mod">
          <ac:chgData name="kitn.lzh →" userId="aae51206e0f3c209" providerId="LiveId" clId="{2B599A23-E6BC-4D57-BA0D-73F904748290}" dt="2026-03-10T19:45:57.159" v="196" actId="1076"/>
          <ac:graphicFrameMkLst>
            <pc:docMk/>
            <pc:sldMk cId="1652672094" sldId="309"/>
            <ac:graphicFrameMk id="3" creationId="{00000000-0008-0000-0800-000007000000}"/>
          </ac:graphicFrameMkLst>
        </pc:graphicFrameChg>
        <pc:graphicFrameChg chg="add mod">
          <ac:chgData name="kitn.lzh →" userId="aae51206e0f3c209" providerId="LiveId" clId="{2B599A23-E6BC-4D57-BA0D-73F904748290}" dt="2026-03-10T19:46:04.868" v="201" actId="1076"/>
          <ac:graphicFrameMkLst>
            <pc:docMk/>
            <pc:sldMk cId="1652672094" sldId="309"/>
            <ac:graphicFrameMk id="4" creationId="{00000000-0008-0000-0800-000008000000}"/>
          </ac:graphicFrameMkLst>
        </pc:graphicFrameChg>
        <pc:graphicFrameChg chg="add mod">
          <ac:chgData name="kitn.lzh →" userId="aae51206e0f3c209" providerId="LiveId" clId="{2B599A23-E6BC-4D57-BA0D-73F904748290}" dt="2026-03-10T19:46:03.201" v="200" actId="1076"/>
          <ac:graphicFrameMkLst>
            <pc:docMk/>
            <pc:sldMk cId="1652672094" sldId="309"/>
            <ac:graphicFrameMk id="5" creationId="{00000000-0008-0000-0800-000009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data5_after_20260306_163038/data5_2profiles_extracted_metric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data5_after_20260306_163038/data5_2profiles_extracted_metric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https://d.docs.live.net/aae51206e0f3c209/&#30740;&#31350;/result/2d_piecewise_batch_2_data5_after_20260306_163038/data5_2profiles_extracted_metrics_spot_case_charts.xlsx" TargetMode="External"/><Relationship Id="rId1" Type="http://schemas.openxmlformats.org/officeDocument/2006/relationships/themeOverride" Target="../theme/themeOverride1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oleObject" Target="https://d.docs.live.net/aae51206e0f3c209/&#30740;&#31350;/result/2d_piecewise_batch_2_data5_after_20260306_163038/data5_2profiles_extracted_metrics_spot_case_charts.xlsx" TargetMode="External"/><Relationship Id="rId1" Type="http://schemas.openxmlformats.org/officeDocument/2006/relationships/themeOverride" Target="../theme/themeOverride2.xm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https://d.docs.live.net/aae51206e0f3c209/&#30740;&#31350;/result/2d_piecewise_batch_2_data5_after_20260306_163038/data5_2profiles_extracted_metrics_spot_case_charts.xlsx" TargetMode="External"/><Relationship Id="rId1" Type="http://schemas.openxmlformats.org/officeDocument/2006/relationships/themeOverride" Target="../theme/themeOverride3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oleObject" Target="https://d.docs.live.net/aae51206e0f3c209/&#30740;&#31350;/result/2d_piecewise_batch_2_data5_after_20260306_163038/data5_2profiles_extracted_metrics_spot_case_charts.xlsx" TargetMode="External"/><Relationship Id="rId1" Type="http://schemas.openxmlformats.org/officeDocument/2006/relationships/themeOverride" Target="../theme/themeOverride4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oleObject" Target="https://d.docs.live.net/aae51206e0f3c209/&#30740;&#31350;/result/2d_piecewise_batch_2_data5_after_20260306_163038/data5_2profiles_extracted_metrics_spot_case_charts.xlsx" TargetMode="External"/><Relationship Id="rId1" Type="http://schemas.openxmlformats.org/officeDocument/2006/relationships/themeOverride" Target="../theme/themeOverride5.xm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oleObject" Target="https://d.docs.live.net/aae51206e0f3c209/&#30740;&#31350;/result/2d_piecewise_batch_2_data5_after_20260306_163038/data5_2profiles_extracted_metrics_spot_case_charts.xlsx" TargetMode="External"/><Relationship Id="rId1" Type="http://schemas.openxmlformats.org/officeDocument/2006/relationships/themeOverride" Target="../theme/themeOverride6.xm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oleObject" Target="https://d.docs.live.net/aae51206e0f3c209/&#30740;&#31350;/result/2d_piecewise_batch_2_data5_after_20260306_163038/data5_2profiles_extracted_metrics_spot_case_charts.xlsx" TargetMode="External"/><Relationship Id="rId1" Type="http://schemas.openxmlformats.org/officeDocument/2006/relationships/themeOverride" Target="../theme/themeOverride7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oleObject" Target="https://d.docs.live.net/aae51206e0f3c209/&#30740;&#31350;/result/2d_piecewise_batch_2_data5_after_20260306_163038/data5_2profiles_extracted_metrics_spot_case_charts.xlsx" TargetMode="External"/><Relationship Id="rId1" Type="http://schemas.openxmlformats.org/officeDocument/2006/relationships/themeOverride" Target="../theme/themeOverride8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oleObject" Target="https://d.docs.live.net/aae51206e0f3c209/&#30740;&#31350;/result/2d_piecewise_batch_2_data5_after_20260306_163038/data5_2profiles_extracted_metrics_spot_case_charts_crtx.xlsx" TargetMode="External"/><Relationship Id="rId1" Type="http://schemas.openxmlformats.org/officeDocument/2006/relationships/themeOverride" Target="../theme/themeOverride9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oleObject" Target="https://d.docs.live.net/aae51206e0f3c209/&#30740;&#31350;/result/2d_piecewise_batch_2_data5_after_20260306_163038/data5_2profiles_extracted_metrics_spot_case_charts_crtx.xlsx" TargetMode="External"/><Relationship Id="rId1" Type="http://schemas.openxmlformats.org/officeDocument/2006/relationships/themeOverride" Target="../theme/themeOverride10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oleObject" Target="https://d.docs.live.net/aae51206e0f3c209/&#30740;&#31350;/result/2d_piecewise_batch_2_data5_after_20260306_163038/data5_2profiles_extracted_metrics_spot_case_charts_crtx.xlsx" TargetMode="External"/><Relationship Id="rId1" Type="http://schemas.openxmlformats.org/officeDocument/2006/relationships/themeOverride" Target="../theme/themeOverride11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oleObject" Target="https://d.docs.live.net/aae51206e0f3c209/&#30740;&#31350;/result/2d_piecewise_batch_2_data5_after_20260306_163038/data5_2profiles_extracted_metrics_spot_case_charts_crtx.xlsx" TargetMode="External"/><Relationship Id="rId1" Type="http://schemas.openxmlformats.org/officeDocument/2006/relationships/themeOverride" Target="../theme/themeOverride12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oleObject" Target="https://d.docs.live.net/aae51206e0f3c209/&#30740;&#31350;/result/2d_piecewise_batch_2_data5_after_20260306_163038/data5_2profiles_extracted_metrics_spot_case_charts_crtx.xlsx" TargetMode="External"/><Relationship Id="rId1" Type="http://schemas.openxmlformats.org/officeDocument/2006/relationships/themeOverride" Target="../theme/themeOverride13.xml"/></Relationships>
</file>

<file path=ppt/charts/_rels/chart16.xml.rels><?xml version="1.0" encoding="UTF-8" standalone="yes"?>
<Relationships xmlns="http://schemas.openxmlformats.org/package/2006/relationships"><Relationship Id="rId2" Type="http://schemas.openxmlformats.org/officeDocument/2006/relationships/oleObject" Target="https://d.docs.live.net/aae51206e0f3c209/&#30740;&#31350;/result/2d_piecewise_batch_2_data5_after_20260306_163038/data5_2profiles_extracted_metrics_spot_case_charts_crtx.xlsx" TargetMode="External"/><Relationship Id="rId1" Type="http://schemas.openxmlformats.org/officeDocument/2006/relationships/themeOverride" Target="../theme/themeOverride14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260302/data5_merged_nodeg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data5_after_20260306_163038/data5_2profiles_extracted_metrics_spot_case_charts_crtx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data5_after_20260306_163038/data5_2profiles_extracted_metrics_spot_case_charts_crtx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data5_after_20260306_163038/data5_2profiles_extracted_metrics_spot_case_charts_crtx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data5_after_20260306_163038/data5_2profiles_extracted_metrics_spot_case_charts_crtx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20260306_161151/c01_13days_extracted_metrics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20260306_161151/c01_13days_extracted_metrics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20260306_161151/c01_13days_extracted_metrics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20260306_161151/c01_13days_extracted_metrics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20260306_161151/c01_13days_extracted_metrics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20260306_161151/c01_13days_extracted_metrics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20260306_161151/c01_13days_extracted_metrics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20260306_161151/c01_13days_extracted_metrics.xlsx" TargetMode="External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20260306_161151/c01_13days_extracted_metrics.xlsx" TargetMode="External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20260306_161151/c01_13days_extracted_metrics.xlsx" TargetMode="External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20260306_161151/c01_13days_extracted_metrics.xlsx" TargetMode="External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20260306_161151/c01_13days_extracted_metrics.xlsx" TargetMode="External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result/2d_piecewise_batch_2_20260306_161151/c01_13days_extracted_metrics.xlsx" TargetMode="External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52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53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54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55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56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57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58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59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60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61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62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63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64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65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66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67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68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69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70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71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72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73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74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75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aae51206e0f3c209/&#30740;&#31350;/result/2d_piecewise_batch_2_20260306_161151/c01_13days_extracted_metrics.xlsx" TargetMode="External"/></Relationships>
</file>

<file path=ppt/charts/_rels/chart7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e51206e0f3c209/&#30740;&#31350;/&#12456;&#12463;&#12475;&#12523;/selected_dates_price_trends_spot_1-0_2-1.xlsx" TargetMode="External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7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37.xml"/><Relationship Id="rId1" Type="http://schemas.microsoft.com/office/2011/relationships/chartStyle" Target="style37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7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6.xml"/><Relationship Id="rId2" Type="http://schemas.microsoft.com/office/2011/relationships/chartColorStyle" Target="colors38.xml"/><Relationship Id="rId1" Type="http://schemas.microsoft.com/office/2011/relationships/chartStyle" Target="style38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7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7.xml"/><Relationship Id="rId2" Type="http://schemas.microsoft.com/office/2011/relationships/chartColorStyle" Target="colors39.xml"/><Relationship Id="rId1" Type="http://schemas.microsoft.com/office/2011/relationships/chartStyle" Target="style39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8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8.xml"/><Relationship Id="rId2" Type="http://schemas.microsoft.com/office/2011/relationships/chartColorStyle" Target="colors40.xml"/><Relationship Id="rId1" Type="http://schemas.microsoft.com/office/2011/relationships/chartStyle" Target="style40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8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9.xml"/><Relationship Id="rId2" Type="http://schemas.microsoft.com/office/2011/relationships/chartColorStyle" Target="colors41.xml"/><Relationship Id="rId1" Type="http://schemas.microsoft.com/office/2011/relationships/chartStyle" Target="style41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8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0.xml"/><Relationship Id="rId2" Type="http://schemas.microsoft.com/office/2011/relationships/chartColorStyle" Target="colors42.xml"/><Relationship Id="rId1" Type="http://schemas.microsoft.com/office/2011/relationships/chartStyle" Target="style42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8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1.xml"/><Relationship Id="rId2" Type="http://schemas.microsoft.com/office/2011/relationships/chartColorStyle" Target="colors43.xml"/><Relationship Id="rId1" Type="http://schemas.microsoft.com/office/2011/relationships/chartStyle" Target="style43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8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2.xml"/><Relationship Id="rId2" Type="http://schemas.microsoft.com/office/2011/relationships/chartColorStyle" Target="colors44.xml"/><Relationship Id="rId1" Type="http://schemas.microsoft.com/office/2011/relationships/chartStyle" Target="style44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8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3.xml"/><Relationship Id="rId2" Type="http://schemas.microsoft.com/office/2011/relationships/chartColorStyle" Target="colors45.xml"/><Relationship Id="rId1" Type="http://schemas.microsoft.com/office/2011/relationships/chartStyle" Target="style45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8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4.xml"/><Relationship Id="rId2" Type="http://schemas.microsoft.com/office/2011/relationships/chartColorStyle" Target="colors46.xml"/><Relationship Id="rId1" Type="http://schemas.microsoft.com/office/2011/relationships/chartStyle" Target="style46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8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5.xml"/><Relationship Id="rId2" Type="http://schemas.microsoft.com/office/2011/relationships/chartColorStyle" Target="colors47.xml"/><Relationship Id="rId1" Type="http://schemas.microsoft.com/office/2011/relationships/chartStyle" Target="style47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8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6.xml"/><Relationship Id="rId2" Type="http://schemas.microsoft.com/office/2011/relationships/chartColorStyle" Target="colors48.xml"/><Relationship Id="rId1" Type="http://schemas.microsoft.com/office/2011/relationships/chartStyle" Target="style48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8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7.xml"/><Relationship Id="rId2" Type="http://schemas.microsoft.com/office/2011/relationships/chartColorStyle" Target="colors49.xml"/><Relationship Id="rId1" Type="http://schemas.microsoft.com/office/2011/relationships/chartStyle" Target="style49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9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8.xml"/><Relationship Id="rId2" Type="http://schemas.microsoft.com/office/2011/relationships/chartColorStyle" Target="colors50.xml"/><Relationship Id="rId1" Type="http://schemas.microsoft.com/office/2011/relationships/chartStyle" Target="style50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9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9.xml"/><Relationship Id="rId2" Type="http://schemas.microsoft.com/office/2011/relationships/chartColorStyle" Target="colors51.xml"/><Relationship Id="rId1" Type="http://schemas.microsoft.com/office/2011/relationships/chartStyle" Target="style51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9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0.xml"/><Relationship Id="rId2" Type="http://schemas.microsoft.com/office/2011/relationships/chartColorStyle" Target="colors52.xml"/><Relationship Id="rId1" Type="http://schemas.microsoft.com/office/2011/relationships/chartStyle" Target="style52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9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1.xml"/><Relationship Id="rId2" Type="http://schemas.microsoft.com/office/2011/relationships/chartColorStyle" Target="colors53.xml"/><Relationship Id="rId1" Type="http://schemas.microsoft.com/office/2011/relationships/chartStyle" Target="style53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9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2.xml"/><Relationship Id="rId2" Type="http://schemas.microsoft.com/office/2011/relationships/chartColorStyle" Target="colors54.xml"/><Relationship Id="rId1" Type="http://schemas.microsoft.com/office/2011/relationships/chartStyle" Target="style54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9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3.xml"/><Relationship Id="rId2" Type="http://schemas.microsoft.com/office/2011/relationships/chartColorStyle" Target="colors55.xml"/><Relationship Id="rId1" Type="http://schemas.microsoft.com/office/2011/relationships/chartStyle" Target="style55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9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4.xml"/><Relationship Id="rId2" Type="http://schemas.microsoft.com/office/2011/relationships/chartColorStyle" Target="colors56.xml"/><Relationship Id="rId1" Type="http://schemas.microsoft.com/office/2011/relationships/chartStyle" Target="style56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9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5.xml"/><Relationship Id="rId2" Type="http://schemas.microsoft.com/office/2011/relationships/chartColorStyle" Target="colors57.xml"/><Relationship Id="rId1" Type="http://schemas.microsoft.com/office/2011/relationships/chartStyle" Target="style57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9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6.xml"/><Relationship Id="rId2" Type="http://schemas.microsoft.com/office/2011/relationships/chartColorStyle" Target="colors58.xml"/><Relationship Id="rId1" Type="http://schemas.microsoft.com/office/2011/relationships/chartStyle" Target="style58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9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7.xml"/><Relationship Id="rId2" Type="http://schemas.microsoft.com/office/2011/relationships/chartColorStyle" Target="colors59.xml"/><Relationship Id="rId1" Type="http://schemas.microsoft.com/office/2011/relationships/chartStyle" Target="style59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8.xml"/><Relationship Id="rId2" Type="http://schemas.microsoft.com/office/2011/relationships/chartColorStyle" Target="colors60.xml"/><Relationship Id="rId1" Type="http://schemas.microsoft.com/office/2011/relationships/chartStyle" Target="style60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9.xml"/><Relationship Id="rId2" Type="http://schemas.microsoft.com/office/2011/relationships/chartColorStyle" Target="colors61.xml"/><Relationship Id="rId1" Type="http://schemas.microsoft.com/office/2011/relationships/chartStyle" Target="style61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0.xml"/><Relationship Id="rId2" Type="http://schemas.microsoft.com/office/2011/relationships/chartColorStyle" Target="colors62.xml"/><Relationship Id="rId1" Type="http://schemas.microsoft.com/office/2011/relationships/chartStyle" Target="style62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1.xml"/><Relationship Id="rId2" Type="http://schemas.microsoft.com/office/2011/relationships/chartColorStyle" Target="colors63.xml"/><Relationship Id="rId1" Type="http://schemas.microsoft.com/office/2011/relationships/chartStyle" Target="style63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2.xml"/><Relationship Id="rId2" Type="http://schemas.microsoft.com/office/2011/relationships/chartColorStyle" Target="colors64.xml"/><Relationship Id="rId1" Type="http://schemas.microsoft.com/office/2011/relationships/chartStyle" Target="style64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3.xml"/><Relationship Id="rId2" Type="http://schemas.microsoft.com/office/2011/relationships/chartColorStyle" Target="colors65.xml"/><Relationship Id="rId1" Type="http://schemas.microsoft.com/office/2011/relationships/chartStyle" Target="style65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4.xml"/><Relationship Id="rId2" Type="http://schemas.microsoft.com/office/2011/relationships/chartColorStyle" Target="colors66.xml"/><Relationship Id="rId1" Type="http://schemas.microsoft.com/office/2011/relationships/chartStyle" Target="style66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5.xml"/><Relationship Id="rId2" Type="http://schemas.microsoft.com/office/2011/relationships/chartColorStyle" Target="colors67.xml"/><Relationship Id="rId1" Type="http://schemas.microsoft.com/office/2011/relationships/chartStyle" Target="style67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6.xml"/><Relationship Id="rId2" Type="http://schemas.microsoft.com/office/2011/relationships/chartColorStyle" Target="colors68.xml"/><Relationship Id="rId1" Type="http://schemas.microsoft.com/office/2011/relationships/chartStyle" Target="style68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0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7.xml"/><Relationship Id="rId2" Type="http://schemas.microsoft.com/office/2011/relationships/chartColorStyle" Target="colors69.xml"/><Relationship Id="rId1" Type="http://schemas.microsoft.com/office/2011/relationships/chartStyle" Target="style69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8.xml"/><Relationship Id="rId2" Type="http://schemas.microsoft.com/office/2011/relationships/chartColorStyle" Target="colors70.xml"/><Relationship Id="rId1" Type="http://schemas.microsoft.com/office/2011/relationships/chartStyle" Target="style70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9.xml"/><Relationship Id="rId2" Type="http://schemas.microsoft.com/office/2011/relationships/chartColorStyle" Target="colors71.xml"/><Relationship Id="rId1" Type="http://schemas.microsoft.com/office/2011/relationships/chartStyle" Target="style71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0.xml"/><Relationship Id="rId2" Type="http://schemas.microsoft.com/office/2011/relationships/chartColorStyle" Target="colors72.xml"/><Relationship Id="rId1" Type="http://schemas.microsoft.com/office/2011/relationships/chartStyle" Target="style72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1.xml"/><Relationship Id="rId2" Type="http://schemas.microsoft.com/office/2011/relationships/chartColorStyle" Target="colors73.xml"/><Relationship Id="rId1" Type="http://schemas.microsoft.com/office/2011/relationships/chartStyle" Target="style73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2.xml"/><Relationship Id="rId2" Type="http://schemas.microsoft.com/office/2011/relationships/chartColorStyle" Target="colors74.xml"/><Relationship Id="rId1" Type="http://schemas.microsoft.com/office/2011/relationships/chartStyle" Target="style74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_rels/chart1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3.xml"/><Relationship Id="rId2" Type="http://schemas.microsoft.com/office/2011/relationships/chartColorStyle" Target="colors75.xml"/><Relationship Id="rId1" Type="http://schemas.microsoft.com/office/2011/relationships/chartStyle" Target="style75.xml"/><Relationship Id="rId4" Type="http://schemas.openxmlformats.org/officeDocument/2006/relationships/oleObject" Target="https://d.docs.live.net/aae51206e0f3c209/&#30740;&#31350;/260302/13days_G_c01_nodeg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 dirty="0"/>
              <a:t>５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soc_transition_wide!$C$2</c:f>
              <c:strCache>
                <c:ptCount val="1"/>
                <c:pt idx="0">
                  <c:v>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soc_transition_wide!$D$2:$AZ$2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0.45721250000000002</c:v>
                </c:pt>
                <c:pt idx="14">
                  <c:v>0.41442499999999988</c:v>
                </c:pt>
                <c:pt idx="15">
                  <c:v>0.37163750000000001</c:v>
                </c:pt>
                <c:pt idx="16">
                  <c:v>0.32884999999999998</c:v>
                </c:pt>
                <c:pt idx="17">
                  <c:v>0.28606249999999978</c:v>
                </c:pt>
                <c:pt idx="18">
                  <c:v>0.2432749999999998</c:v>
                </c:pt>
                <c:pt idx="19">
                  <c:v>0.2211819742916267</c:v>
                </c:pt>
                <c:pt idx="20">
                  <c:v>0.1990889485832536</c:v>
                </c:pt>
                <c:pt idx="21">
                  <c:v>0.17699592287488039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0.11071684574976109</c:v>
                </c:pt>
                <c:pt idx="26">
                  <c:v>0.11071684574976109</c:v>
                </c:pt>
                <c:pt idx="27">
                  <c:v>0.11071684574976109</c:v>
                </c:pt>
                <c:pt idx="28">
                  <c:v>0.11071684574976109</c:v>
                </c:pt>
                <c:pt idx="29">
                  <c:v>0.11071684574976109</c:v>
                </c:pt>
                <c:pt idx="30">
                  <c:v>0.93955692096485122</c:v>
                </c:pt>
                <c:pt idx="31">
                  <c:v>0.92950216762192883</c:v>
                </c:pt>
                <c:pt idx="32">
                  <c:v>0.92950216762192883</c:v>
                </c:pt>
                <c:pt idx="33">
                  <c:v>0.91944741427900623</c:v>
                </c:pt>
                <c:pt idx="34">
                  <c:v>0.92950216762192883</c:v>
                </c:pt>
                <c:pt idx="35">
                  <c:v>0.92950216762192883</c:v>
                </c:pt>
                <c:pt idx="36">
                  <c:v>0.91944741427900623</c:v>
                </c:pt>
                <c:pt idx="37">
                  <c:v>0.64695565416463019</c:v>
                </c:pt>
                <c:pt idx="38">
                  <c:v>0.37446389405025432</c:v>
                </c:pt>
                <c:pt idx="39">
                  <c:v>0.11581064191124819</c:v>
                </c:pt>
                <c:pt idx="40">
                  <c:v>0.11123462474992769</c:v>
                </c:pt>
                <c:pt idx="41">
                  <c:v>0.10665860758860719</c:v>
                </c:pt>
                <c:pt idx="42">
                  <c:v>0.10208259042728671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0.10208259042728671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05-40D1-922D-DCE8CCC3D187}"/>
            </c:ext>
          </c:extLst>
        </c:ser>
        <c:ser>
          <c:idx val="1"/>
          <c:order val="1"/>
          <c:tx>
            <c:strRef>
              <c:f>soc_transition_wide!$C$3</c:f>
              <c:strCache>
                <c:ptCount val="1"/>
                <c:pt idx="0">
                  <c:v>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soc_transition_wide!$D$3:$AZ$3</c:f>
              <c:numCache>
                <c:formatCode>General</c:formatCode>
                <c:ptCount val="49"/>
                <c:pt idx="0">
                  <c:v>0.5</c:v>
                </c:pt>
                <c:pt idx="1">
                  <c:v>0.49519166666666659</c:v>
                </c:pt>
                <c:pt idx="2">
                  <c:v>0.49038333333333328</c:v>
                </c:pt>
                <c:pt idx="3">
                  <c:v>0.48557499999999998</c:v>
                </c:pt>
                <c:pt idx="4">
                  <c:v>0.48076666666666662</c:v>
                </c:pt>
                <c:pt idx="5">
                  <c:v>0.47595833333333343</c:v>
                </c:pt>
                <c:pt idx="6">
                  <c:v>0.47115000000000001</c:v>
                </c:pt>
                <c:pt idx="7">
                  <c:v>0.47115000000000001</c:v>
                </c:pt>
                <c:pt idx="8">
                  <c:v>0.47115000000000001</c:v>
                </c:pt>
                <c:pt idx="9">
                  <c:v>0.47115000000000001</c:v>
                </c:pt>
                <c:pt idx="10">
                  <c:v>0.47115000000000001</c:v>
                </c:pt>
                <c:pt idx="11">
                  <c:v>0.47115000000000001</c:v>
                </c:pt>
                <c:pt idx="12">
                  <c:v>0.47115000000000001</c:v>
                </c:pt>
                <c:pt idx="13">
                  <c:v>0.42836250000000009</c:v>
                </c:pt>
                <c:pt idx="14">
                  <c:v>0.38557500000000011</c:v>
                </c:pt>
                <c:pt idx="15">
                  <c:v>0.34278750000000008</c:v>
                </c:pt>
                <c:pt idx="16">
                  <c:v>0.3</c:v>
                </c:pt>
                <c:pt idx="17">
                  <c:v>0.25721250000000001</c:v>
                </c:pt>
                <c:pt idx="18">
                  <c:v>0.21442499999999989</c:v>
                </c:pt>
                <c:pt idx="19">
                  <c:v>0.21442499999999989</c:v>
                </c:pt>
                <c:pt idx="20">
                  <c:v>0.21442499999999989</c:v>
                </c:pt>
                <c:pt idx="21">
                  <c:v>0.21442499999999989</c:v>
                </c:pt>
                <c:pt idx="22">
                  <c:v>0.21442499999999989</c:v>
                </c:pt>
                <c:pt idx="23">
                  <c:v>0.21442499999999989</c:v>
                </c:pt>
                <c:pt idx="24">
                  <c:v>0.21442499999999989</c:v>
                </c:pt>
                <c:pt idx="25">
                  <c:v>0.21442499999999989</c:v>
                </c:pt>
                <c:pt idx="26">
                  <c:v>0.21442499999999989</c:v>
                </c:pt>
                <c:pt idx="27">
                  <c:v>0.21442499999999989</c:v>
                </c:pt>
                <c:pt idx="28">
                  <c:v>0.21442499999999989</c:v>
                </c:pt>
                <c:pt idx="29">
                  <c:v>0.21442499999999989</c:v>
                </c:pt>
                <c:pt idx="30">
                  <c:v>0.88294006088825217</c:v>
                </c:pt>
                <c:pt idx="31">
                  <c:v>0.86346704871060176</c:v>
                </c:pt>
                <c:pt idx="32">
                  <c:v>0.86346704871060176</c:v>
                </c:pt>
                <c:pt idx="33">
                  <c:v>0.84399403653295135</c:v>
                </c:pt>
                <c:pt idx="34">
                  <c:v>0.86346704871060176</c:v>
                </c:pt>
                <c:pt idx="35">
                  <c:v>0.86346704871060176</c:v>
                </c:pt>
                <c:pt idx="36">
                  <c:v>0.84399403653295135</c:v>
                </c:pt>
                <c:pt idx="37">
                  <c:v>0.6</c:v>
                </c:pt>
                <c:pt idx="38">
                  <c:v>0.35327512988228049</c:v>
                </c:pt>
                <c:pt idx="39">
                  <c:v>0.130620425183371</c:v>
                </c:pt>
                <c:pt idx="40">
                  <c:v>0.1217580657730076</c:v>
                </c:pt>
                <c:pt idx="41">
                  <c:v>0.1128957063626443</c:v>
                </c:pt>
                <c:pt idx="42">
                  <c:v>0.10403334695228091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0.10403334695228091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505-40D1-922D-DCE8CCC3D187}"/>
            </c:ext>
          </c:extLst>
        </c:ser>
        <c:ser>
          <c:idx val="2"/>
          <c:order val="2"/>
          <c:tx>
            <c:strRef>
              <c:f>soc_transition_wide!$C$4</c:f>
              <c:strCache>
                <c:ptCount val="1"/>
                <c:pt idx="0">
                  <c:v>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soc_transition_wide!$D$4:$AZ$4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0.45721250000000002</c:v>
                </c:pt>
                <c:pt idx="14">
                  <c:v>0.41442499999999988</c:v>
                </c:pt>
                <c:pt idx="15">
                  <c:v>0.37163750000000001</c:v>
                </c:pt>
                <c:pt idx="16">
                  <c:v>0.32884999999999998</c:v>
                </c:pt>
                <c:pt idx="17">
                  <c:v>0.28606249999999978</c:v>
                </c:pt>
                <c:pt idx="18">
                  <c:v>0.2432749999999998</c:v>
                </c:pt>
                <c:pt idx="19">
                  <c:v>0.2211819742916267</c:v>
                </c:pt>
                <c:pt idx="20">
                  <c:v>0.1990889485832536</c:v>
                </c:pt>
                <c:pt idx="21">
                  <c:v>0.17699592287488039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0.11071684574976109</c:v>
                </c:pt>
                <c:pt idx="26">
                  <c:v>0.11071684574976109</c:v>
                </c:pt>
                <c:pt idx="27">
                  <c:v>0.11071684574976109</c:v>
                </c:pt>
                <c:pt idx="28">
                  <c:v>0.11071684574976109</c:v>
                </c:pt>
                <c:pt idx="29">
                  <c:v>0.11071684574976109</c:v>
                </c:pt>
                <c:pt idx="30">
                  <c:v>0.93955692096485122</c:v>
                </c:pt>
                <c:pt idx="31">
                  <c:v>0.92950216762192861</c:v>
                </c:pt>
                <c:pt idx="32">
                  <c:v>0.92950216762192883</c:v>
                </c:pt>
                <c:pt idx="33">
                  <c:v>0.91944741427900623</c:v>
                </c:pt>
                <c:pt idx="34">
                  <c:v>0.92950216762192883</c:v>
                </c:pt>
                <c:pt idx="35">
                  <c:v>0.92950216762192861</c:v>
                </c:pt>
                <c:pt idx="36">
                  <c:v>0.91944741427900611</c:v>
                </c:pt>
                <c:pt idx="37">
                  <c:v>0.64695565416463019</c:v>
                </c:pt>
                <c:pt idx="38">
                  <c:v>0.37446389405025432</c:v>
                </c:pt>
                <c:pt idx="39">
                  <c:v>0.11581064191124819</c:v>
                </c:pt>
                <c:pt idx="40">
                  <c:v>0.11123462474992769</c:v>
                </c:pt>
                <c:pt idx="41">
                  <c:v>0.10665860758860719</c:v>
                </c:pt>
                <c:pt idx="42">
                  <c:v>0.10208259042728671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0.10208259042728671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505-40D1-922D-DCE8CCC3D187}"/>
            </c:ext>
          </c:extLst>
        </c:ser>
        <c:ser>
          <c:idx val="3"/>
          <c:order val="3"/>
          <c:tx>
            <c:strRef>
              <c:f>soc_transition_wide!$C$5</c:f>
              <c:strCache>
                <c:ptCount val="1"/>
                <c:pt idx="0">
                  <c:v>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soc_transition_wide!$D$5:$AZ$5</c:f>
              <c:numCache>
                <c:formatCode>General</c:formatCode>
                <c:ptCount val="49"/>
                <c:pt idx="0">
                  <c:v>0.5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0.1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0.1</c:v>
                </c:pt>
                <c:pt idx="18">
                  <c:v>0.1</c:v>
                </c:pt>
                <c:pt idx="19">
                  <c:v>0.1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0.1</c:v>
                </c:pt>
                <c:pt idx="26">
                  <c:v>0.1</c:v>
                </c:pt>
                <c:pt idx="27">
                  <c:v>0.1</c:v>
                </c:pt>
                <c:pt idx="28">
                  <c:v>0.1</c:v>
                </c:pt>
                <c:pt idx="29">
                  <c:v>0.1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0.7</c:v>
                </c:pt>
                <c:pt idx="38">
                  <c:v>0.4</c:v>
                </c:pt>
                <c:pt idx="39">
                  <c:v>0.1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505-40D1-922D-DCE8CCC3D1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14674432"/>
        <c:axId val="2014675872"/>
      </c:lineChart>
      <c:catAx>
        <c:axId val="201467443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14675872"/>
        <c:crosses val="autoZero"/>
        <c:auto val="1"/>
        <c:lblAlgn val="ctr"/>
        <c:lblOffset val="100"/>
        <c:noMultiLvlLbl val="0"/>
      </c:catAx>
      <c:valAx>
        <c:axId val="20146758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14674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soc_transition_wide!$C$9</c:f>
              <c:strCache>
                <c:ptCount val="1"/>
                <c:pt idx="0">
                  <c:v>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soc_transition_wide!$D$9:$AZ$9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0.74278750000000004</c:v>
                </c:pt>
                <c:pt idx="5">
                  <c:v>0.74278750000000004</c:v>
                </c:pt>
                <c:pt idx="6">
                  <c:v>0.74278750000000004</c:v>
                </c:pt>
                <c:pt idx="7">
                  <c:v>0.74278750000000004</c:v>
                </c:pt>
                <c:pt idx="8">
                  <c:v>0.74278750000000004</c:v>
                </c:pt>
                <c:pt idx="9">
                  <c:v>0.74278750000000004</c:v>
                </c:pt>
                <c:pt idx="10">
                  <c:v>0.74278750000000004</c:v>
                </c:pt>
                <c:pt idx="11">
                  <c:v>0.74278750000000004</c:v>
                </c:pt>
                <c:pt idx="12">
                  <c:v>0.74278750000000004</c:v>
                </c:pt>
                <c:pt idx="13">
                  <c:v>0.7</c:v>
                </c:pt>
                <c:pt idx="14">
                  <c:v>0.65721249999999998</c:v>
                </c:pt>
                <c:pt idx="15">
                  <c:v>0.7</c:v>
                </c:pt>
                <c:pt idx="16">
                  <c:v>0.7</c:v>
                </c:pt>
                <c:pt idx="17">
                  <c:v>0.65721249999999987</c:v>
                </c:pt>
                <c:pt idx="18">
                  <c:v>0.61442499999999978</c:v>
                </c:pt>
                <c:pt idx="19">
                  <c:v>0.44723487145813379</c:v>
                </c:pt>
                <c:pt idx="20">
                  <c:v>0.28004474291626802</c:v>
                </c:pt>
                <c:pt idx="21">
                  <c:v>0.17699592287488039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0.92950216762192883</c:v>
                </c:pt>
                <c:pt idx="26">
                  <c:v>0.92950216762192861</c:v>
                </c:pt>
                <c:pt idx="27">
                  <c:v>0.92950216762192861</c:v>
                </c:pt>
                <c:pt idx="28">
                  <c:v>0.92950216762192861</c:v>
                </c:pt>
                <c:pt idx="29">
                  <c:v>0.92950216762192883</c:v>
                </c:pt>
                <c:pt idx="30">
                  <c:v>0.91944741427900645</c:v>
                </c:pt>
                <c:pt idx="31">
                  <c:v>0.91944741427900645</c:v>
                </c:pt>
                <c:pt idx="32">
                  <c:v>0.91944741427900645</c:v>
                </c:pt>
                <c:pt idx="33">
                  <c:v>0.91944741427900645</c:v>
                </c:pt>
                <c:pt idx="34">
                  <c:v>0.91944741427900645</c:v>
                </c:pt>
                <c:pt idx="35">
                  <c:v>0.91944741427900645</c:v>
                </c:pt>
                <c:pt idx="36">
                  <c:v>0.91944741427900645</c:v>
                </c:pt>
                <c:pt idx="37">
                  <c:v>0.9</c:v>
                </c:pt>
                <c:pt idx="38">
                  <c:v>0.6275082398856241</c:v>
                </c:pt>
                <c:pt idx="39">
                  <c:v>0.35501647977124817</c:v>
                </c:pt>
                <c:pt idx="40">
                  <c:v>0.11123462474992769</c:v>
                </c:pt>
                <c:pt idx="41">
                  <c:v>0.10665860758860719</c:v>
                </c:pt>
                <c:pt idx="42">
                  <c:v>0.10208259042728671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94-457A-BD25-FAA7D772F837}"/>
            </c:ext>
          </c:extLst>
        </c:ser>
        <c:ser>
          <c:idx val="1"/>
          <c:order val="1"/>
          <c:tx>
            <c:strRef>
              <c:f>soc_transition_wide!$C$10</c:f>
              <c:strCache>
                <c:ptCount val="1"/>
                <c:pt idx="0">
                  <c:v>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soc_transition_wide!$D$10:$AZ$10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0.74278750000000004</c:v>
                </c:pt>
                <c:pt idx="5">
                  <c:v>0.74278750000000004</c:v>
                </c:pt>
                <c:pt idx="6">
                  <c:v>0.74278750000000004</c:v>
                </c:pt>
                <c:pt idx="7">
                  <c:v>0.74278750000000004</c:v>
                </c:pt>
                <c:pt idx="8">
                  <c:v>0.74278750000000004</c:v>
                </c:pt>
                <c:pt idx="9">
                  <c:v>0.74278750000000004</c:v>
                </c:pt>
                <c:pt idx="10">
                  <c:v>0.74278750000000004</c:v>
                </c:pt>
                <c:pt idx="11">
                  <c:v>0.74278750000000004</c:v>
                </c:pt>
                <c:pt idx="12">
                  <c:v>0.74278750000000004</c:v>
                </c:pt>
                <c:pt idx="13">
                  <c:v>0.7</c:v>
                </c:pt>
                <c:pt idx="14">
                  <c:v>0.65721249999999998</c:v>
                </c:pt>
                <c:pt idx="15">
                  <c:v>0.70000000000000007</c:v>
                </c:pt>
                <c:pt idx="16">
                  <c:v>0.7</c:v>
                </c:pt>
                <c:pt idx="17">
                  <c:v>0.65721249999999987</c:v>
                </c:pt>
                <c:pt idx="18">
                  <c:v>0.61442499999999989</c:v>
                </c:pt>
                <c:pt idx="19">
                  <c:v>0.44723487145813412</c:v>
                </c:pt>
                <c:pt idx="20">
                  <c:v>0.2800447429162683</c:v>
                </c:pt>
                <c:pt idx="21">
                  <c:v>0.1769959228748805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0.92950216762192883</c:v>
                </c:pt>
                <c:pt idx="26">
                  <c:v>0.92950216762192861</c:v>
                </c:pt>
                <c:pt idx="27">
                  <c:v>0.92950216762192861</c:v>
                </c:pt>
                <c:pt idx="28">
                  <c:v>0.92950216762192883</c:v>
                </c:pt>
                <c:pt idx="29">
                  <c:v>0.92950216762192861</c:v>
                </c:pt>
                <c:pt idx="30">
                  <c:v>0.91944741427900623</c:v>
                </c:pt>
                <c:pt idx="31">
                  <c:v>0.91944741427900623</c:v>
                </c:pt>
                <c:pt idx="32">
                  <c:v>0.91944741427900623</c:v>
                </c:pt>
                <c:pt idx="33">
                  <c:v>0.91944741427900623</c:v>
                </c:pt>
                <c:pt idx="34">
                  <c:v>0.91944741427900623</c:v>
                </c:pt>
                <c:pt idx="35">
                  <c:v>0.91944741427900623</c:v>
                </c:pt>
                <c:pt idx="36">
                  <c:v>0.91944741427900623</c:v>
                </c:pt>
                <c:pt idx="37">
                  <c:v>0.9</c:v>
                </c:pt>
                <c:pt idx="38">
                  <c:v>0.62750823988562399</c:v>
                </c:pt>
                <c:pt idx="39">
                  <c:v>0.35501647977124812</c:v>
                </c:pt>
                <c:pt idx="40">
                  <c:v>0.11123462474992769</c:v>
                </c:pt>
                <c:pt idx="41">
                  <c:v>0.10665860758860719</c:v>
                </c:pt>
                <c:pt idx="42">
                  <c:v>0.10208259042728671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94-457A-BD25-FAA7D772F837}"/>
            </c:ext>
          </c:extLst>
        </c:ser>
        <c:ser>
          <c:idx val="2"/>
          <c:order val="2"/>
          <c:tx>
            <c:strRef>
              <c:f>soc_transition_wide!$C$11</c:f>
              <c:strCache>
                <c:ptCount val="1"/>
                <c:pt idx="0">
                  <c:v>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soc_transition_wide!$D$11:$AZ$11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0.96628688285130049</c:v>
                </c:pt>
                <c:pt idx="5">
                  <c:v>0.96628688285130049</c:v>
                </c:pt>
                <c:pt idx="6">
                  <c:v>0.96628688285130049</c:v>
                </c:pt>
                <c:pt idx="7">
                  <c:v>0.96628688285130049</c:v>
                </c:pt>
                <c:pt idx="8">
                  <c:v>0.96628688285130049</c:v>
                </c:pt>
                <c:pt idx="9">
                  <c:v>0.96628688285130049</c:v>
                </c:pt>
                <c:pt idx="10">
                  <c:v>0.96628688285130049</c:v>
                </c:pt>
                <c:pt idx="11">
                  <c:v>0.96628688285130049</c:v>
                </c:pt>
                <c:pt idx="12">
                  <c:v>0.96628688285130049</c:v>
                </c:pt>
                <c:pt idx="13">
                  <c:v>0.96147854951796674</c:v>
                </c:pt>
                <c:pt idx="14">
                  <c:v>0.95667021618463355</c:v>
                </c:pt>
                <c:pt idx="15">
                  <c:v>0.95186188285130047</c:v>
                </c:pt>
                <c:pt idx="16">
                  <c:v>0.94705354951796672</c:v>
                </c:pt>
                <c:pt idx="17">
                  <c:v>0.94224521618463375</c:v>
                </c:pt>
                <c:pt idx="18">
                  <c:v>0.67115000000000002</c:v>
                </c:pt>
                <c:pt idx="19">
                  <c:v>0.62836250000000016</c:v>
                </c:pt>
                <c:pt idx="20">
                  <c:v>0.58557500000000007</c:v>
                </c:pt>
                <c:pt idx="21">
                  <c:v>0.54278750000000009</c:v>
                </c:pt>
                <c:pt idx="22">
                  <c:v>0.5</c:v>
                </c:pt>
                <c:pt idx="23">
                  <c:v>0.45721250000000002</c:v>
                </c:pt>
                <c:pt idx="24">
                  <c:v>0.41442499999999999</c:v>
                </c:pt>
                <c:pt idx="25">
                  <c:v>0.86346704871060176</c:v>
                </c:pt>
                <c:pt idx="26">
                  <c:v>0.86346704871060176</c:v>
                </c:pt>
                <c:pt idx="27">
                  <c:v>0.86346704871060176</c:v>
                </c:pt>
                <c:pt idx="28">
                  <c:v>0.86346704871060176</c:v>
                </c:pt>
                <c:pt idx="29">
                  <c:v>0.84606009040874053</c:v>
                </c:pt>
                <c:pt idx="30">
                  <c:v>0.82658707823109012</c:v>
                </c:pt>
                <c:pt idx="31">
                  <c:v>0.81772471882072673</c:v>
                </c:pt>
                <c:pt idx="32">
                  <c:v>0.80886235941036333</c:v>
                </c:pt>
                <c:pt idx="33">
                  <c:v>0.8</c:v>
                </c:pt>
                <c:pt idx="34">
                  <c:v>0.79113764058963665</c:v>
                </c:pt>
                <c:pt idx="35">
                  <c:v>0.78227528117927325</c:v>
                </c:pt>
                <c:pt idx="36">
                  <c:v>0.77341292176890997</c:v>
                </c:pt>
                <c:pt idx="37">
                  <c:v>0.70000000000000007</c:v>
                </c:pt>
                <c:pt idx="38">
                  <c:v>0.60000000000000009</c:v>
                </c:pt>
                <c:pt idx="39">
                  <c:v>0.3</c:v>
                </c:pt>
                <c:pt idx="40">
                  <c:v>0.10403334695228091</c:v>
                </c:pt>
                <c:pt idx="41">
                  <c:v>0.10403334695228091</c:v>
                </c:pt>
                <c:pt idx="42">
                  <c:v>0.10403334695228091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294-457A-BD25-FAA7D772F837}"/>
            </c:ext>
          </c:extLst>
        </c:ser>
        <c:ser>
          <c:idx val="3"/>
          <c:order val="3"/>
          <c:tx>
            <c:strRef>
              <c:f>soc_transition_wide!$C$12</c:f>
              <c:strCache>
                <c:ptCount val="1"/>
                <c:pt idx="0">
                  <c:v>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soc_transition_wide!$D$12:$AZ$12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0.7</c:v>
                </c:pt>
                <c:pt idx="19">
                  <c:v>0.4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0.9</c:v>
                </c:pt>
                <c:pt idx="38">
                  <c:v>0.6</c:v>
                </c:pt>
                <c:pt idx="39">
                  <c:v>0.3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294-457A-BD25-FAA7D772F8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76348080"/>
        <c:axId val="276350480"/>
      </c:lineChart>
      <c:catAx>
        <c:axId val="27634808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76350480"/>
        <c:crosses val="autoZero"/>
        <c:auto val="1"/>
        <c:lblAlgn val="ctr"/>
        <c:lblOffset val="100"/>
        <c:noMultiLvlLbl val="0"/>
      </c:catAx>
      <c:valAx>
        <c:axId val="276350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7634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err="1"/>
              <a:t>spot_buy_sell_long</a:t>
            </a:r>
            <a:r>
              <a:rPr lang="en-US" altLang="ja-JP"/>
              <a:t> | profile=Data5_spot5_pri5_sec5, </a:t>
            </a:r>
            <a:r>
              <a:rPr lang="en-US" altLang="ja-JP" err="1"/>
              <a:t>case_id</a:t>
            </a:r>
            <a:r>
              <a:rPr lang="en-US" altLang="ja-JP"/>
              <a:t>=c01 | </a:t>
            </a:r>
            <a:r>
              <a:rPr lang="en-US" altLang="ja-JP" err="1"/>
              <a:t>P_buy</a:t>
            </a:r>
            <a:r>
              <a:rPr lang="en-US" altLang="ja-JP"/>
              <a:t>, </a:t>
            </a:r>
            <a:r>
              <a:rPr lang="en-US" altLang="ja-JP" err="1"/>
              <a:t>P_sell</a:t>
            </a:r>
            <a:r>
              <a:rPr lang="ja-JP" altLang="en-US"/>
              <a:t>　５</a:t>
            </a:r>
            <a:r>
              <a:rPr lang="en-US" altLang="ja-JP"/>
              <a:t>G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spot_buy_sell_long!$E$2:$E$49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872.46323700000005</c:v>
                </c:pt>
                <c:pt idx="30">
                  <c:v>0</c:v>
                </c:pt>
                <c:pt idx="31">
                  <c:v>10.583951000000001</c:v>
                </c:pt>
                <c:pt idx="32">
                  <c:v>0</c:v>
                </c:pt>
                <c:pt idx="33">
                  <c:v>21.167902000000002</c:v>
                </c:pt>
                <c:pt idx="34">
                  <c:v>10.583951000000001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4.3844010000000004</c:v>
                </c:pt>
                <c:pt idx="46">
                  <c:v>0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0F-4B43-961F-2AAE85282711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spot_buy_sell_long!$F$2:$F$49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241.793958</c:v>
                </c:pt>
                <c:pt idx="37">
                  <c:v>241.793958</c:v>
                </c:pt>
                <c:pt idx="38">
                  <c:v>229.30470500000001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0F-4B43-961F-2AAE852827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ja-JP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err="1"/>
              <a:t>spot_buy_sell_long</a:t>
            </a:r>
            <a:r>
              <a:rPr lang="en-US" altLang="ja-JP"/>
              <a:t> | profile=Data5_spot5_pri5_sec5, </a:t>
            </a:r>
            <a:r>
              <a:rPr lang="en-US" altLang="ja-JP" err="1"/>
              <a:t>case_id</a:t>
            </a:r>
            <a:r>
              <a:rPr lang="en-US" altLang="ja-JP"/>
              <a:t>=c02 | </a:t>
            </a:r>
            <a:r>
              <a:rPr lang="en-US" altLang="ja-JP" err="1"/>
              <a:t>P_buy</a:t>
            </a:r>
            <a:r>
              <a:rPr lang="en-US" altLang="ja-JP"/>
              <a:t>, </a:t>
            </a:r>
            <a:r>
              <a:rPr lang="en-US" altLang="ja-JP" err="1"/>
              <a:t>P_sell</a:t>
            </a:r>
            <a:r>
              <a:rPr lang="ja-JP" altLang="en-US"/>
              <a:t>　５</a:t>
            </a:r>
            <a:r>
              <a:rPr lang="en-US" altLang="ja-JP"/>
              <a:t>D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spot_buy_sell_long!$E$50:$E$97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703.700064</c:v>
                </c:pt>
                <c:pt idx="30">
                  <c:v>0</c:v>
                </c:pt>
                <c:pt idx="31">
                  <c:v>20.497907999999999</c:v>
                </c:pt>
                <c:pt idx="32">
                  <c:v>0</c:v>
                </c:pt>
                <c:pt idx="33">
                  <c:v>40.995815</c:v>
                </c:pt>
                <c:pt idx="34">
                  <c:v>20.497907999999999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4.245628</c:v>
                </c:pt>
                <c:pt idx="44">
                  <c:v>4.245628</c:v>
                </c:pt>
                <c:pt idx="45">
                  <c:v>8.4912569999999992</c:v>
                </c:pt>
                <c:pt idx="46">
                  <c:v>0</c:v>
                </c:pt>
                <c:pt idx="47">
                  <c:v>425.29826000000003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79-4986-ADB7-83291EE917AE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spot_buy_sell_long!$F$50:$F$97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212.20633900000001</c:v>
                </c:pt>
                <c:pt idx="37">
                  <c:v>214.67091600000001</c:v>
                </c:pt>
                <c:pt idx="38">
                  <c:v>192.94759199999999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179-4986-ADB7-83291EE917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ja-JP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err="1"/>
              <a:t>spot_buy_sell_long</a:t>
            </a:r>
            <a:r>
              <a:rPr lang="en-US" altLang="ja-JP"/>
              <a:t> | profile=Data5_spot5_pri5_sec5, </a:t>
            </a:r>
            <a:r>
              <a:rPr lang="en-US" altLang="ja-JP" err="1"/>
              <a:t>case_id</a:t>
            </a:r>
            <a:r>
              <a:rPr lang="en-US" altLang="ja-JP"/>
              <a:t>=c03 | </a:t>
            </a:r>
            <a:r>
              <a:rPr lang="en-US" altLang="ja-JP" err="1"/>
              <a:t>P_buy</a:t>
            </a:r>
            <a:r>
              <a:rPr lang="en-US" altLang="ja-JP"/>
              <a:t>, </a:t>
            </a:r>
            <a:r>
              <a:rPr lang="en-US" altLang="ja-JP" err="1"/>
              <a:t>P_sell</a:t>
            </a:r>
            <a:r>
              <a:rPr lang="ja-JP" altLang="en-US"/>
              <a:t>　５</a:t>
            </a:r>
            <a:r>
              <a:rPr lang="en-US" altLang="ja-JP"/>
              <a:t>E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spot_buy_sell_long!$E$98:$E$145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872.46323700000005</c:v>
                </c:pt>
                <c:pt idx="30">
                  <c:v>0</c:v>
                </c:pt>
                <c:pt idx="31">
                  <c:v>10.583951000000001</c:v>
                </c:pt>
                <c:pt idx="32">
                  <c:v>0</c:v>
                </c:pt>
                <c:pt idx="33">
                  <c:v>21.167902000000002</c:v>
                </c:pt>
                <c:pt idx="34">
                  <c:v>10.583951000000001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4.3844010000000004</c:v>
                </c:pt>
                <c:pt idx="46">
                  <c:v>0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1D-4A04-83C4-E834F154FA92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spot_buy_sell_long!$F$98:$F$145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241.793958</c:v>
                </c:pt>
                <c:pt idx="37">
                  <c:v>241.793958</c:v>
                </c:pt>
                <c:pt idx="38">
                  <c:v>229.30470500000001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F1D-4A04-83C4-E834F154FA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ja-JP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err="1"/>
              <a:t>spot_buy_sell_long</a:t>
            </a:r>
            <a:r>
              <a:rPr lang="en-US" altLang="ja-JP"/>
              <a:t> | profile=Data5_spot5_pri5_sec5, </a:t>
            </a:r>
            <a:r>
              <a:rPr lang="en-US" altLang="ja-JP" err="1"/>
              <a:t>case_id</a:t>
            </a:r>
            <a:r>
              <a:rPr lang="en-US" altLang="ja-JP"/>
              <a:t>=c04 | </a:t>
            </a:r>
            <a:r>
              <a:rPr lang="en-US" altLang="ja-JP" err="1"/>
              <a:t>P_buy</a:t>
            </a:r>
            <a:r>
              <a:rPr lang="en-US" altLang="ja-JP"/>
              <a:t>, </a:t>
            </a:r>
            <a:r>
              <a:rPr lang="en-US" altLang="ja-JP" err="1"/>
              <a:t>P_sell</a:t>
            </a:r>
            <a:r>
              <a:rPr lang="ja-JP" altLang="en-US"/>
              <a:t>　５</a:t>
            </a:r>
            <a:r>
              <a:rPr lang="en-US" altLang="ja-JP"/>
              <a:t>A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spot_buy_sell_long!$E$146:$E$193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947.36842100000001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421.05263200000002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58-445C-8AFA-39909A852E84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spot_buy_sell_long!$F$146:$F$193</c:f>
              <c:numCache>
                <c:formatCode>General</c:formatCode>
                <c:ptCount val="48"/>
                <c:pt idx="0">
                  <c:v>270.75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90.25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270.75</c:v>
                </c:pt>
                <c:pt idx="37">
                  <c:v>270.75</c:v>
                </c:pt>
                <c:pt idx="38">
                  <c:v>270.75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958-445C-8AFA-39909A852E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ja-JP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err="1"/>
              <a:t>spot_buy_sell_long</a:t>
            </a:r>
            <a:r>
              <a:rPr lang="en-US" altLang="ja-JP"/>
              <a:t> | profile=Data5_spot6_pri6_sec6, </a:t>
            </a:r>
            <a:r>
              <a:rPr lang="en-US" altLang="ja-JP" err="1"/>
              <a:t>case_id</a:t>
            </a:r>
            <a:r>
              <a:rPr lang="en-US" altLang="ja-JP"/>
              <a:t>=c01 | </a:t>
            </a:r>
            <a:r>
              <a:rPr lang="en-US" altLang="ja-JP" err="1"/>
              <a:t>P_buy</a:t>
            </a:r>
            <a:r>
              <a:rPr lang="en-US" altLang="ja-JP"/>
              <a:t>, </a:t>
            </a:r>
            <a:r>
              <a:rPr lang="en-US" altLang="ja-JP" err="1"/>
              <a:t>P_sell</a:t>
            </a:r>
            <a:r>
              <a:rPr lang="ja-JP" altLang="en-US"/>
              <a:t>　６</a:t>
            </a:r>
            <a:r>
              <a:rPr lang="en-US" altLang="ja-JP"/>
              <a:t>G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spot_buy_sell_long!$E$338:$E$385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255.565789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90.078946999999999</c:v>
                </c:pt>
                <c:pt idx="15">
                  <c:v>45.039473999999998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872.46323700000005</c:v>
                </c:pt>
                <c:pt idx="25">
                  <c:v>10.583951000000001</c:v>
                </c:pt>
                <c:pt idx="26">
                  <c:v>10.583951000000001</c:v>
                </c:pt>
                <c:pt idx="27">
                  <c:v>10.583951000000001</c:v>
                </c:pt>
                <c:pt idx="28">
                  <c:v>10.583951000000001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2.1922000000000001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CC-40A0-8597-B765AAF30D3E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spot_buy_sell_long!$F$338:$F$385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130.95013499999999</c:v>
                </c:pt>
                <c:pt idx="19">
                  <c:v>130.95013499999999</c:v>
                </c:pt>
                <c:pt idx="20">
                  <c:v>73.062603999999993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13.421436</c:v>
                </c:pt>
                <c:pt idx="37">
                  <c:v>241.793958</c:v>
                </c:pt>
                <c:pt idx="38">
                  <c:v>241.793958</c:v>
                </c:pt>
                <c:pt idx="39">
                  <c:v>215.88326900000001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CC-40A0-8597-B765AAF30D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ja-JP"/>
    </a:p>
  </c:tx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err="1"/>
              <a:t>spot_buy_sell_long</a:t>
            </a:r>
            <a:r>
              <a:rPr lang="en-US" altLang="ja-JP"/>
              <a:t> | profile=Data5_spot6_pri6_sec6, </a:t>
            </a:r>
            <a:r>
              <a:rPr lang="en-US" altLang="ja-JP" err="1"/>
              <a:t>case_id</a:t>
            </a:r>
            <a:r>
              <a:rPr lang="en-US" altLang="ja-JP"/>
              <a:t>=c02 | </a:t>
            </a:r>
            <a:r>
              <a:rPr lang="en-US" altLang="ja-JP" err="1"/>
              <a:t>P_buy</a:t>
            </a:r>
            <a:r>
              <a:rPr lang="en-US" altLang="ja-JP"/>
              <a:t>, </a:t>
            </a:r>
            <a:r>
              <a:rPr lang="en-US" altLang="ja-JP" err="1"/>
              <a:t>P_sell</a:t>
            </a:r>
            <a:r>
              <a:rPr lang="ja-JP" altLang="en-US"/>
              <a:t>　６</a:t>
            </a:r>
            <a:r>
              <a:rPr lang="en-US" altLang="ja-JP"/>
              <a:t>D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spot_buy_sell_long!$E$386:$E$433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255.565789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90.078946999999999</c:v>
                </c:pt>
                <c:pt idx="15">
                  <c:v>45.039473999999998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872.46323700000005</c:v>
                </c:pt>
                <c:pt idx="25">
                  <c:v>10.583951000000001</c:v>
                </c:pt>
                <c:pt idx="26">
                  <c:v>10.583951000000001</c:v>
                </c:pt>
                <c:pt idx="27">
                  <c:v>10.583951000000001</c:v>
                </c:pt>
                <c:pt idx="28">
                  <c:v>10.583951000000001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2.1922000000000001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7E-486D-A816-DF2531771E3F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spot_buy_sell_long!$F$386:$F$433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130.95013499999999</c:v>
                </c:pt>
                <c:pt idx="19">
                  <c:v>130.95013499999999</c:v>
                </c:pt>
                <c:pt idx="20">
                  <c:v>73.062603999999993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13.421436</c:v>
                </c:pt>
                <c:pt idx="37">
                  <c:v>241.793958</c:v>
                </c:pt>
                <c:pt idx="38">
                  <c:v>241.793958</c:v>
                </c:pt>
                <c:pt idx="39">
                  <c:v>215.88326900000001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7E-486D-A816-DF2531771E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ja-JP"/>
    </a:p>
  </c:tx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err="1"/>
              <a:t>spot_buy_sell_long</a:t>
            </a:r>
            <a:r>
              <a:rPr lang="en-US" altLang="ja-JP"/>
              <a:t> | profile=Data5_spot6_pri6_sec6, </a:t>
            </a:r>
            <a:r>
              <a:rPr lang="en-US" altLang="ja-JP" err="1"/>
              <a:t>case_id</a:t>
            </a:r>
            <a:r>
              <a:rPr lang="en-US" altLang="ja-JP"/>
              <a:t>=c03 | </a:t>
            </a:r>
            <a:r>
              <a:rPr lang="en-US" altLang="ja-JP" err="1"/>
              <a:t>P_buy</a:t>
            </a:r>
            <a:r>
              <a:rPr lang="en-US" altLang="ja-JP"/>
              <a:t>, </a:t>
            </a:r>
            <a:r>
              <a:rPr lang="en-US" altLang="ja-JP" err="1"/>
              <a:t>P_sell</a:t>
            </a:r>
            <a:r>
              <a:rPr lang="ja-JP" altLang="en-US"/>
              <a:t>　６</a:t>
            </a:r>
            <a:r>
              <a:rPr lang="en-US" altLang="ja-JP"/>
              <a:t>E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spot_buy_sell_long!$E$434:$E$481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490.82829800000002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493.17374799999999</c:v>
                </c:pt>
                <c:pt idx="25">
                  <c:v>20.497907999999999</c:v>
                </c:pt>
                <c:pt idx="26">
                  <c:v>20.497907999999999</c:v>
                </c:pt>
                <c:pt idx="27">
                  <c:v>20.497907999999999</c:v>
                </c:pt>
                <c:pt idx="28">
                  <c:v>2.1747939999999999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4.245628</c:v>
                </c:pt>
                <c:pt idx="44">
                  <c:v>4.245628</c:v>
                </c:pt>
                <c:pt idx="45">
                  <c:v>4.245628</c:v>
                </c:pt>
                <c:pt idx="46">
                  <c:v>4.245628</c:v>
                </c:pt>
                <c:pt idx="47">
                  <c:v>425.29826000000003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08-4CA0-8BA2-6E287458E51C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spot_buy_sell_long!$F$434:$F$481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240.32391200000001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66.255161999999999</c:v>
                </c:pt>
                <c:pt idx="37">
                  <c:v>90.25</c:v>
                </c:pt>
                <c:pt idx="38">
                  <c:v>270.75</c:v>
                </c:pt>
                <c:pt idx="39">
                  <c:v>176.859904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08-4CA0-8BA2-6E287458E5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ja-JP"/>
    </a:p>
  </c:tx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err="1"/>
              <a:t>spot_buy_sell_long</a:t>
            </a:r>
            <a:r>
              <a:rPr lang="en-US" altLang="ja-JP"/>
              <a:t> | profile=Data5_spot6_pri6_sec6, </a:t>
            </a:r>
            <a:r>
              <a:rPr lang="en-US" altLang="ja-JP" err="1"/>
              <a:t>case_id</a:t>
            </a:r>
            <a:r>
              <a:rPr lang="en-US" altLang="ja-JP"/>
              <a:t>=c04 | </a:t>
            </a:r>
            <a:r>
              <a:rPr lang="en-US" altLang="ja-JP" err="1"/>
              <a:t>P_buy</a:t>
            </a:r>
            <a:r>
              <a:rPr lang="en-US" altLang="ja-JP"/>
              <a:t>, </a:t>
            </a:r>
            <a:r>
              <a:rPr lang="en-US" altLang="ja-JP" err="1"/>
              <a:t>P_sell</a:t>
            </a:r>
            <a:r>
              <a:rPr lang="ja-JP" altLang="en-US"/>
              <a:t>　６</a:t>
            </a:r>
            <a:r>
              <a:rPr lang="en-US" altLang="ja-JP"/>
              <a:t>A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spot_buy_sell_long!$E$482:$E$529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526.315789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947.36842100000001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421.05263200000002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556-4703-BDB4-A0DF5A21C932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spot_buy_sell_long!$F$482:$F$529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270.75</c:v>
                </c:pt>
                <c:pt idx="18">
                  <c:v>270.75</c:v>
                </c:pt>
                <c:pt idx="19">
                  <c:v>270.75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90.25</c:v>
                </c:pt>
                <c:pt idx="37">
                  <c:v>270.75</c:v>
                </c:pt>
                <c:pt idx="38">
                  <c:v>270.75</c:v>
                </c:pt>
                <c:pt idx="39">
                  <c:v>180.5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556-4703-BDB4-A0DF5A21C9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ja-JP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err="1"/>
              <a:t>primary_secondary_long</a:t>
            </a:r>
            <a:r>
              <a:rPr lang="en-US" altLang="ja-JP"/>
              <a:t> | profile=Data5_spot5_pri5_sec5, </a:t>
            </a:r>
            <a:r>
              <a:rPr lang="en-US" altLang="ja-JP" err="1"/>
              <a:t>case_id</a:t>
            </a:r>
            <a:r>
              <a:rPr lang="en-US" altLang="ja-JP"/>
              <a:t>=c01 | </a:t>
            </a:r>
            <a:r>
              <a:rPr lang="en-US" altLang="ja-JP" err="1"/>
              <a:t>primary_sell</a:t>
            </a:r>
            <a:r>
              <a:rPr lang="en-US" altLang="ja-JP"/>
              <a:t>, </a:t>
            </a:r>
            <a:r>
              <a:rPr lang="en-US" altLang="ja-JP" err="1"/>
              <a:t>secondary_sell</a:t>
            </a:r>
            <a:r>
              <a:rPr lang="ja-JP" altLang="en-US"/>
              <a:t>　５</a:t>
            </a:r>
            <a:r>
              <a:rPr lang="en-US" altLang="ja-JP"/>
              <a:t>G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A6-4FD5-AE0D-85DE7B3F1FB3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primary_secondary_long!$F$2:$F$9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559.19945877109137</c:v>
                </c:pt>
                <c:pt idx="4">
                  <c:v>0</c:v>
                </c:pt>
                <c:pt idx="5">
                  <c:v>254.49717488483739</c:v>
                </c:pt>
                <c:pt idx="6">
                  <c:v>115.8241679394699</c:v>
                </c:pt>
                <c:pt idx="7">
                  <c:v>52.71271826471574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A6-4FD5-AE0D-85DE7B3F1F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ja-JP"/>
    </a:p>
  </c:tx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err="1"/>
              <a:t>primary_secondary_long</a:t>
            </a:r>
            <a:r>
              <a:rPr lang="en-US" altLang="ja-JP"/>
              <a:t> | profile=Data5_spot5_pri5_sec5, </a:t>
            </a:r>
            <a:r>
              <a:rPr lang="en-US" altLang="ja-JP" err="1"/>
              <a:t>case_id</a:t>
            </a:r>
            <a:r>
              <a:rPr lang="en-US" altLang="ja-JP"/>
              <a:t>=c02 | </a:t>
            </a:r>
            <a:r>
              <a:rPr lang="en-US" altLang="ja-JP" err="1"/>
              <a:t>primary_sell</a:t>
            </a:r>
            <a:r>
              <a:rPr lang="en-US" altLang="ja-JP"/>
              <a:t>, </a:t>
            </a:r>
            <a:r>
              <a:rPr lang="en-US" altLang="ja-JP" err="1"/>
              <a:t>secondary_sell</a:t>
            </a:r>
            <a:r>
              <a:rPr lang="ja-JP" altLang="en-US"/>
              <a:t>　５</a:t>
            </a:r>
            <a:r>
              <a:rPr lang="en-US" altLang="ja-JP"/>
              <a:t>D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primary_secondary_long!$E$10:$E$17</c:f>
              <c:numCache>
                <c:formatCode>General</c:formatCode>
                <c:ptCount val="8"/>
                <c:pt idx="0">
                  <c:v>121.70435290680631</c:v>
                </c:pt>
                <c:pt idx="1">
                  <c:v>0</c:v>
                </c:pt>
                <c:pt idx="2">
                  <c:v>1083</c:v>
                </c:pt>
                <c:pt idx="3">
                  <c:v>0</c:v>
                </c:pt>
                <c:pt idx="4">
                  <c:v>0</c:v>
                </c:pt>
                <c:pt idx="5">
                  <c:v>492.88395415472758</c:v>
                </c:pt>
                <c:pt idx="6">
                  <c:v>224.3163363464447</c:v>
                </c:pt>
                <c:pt idx="7">
                  <c:v>102.0885714126846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98-4610-BCEC-3CDFCECB39CC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primary_secondary_long!$F$10:$F$17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698-4610-BCEC-3CDFCECB39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ja-JP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err="1"/>
              <a:t>primary_secondary_long</a:t>
            </a:r>
            <a:r>
              <a:rPr lang="en-US" altLang="ja-JP"/>
              <a:t> | profile=Data5_spot5_pri5_sec5, </a:t>
            </a:r>
            <a:r>
              <a:rPr lang="en-US" altLang="ja-JP" err="1"/>
              <a:t>case_id</a:t>
            </a:r>
            <a:r>
              <a:rPr lang="en-US" altLang="ja-JP"/>
              <a:t>=c03 | </a:t>
            </a:r>
            <a:r>
              <a:rPr lang="en-US" altLang="ja-JP" err="1"/>
              <a:t>primary_sell</a:t>
            </a:r>
            <a:r>
              <a:rPr lang="en-US" altLang="ja-JP"/>
              <a:t>, </a:t>
            </a:r>
            <a:r>
              <a:rPr lang="en-US" altLang="ja-JP" err="1"/>
              <a:t>secondary_sell</a:t>
            </a:r>
            <a:r>
              <a:rPr lang="ja-JP" altLang="en-US"/>
              <a:t>　５</a:t>
            </a:r>
            <a:r>
              <a:rPr lang="en-US" altLang="ja-JP"/>
              <a:t>E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primary_secondary_long!$E$18:$E$25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32-43F6-8979-3D3478BF211B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primary_secondary_long!$F$18:$F$25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559.19945877109137</c:v>
                </c:pt>
                <c:pt idx="4">
                  <c:v>0</c:v>
                </c:pt>
                <c:pt idx="5">
                  <c:v>254.49717488483759</c:v>
                </c:pt>
                <c:pt idx="6">
                  <c:v>115.8241679394699</c:v>
                </c:pt>
                <c:pt idx="7">
                  <c:v>52.712718264715761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432-43F6-8979-3D3478BF21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ja-JP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err="1"/>
              <a:t>primary_secondary_long</a:t>
            </a:r>
            <a:r>
              <a:rPr lang="en-US" altLang="ja-JP"/>
              <a:t> | profile=Data5_spot6_pri6_sec6, </a:t>
            </a:r>
            <a:r>
              <a:rPr lang="en-US" altLang="ja-JP" err="1"/>
              <a:t>case_id</a:t>
            </a:r>
            <a:r>
              <a:rPr lang="en-US" altLang="ja-JP"/>
              <a:t>=c01 | </a:t>
            </a:r>
            <a:r>
              <a:rPr lang="en-US" altLang="ja-JP" err="1"/>
              <a:t>primary_sell</a:t>
            </a:r>
            <a:r>
              <a:rPr lang="en-US" altLang="ja-JP"/>
              <a:t>, </a:t>
            </a:r>
            <a:r>
              <a:rPr lang="en-US" altLang="ja-JP" err="1"/>
              <a:t>secondary_sell</a:t>
            </a:r>
            <a:r>
              <a:rPr lang="ja-JP" altLang="en-US"/>
              <a:t>　６</a:t>
            </a:r>
            <a:r>
              <a:rPr lang="en-US" altLang="ja-JP"/>
              <a:t>G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primary_secondary_long!$E$58:$E$65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559.19945877109137</c:v>
                </c:pt>
                <c:pt idx="4">
                  <c:v>254.49717488483759</c:v>
                </c:pt>
                <c:pt idx="5">
                  <c:v>0</c:v>
                </c:pt>
                <c:pt idx="6">
                  <c:v>115.8241679394699</c:v>
                </c:pt>
                <c:pt idx="7">
                  <c:v>52.712718264715761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9BD-433F-80A9-B596FF064369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primary_secondary_long!$F$58:$F$65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9BD-433F-80A9-B596FF0643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ja-JP"/>
    </a:p>
  </c:tx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err="1"/>
              <a:t>primary_secondary_long</a:t>
            </a:r>
            <a:r>
              <a:rPr lang="en-US" altLang="ja-JP"/>
              <a:t> | profile=Data5_spot6_pri6_sec6, </a:t>
            </a:r>
            <a:r>
              <a:rPr lang="en-US" altLang="ja-JP" err="1"/>
              <a:t>case_id</a:t>
            </a:r>
            <a:r>
              <a:rPr lang="en-US" altLang="ja-JP"/>
              <a:t>=c02 | </a:t>
            </a:r>
            <a:r>
              <a:rPr lang="en-US" altLang="ja-JP" err="1"/>
              <a:t>primary_sell</a:t>
            </a:r>
            <a:r>
              <a:rPr lang="en-US" altLang="ja-JP"/>
              <a:t>, </a:t>
            </a:r>
            <a:r>
              <a:rPr lang="en-US" altLang="ja-JP" err="1"/>
              <a:t>secondary_sell</a:t>
            </a:r>
            <a:r>
              <a:rPr lang="ja-JP" altLang="en-US"/>
              <a:t>　６</a:t>
            </a:r>
            <a:r>
              <a:rPr lang="en-US" altLang="ja-JP"/>
              <a:t>D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primary_secondary_long!$E$66:$E$73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559.19945877109149</c:v>
                </c:pt>
                <c:pt idx="4">
                  <c:v>254.49717488483759</c:v>
                </c:pt>
                <c:pt idx="5">
                  <c:v>0</c:v>
                </c:pt>
                <c:pt idx="6">
                  <c:v>115.82416793947</c:v>
                </c:pt>
                <c:pt idx="7">
                  <c:v>52.712718264715768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FE-4F39-BA82-9B45C48935AB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primary_secondary_long!$F$66:$F$73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FE-4F39-BA82-9B45C48935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ja-JP"/>
    </a:p>
  </c:tx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err="1"/>
              <a:t>primary_secondary_long</a:t>
            </a:r>
            <a:r>
              <a:rPr lang="en-US" altLang="ja-JP"/>
              <a:t> | profile=Data5_spot6_pri6_sec6, </a:t>
            </a:r>
            <a:r>
              <a:rPr lang="en-US" altLang="ja-JP" err="1"/>
              <a:t>case_id</a:t>
            </a:r>
            <a:r>
              <a:rPr lang="en-US" altLang="ja-JP"/>
              <a:t>=c03 | </a:t>
            </a:r>
            <a:r>
              <a:rPr lang="en-US" altLang="ja-JP" err="1"/>
              <a:t>primary_sell</a:t>
            </a:r>
            <a:r>
              <a:rPr lang="en-US" altLang="ja-JP"/>
              <a:t>, </a:t>
            </a:r>
            <a:r>
              <a:rPr lang="en-US" altLang="ja-JP" err="1"/>
              <a:t>secondary_sell</a:t>
            </a:r>
            <a:r>
              <a:rPr lang="ja-JP" altLang="en-US"/>
              <a:t>　６</a:t>
            </a:r>
            <a:r>
              <a:rPr lang="en-US" altLang="ja-JP"/>
              <a:t>E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primary_secondary_long!$E$74:$E$81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51-4C14-8F03-8A2ED2710476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primary_secondary_long!$F$74:$F$81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121.70435290680599</c:v>
                </c:pt>
                <c:pt idx="3">
                  <c:v>1083</c:v>
                </c:pt>
                <c:pt idx="4">
                  <c:v>492.88395415472758</c:v>
                </c:pt>
                <c:pt idx="5">
                  <c:v>224.3163363464447</c:v>
                </c:pt>
                <c:pt idx="6">
                  <c:v>0</c:v>
                </c:pt>
                <c:pt idx="7">
                  <c:v>102.0885714126846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51-4C14-8F03-8A2ED27104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ja-JP"/>
    </a:p>
  </c:txPr>
  <c:externalData r:id="rId2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5</a:t>
            </a:r>
            <a:r>
              <a:rPr lang="ja-JP" altLang="en-US"/>
              <a:t>月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soc_transition_wide!$D$2</c:f>
              <c:strCache>
                <c:ptCount val="1"/>
                <c:pt idx="0">
                  <c:v>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soc_transition_wide!$E$2:$BA$2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0.45721250000000002</c:v>
                </c:pt>
                <c:pt idx="14">
                  <c:v>0.41442499999999988</c:v>
                </c:pt>
                <c:pt idx="15">
                  <c:v>0.37163750000000001</c:v>
                </c:pt>
                <c:pt idx="16">
                  <c:v>0.32884999999999998</c:v>
                </c:pt>
                <c:pt idx="17">
                  <c:v>0.28606249999999989</c:v>
                </c:pt>
                <c:pt idx="18">
                  <c:v>0.24327499999999991</c:v>
                </c:pt>
                <c:pt idx="19">
                  <c:v>0.22118197429162681</c:v>
                </c:pt>
                <c:pt idx="20">
                  <c:v>0.1990889485832536</c:v>
                </c:pt>
                <c:pt idx="21">
                  <c:v>0.24418605141674621</c:v>
                </c:pt>
                <c:pt idx="22">
                  <c:v>0.22209302570837311</c:v>
                </c:pt>
                <c:pt idx="23">
                  <c:v>0.2</c:v>
                </c:pt>
                <c:pt idx="24">
                  <c:v>0.22010950668584489</c:v>
                </c:pt>
                <c:pt idx="25">
                  <c:v>0.21005475334292251</c:v>
                </c:pt>
                <c:pt idx="26">
                  <c:v>0.2</c:v>
                </c:pt>
                <c:pt idx="27">
                  <c:v>0.2100547533429224</c:v>
                </c:pt>
                <c:pt idx="28">
                  <c:v>0.2</c:v>
                </c:pt>
                <c:pt idx="29">
                  <c:v>0.92950216762192861</c:v>
                </c:pt>
                <c:pt idx="30">
                  <c:v>0.96243700677145316</c:v>
                </c:pt>
                <c:pt idx="31">
                  <c:v>0.96791574295305538</c:v>
                </c:pt>
                <c:pt idx="32">
                  <c:v>0.96791574295305549</c:v>
                </c:pt>
                <c:pt idx="33">
                  <c:v>0.96333972579173488</c:v>
                </c:pt>
                <c:pt idx="34">
                  <c:v>0.96791574295305538</c:v>
                </c:pt>
                <c:pt idx="35">
                  <c:v>0.96791574295305538</c:v>
                </c:pt>
                <c:pt idx="36">
                  <c:v>0.96333972579173488</c:v>
                </c:pt>
                <c:pt idx="37">
                  <c:v>0.68215703749733514</c:v>
                </c:pt>
                <c:pt idx="38">
                  <c:v>0.39467630808520521</c:v>
                </c:pt>
                <c:pt idx="39">
                  <c:v>0.10719557867307521</c:v>
                </c:pt>
                <c:pt idx="40">
                  <c:v>0.10511298824578851</c:v>
                </c:pt>
                <c:pt idx="41">
                  <c:v>0.10303039781850171</c:v>
                </c:pt>
                <c:pt idx="42">
                  <c:v>0.10094780739121501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0.10094780739121501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DC-42AD-896E-5533FC8D9451}"/>
            </c:ext>
          </c:extLst>
        </c:ser>
        <c:ser>
          <c:idx val="1"/>
          <c:order val="1"/>
          <c:tx>
            <c:strRef>
              <c:f>soc_transition_wide!$D$3</c:f>
              <c:strCache>
                <c:ptCount val="1"/>
                <c:pt idx="0">
                  <c:v>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soc_transition_wide!$E$3:$BA$3</c:f>
              <c:numCache>
                <c:formatCode>General</c:formatCode>
                <c:ptCount val="49"/>
                <c:pt idx="0">
                  <c:v>0.5</c:v>
                </c:pt>
                <c:pt idx="1">
                  <c:v>0.49519166666666659</c:v>
                </c:pt>
                <c:pt idx="2">
                  <c:v>0.49038333333333328</c:v>
                </c:pt>
                <c:pt idx="3">
                  <c:v>0.48557500000000009</c:v>
                </c:pt>
                <c:pt idx="4">
                  <c:v>0.48076666666666662</c:v>
                </c:pt>
                <c:pt idx="5">
                  <c:v>0.47595833333333348</c:v>
                </c:pt>
                <c:pt idx="6">
                  <c:v>0.47115000000000001</c:v>
                </c:pt>
                <c:pt idx="7">
                  <c:v>0.47115000000000001</c:v>
                </c:pt>
                <c:pt idx="8">
                  <c:v>0.47115000000000001</c:v>
                </c:pt>
                <c:pt idx="9">
                  <c:v>0.47115000000000001</c:v>
                </c:pt>
                <c:pt idx="10">
                  <c:v>0.47115000000000001</c:v>
                </c:pt>
                <c:pt idx="11">
                  <c:v>0.47115000000000001</c:v>
                </c:pt>
                <c:pt idx="12">
                  <c:v>0.47115000000000001</c:v>
                </c:pt>
                <c:pt idx="13">
                  <c:v>0.42836250000000009</c:v>
                </c:pt>
                <c:pt idx="14">
                  <c:v>0.38557500000000011</c:v>
                </c:pt>
                <c:pt idx="15">
                  <c:v>0.34278750000000008</c:v>
                </c:pt>
                <c:pt idx="16">
                  <c:v>0.3</c:v>
                </c:pt>
                <c:pt idx="17">
                  <c:v>0.25721250000000001</c:v>
                </c:pt>
                <c:pt idx="18">
                  <c:v>0.21442499999999989</c:v>
                </c:pt>
                <c:pt idx="19">
                  <c:v>0.21442499999999989</c:v>
                </c:pt>
                <c:pt idx="20">
                  <c:v>0.21442499999999989</c:v>
                </c:pt>
                <c:pt idx="21">
                  <c:v>0.21442499999999989</c:v>
                </c:pt>
                <c:pt idx="22">
                  <c:v>0.21442499999999989</c:v>
                </c:pt>
                <c:pt idx="23">
                  <c:v>0.21442499999999989</c:v>
                </c:pt>
                <c:pt idx="24">
                  <c:v>0.21442499999999989</c:v>
                </c:pt>
                <c:pt idx="25">
                  <c:v>0.21442499999999989</c:v>
                </c:pt>
                <c:pt idx="26">
                  <c:v>0.88294006088825217</c:v>
                </c:pt>
                <c:pt idx="27">
                  <c:v>0.88294006088825217</c:v>
                </c:pt>
                <c:pt idx="28">
                  <c:v>0.88294006088825217</c:v>
                </c:pt>
                <c:pt idx="29">
                  <c:v>0.88294006088825217</c:v>
                </c:pt>
                <c:pt idx="30">
                  <c:v>0.88294006088825217</c:v>
                </c:pt>
                <c:pt idx="31">
                  <c:v>0.86346704871060176</c:v>
                </c:pt>
                <c:pt idx="32">
                  <c:v>0.86346704871060176</c:v>
                </c:pt>
                <c:pt idx="33">
                  <c:v>0.84399403653295135</c:v>
                </c:pt>
                <c:pt idx="34">
                  <c:v>0.86346704871060176</c:v>
                </c:pt>
                <c:pt idx="35">
                  <c:v>0.86346704871060176</c:v>
                </c:pt>
                <c:pt idx="36">
                  <c:v>0.84399403653295135</c:v>
                </c:pt>
                <c:pt idx="37">
                  <c:v>0.62407016541881066</c:v>
                </c:pt>
                <c:pt idx="38">
                  <c:v>0.3773452953010904</c:v>
                </c:pt>
                <c:pt idx="39">
                  <c:v>0.130620425183371</c:v>
                </c:pt>
                <c:pt idx="40">
                  <c:v>0.1217580657730076</c:v>
                </c:pt>
                <c:pt idx="41">
                  <c:v>0.1128957063626443</c:v>
                </c:pt>
                <c:pt idx="42">
                  <c:v>0.10403334695228091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0.10403334695228091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BDC-42AD-896E-5533FC8D9451}"/>
            </c:ext>
          </c:extLst>
        </c:ser>
        <c:ser>
          <c:idx val="2"/>
          <c:order val="2"/>
          <c:tx>
            <c:strRef>
              <c:f>soc_transition_wide!$D$4</c:f>
              <c:strCache>
                <c:ptCount val="1"/>
                <c:pt idx="0">
                  <c:v>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soc_transition_wide!$E$4:$BA$4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0.45721249999999641</c:v>
                </c:pt>
                <c:pt idx="14">
                  <c:v>0.41442499999999272</c:v>
                </c:pt>
                <c:pt idx="15">
                  <c:v>0.37163749999998907</c:v>
                </c:pt>
                <c:pt idx="16">
                  <c:v>0.32884999999999998</c:v>
                </c:pt>
                <c:pt idx="17">
                  <c:v>0.2860624999999819</c:v>
                </c:pt>
                <c:pt idx="18">
                  <c:v>0.24327499999997829</c:v>
                </c:pt>
                <c:pt idx="19">
                  <c:v>0.2211819742916061</c:v>
                </c:pt>
                <c:pt idx="20">
                  <c:v>0.1990889485832435</c:v>
                </c:pt>
                <c:pt idx="21">
                  <c:v>0.19999999999999049</c:v>
                </c:pt>
                <c:pt idx="22">
                  <c:v>0.17790697429161831</c:v>
                </c:pt>
                <c:pt idx="23">
                  <c:v>0.15581394858324629</c:v>
                </c:pt>
                <c:pt idx="24">
                  <c:v>0.13372092287487411</c:v>
                </c:pt>
                <c:pt idx="25">
                  <c:v>0.1236661695319648</c:v>
                </c:pt>
                <c:pt idx="26">
                  <c:v>0.1136114161890356</c:v>
                </c:pt>
                <c:pt idx="27">
                  <c:v>0.1035566628461122</c:v>
                </c:pt>
                <c:pt idx="28">
                  <c:v>0.1000000000000134</c:v>
                </c:pt>
                <c:pt idx="29">
                  <c:v>0.1</c:v>
                </c:pt>
                <c:pt idx="30">
                  <c:v>0.96243700677145261</c:v>
                </c:pt>
                <c:pt idx="31">
                  <c:v>0.96791574295306482</c:v>
                </c:pt>
                <c:pt idx="32">
                  <c:v>0.96791574295305893</c:v>
                </c:pt>
                <c:pt idx="33">
                  <c:v>0.96333972579173821</c:v>
                </c:pt>
                <c:pt idx="34">
                  <c:v>0.9679157429530586</c:v>
                </c:pt>
                <c:pt idx="35">
                  <c:v>0.96791574295305893</c:v>
                </c:pt>
                <c:pt idx="36">
                  <c:v>0.9633397257917472</c:v>
                </c:pt>
                <c:pt idx="37">
                  <c:v>0.68215703749734136</c:v>
                </c:pt>
                <c:pt idx="38">
                  <c:v>0.39467630808520682</c:v>
                </c:pt>
                <c:pt idx="39">
                  <c:v>0.10719557867307419</c:v>
                </c:pt>
                <c:pt idx="40">
                  <c:v>0.1051129882457873</c:v>
                </c:pt>
                <c:pt idx="41">
                  <c:v>0.103030397818504</c:v>
                </c:pt>
                <c:pt idx="42">
                  <c:v>0.1009478073912172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0.1009478073912175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BDC-42AD-896E-5533FC8D9451}"/>
            </c:ext>
          </c:extLst>
        </c:ser>
        <c:ser>
          <c:idx val="3"/>
          <c:order val="3"/>
          <c:tx>
            <c:strRef>
              <c:f>soc_transition_wide!$D$5</c:f>
              <c:strCache>
                <c:ptCount val="1"/>
                <c:pt idx="0">
                  <c:v>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soc_transition_wide!$E$5:$BA$5</c:f>
              <c:numCache>
                <c:formatCode>General</c:formatCode>
                <c:ptCount val="49"/>
                <c:pt idx="0">
                  <c:v>0.5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0.1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0.1</c:v>
                </c:pt>
                <c:pt idx="18">
                  <c:v>0.1</c:v>
                </c:pt>
                <c:pt idx="19">
                  <c:v>0.1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0.1</c:v>
                </c:pt>
                <c:pt idx="26">
                  <c:v>0.2</c:v>
                </c:pt>
                <c:pt idx="27">
                  <c:v>0.2</c:v>
                </c:pt>
                <c:pt idx="28">
                  <c:v>0.2</c:v>
                </c:pt>
                <c:pt idx="29">
                  <c:v>0.2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0.7</c:v>
                </c:pt>
                <c:pt idx="38">
                  <c:v>0.4</c:v>
                </c:pt>
                <c:pt idx="39">
                  <c:v>0.1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BDC-42AD-896E-5533FC8D94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8159584"/>
        <c:axId val="108160064"/>
      </c:lineChart>
      <c:catAx>
        <c:axId val="1081595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8160064"/>
        <c:crosses val="autoZero"/>
        <c:auto val="1"/>
        <c:lblAlgn val="ctr"/>
        <c:lblOffset val="100"/>
        <c:noMultiLvlLbl val="0"/>
      </c:catAx>
      <c:valAx>
        <c:axId val="108160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8159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6</a:t>
            </a:r>
            <a:r>
              <a:rPr lang="ja-JP" altLang="en-US"/>
              <a:t>月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soc_transition_wide!$D$6</c:f>
              <c:strCache>
                <c:ptCount val="1"/>
                <c:pt idx="0">
                  <c:v>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soc_transition_wide!$E$6:$BA$6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0.74278749999978688</c:v>
                </c:pt>
                <c:pt idx="5">
                  <c:v>0.74278749999978688</c:v>
                </c:pt>
                <c:pt idx="6">
                  <c:v>0.74278749999978688</c:v>
                </c:pt>
                <c:pt idx="7">
                  <c:v>0.74278749999978688</c:v>
                </c:pt>
                <c:pt idx="8">
                  <c:v>0.74278749999978688</c:v>
                </c:pt>
                <c:pt idx="9">
                  <c:v>0.74278749999978688</c:v>
                </c:pt>
                <c:pt idx="10">
                  <c:v>0.74278749999978688</c:v>
                </c:pt>
                <c:pt idx="11">
                  <c:v>0.74278749999978688</c:v>
                </c:pt>
                <c:pt idx="12">
                  <c:v>0.74278749999978688</c:v>
                </c:pt>
                <c:pt idx="13">
                  <c:v>0.70000000000016527</c:v>
                </c:pt>
                <c:pt idx="14">
                  <c:v>0.65721250000018283</c:v>
                </c:pt>
                <c:pt idx="15">
                  <c:v>0.70000000000037454</c:v>
                </c:pt>
                <c:pt idx="16">
                  <c:v>0.7</c:v>
                </c:pt>
                <c:pt idx="17">
                  <c:v>0.7000000000004839</c:v>
                </c:pt>
                <c:pt idx="18">
                  <c:v>0.65721250000037845</c:v>
                </c:pt>
                <c:pt idx="19">
                  <c:v>0.49002237145853722</c:v>
                </c:pt>
                <c:pt idx="20">
                  <c:v>0.32283224291684159</c:v>
                </c:pt>
                <c:pt idx="21">
                  <c:v>0.17699592287521951</c:v>
                </c:pt>
                <c:pt idx="22">
                  <c:v>0.15490289716680411</c:v>
                </c:pt>
                <c:pt idx="23">
                  <c:v>0.1328098714583886</c:v>
                </c:pt>
                <c:pt idx="24">
                  <c:v>0.1107168457499732</c:v>
                </c:pt>
                <c:pt idx="25">
                  <c:v>0.92950216762204763</c:v>
                </c:pt>
                <c:pt idx="26">
                  <c:v>0.9295021676220323</c:v>
                </c:pt>
                <c:pt idx="27">
                  <c:v>0.92950216762201765</c:v>
                </c:pt>
                <c:pt idx="28">
                  <c:v>0.92950216762200288</c:v>
                </c:pt>
                <c:pt idx="29">
                  <c:v>0.92950216762198756</c:v>
                </c:pt>
                <c:pt idx="30">
                  <c:v>0.91944741427904619</c:v>
                </c:pt>
                <c:pt idx="31">
                  <c:v>0.91944741427904619</c:v>
                </c:pt>
                <c:pt idx="32">
                  <c:v>0.91944741427904619</c:v>
                </c:pt>
                <c:pt idx="33">
                  <c:v>0.91944741427904619</c:v>
                </c:pt>
                <c:pt idx="34">
                  <c:v>0.91944741427904619</c:v>
                </c:pt>
                <c:pt idx="35">
                  <c:v>0.91944741427904619</c:v>
                </c:pt>
                <c:pt idx="36">
                  <c:v>0.91944741427904619</c:v>
                </c:pt>
                <c:pt idx="37">
                  <c:v>0.91487139711771681</c:v>
                </c:pt>
                <c:pt idx="38">
                  <c:v>0.65621814497862652</c:v>
                </c:pt>
                <c:pt idx="39">
                  <c:v>0.38372638486430333</c:v>
                </c:pt>
                <c:pt idx="40">
                  <c:v>0.11123462474998019</c:v>
                </c:pt>
                <c:pt idx="41">
                  <c:v>0.10665860758865089</c:v>
                </c:pt>
                <c:pt idx="42">
                  <c:v>0.10208259042732171</c:v>
                </c:pt>
                <c:pt idx="43">
                  <c:v>0.1000000000000309</c:v>
                </c:pt>
                <c:pt idx="44">
                  <c:v>0.1000000000000278</c:v>
                </c:pt>
                <c:pt idx="45">
                  <c:v>0.10000000000002469</c:v>
                </c:pt>
                <c:pt idx="46">
                  <c:v>0.1000000000000216</c:v>
                </c:pt>
                <c:pt idx="47">
                  <c:v>0.1000000000000186</c:v>
                </c:pt>
                <c:pt idx="48">
                  <c:v>0.50000000000001532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C22-4EAD-99B1-0DCAAABBD541}"/>
            </c:ext>
          </c:extLst>
        </c:ser>
        <c:ser>
          <c:idx val="1"/>
          <c:order val="1"/>
          <c:tx>
            <c:strRef>
              <c:f>soc_transition_wide!$D$7</c:f>
              <c:strCache>
                <c:ptCount val="1"/>
                <c:pt idx="0">
                  <c:v>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soc_transition_wide!$E$7:$BA$7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0.74278750000000004</c:v>
                </c:pt>
                <c:pt idx="5">
                  <c:v>0.74278750000000004</c:v>
                </c:pt>
                <c:pt idx="6">
                  <c:v>0.74278750000000004</c:v>
                </c:pt>
                <c:pt idx="7">
                  <c:v>0.74278750000000004</c:v>
                </c:pt>
                <c:pt idx="8">
                  <c:v>0.74278750000000004</c:v>
                </c:pt>
                <c:pt idx="9">
                  <c:v>0.74278750000000004</c:v>
                </c:pt>
                <c:pt idx="10">
                  <c:v>0.74278750000000004</c:v>
                </c:pt>
                <c:pt idx="11">
                  <c:v>0.74278750000000004</c:v>
                </c:pt>
                <c:pt idx="12">
                  <c:v>0.74278750000000004</c:v>
                </c:pt>
                <c:pt idx="13">
                  <c:v>0.7</c:v>
                </c:pt>
                <c:pt idx="14">
                  <c:v>0.65721249999999998</c:v>
                </c:pt>
                <c:pt idx="15">
                  <c:v>0.7</c:v>
                </c:pt>
                <c:pt idx="16">
                  <c:v>0.7</c:v>
                </c:pt>
                <c:pt idx="17">
                  <c:v>0.7</c:v>
                </c:pt>
                <c:pt idx="18">
                  <c:v>0.65721249999999998</c:v>
                </c:pt>
                <c:pt idx="19">
                  <c:v>0.49002237145813432</c:v>
                </c:pt>
                <c:pt idx="20">
                  <c:v>0.32283224291626839</c:v>
                </c:pt>
                <c:pt idx="21">
                  <c:v>0.17699592287488039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0.92950216762192861</c:v>
                </c:pt>
                <c:pt idx="26">
                  <c:v>0.92950216762192883</c:v>
                </c:pt>
                <c:pt idx="27">
                  <c:v>0.92950216762192861</c:v>
                </c:pt>
                <c:pt idx="28">
                  <c:v>0.92950216762192883</c:v>
                </c:pt>
                <c:pt idx="29">
                  <c:v>0.92950216762192861</c:v>
                </c:pt>
                <c:pt idx="30">
                  <c:v>0.91944741427900611</c:v>
                </c:pt>
                <c:pt idx="31">
                  <c:v>0.91944741427900611</c:v>
                </c:pt>
                <c:pt idx="32">
                  <c:v>0.91944741427900611</c:v>
                </c:pt>
                <c:pt idx="33">
                  <c:v>0.91944741427900611</c:v>
                </c:pt>
                <c:pt idx="34">
                  <c:v>0.91944741427900611</c:v>
                </c:pt>
                <c:pt idx="35">
                  <c:v>0.91944741427900611</c:v>
                </c:pt>
                <c:pt idx="36">
                  <c:v>0.91944741427900611</c:v>
                </c:pt>
                <c:pt idx="37">
                  <c:v>0.91487139711768561</c:v>
                </c:pt>
                <c:pt idx="38">
                  <c:v>0.65621814497867947</c:v>
                </c:pt>
                <c:pt idx="39">
                  <c:v>0.38372638486430349</c:v>
                </c:pt>
                <c:pt idx="40">
                  <c:v>0.11123462474992769</c:v>
                </c:pt>
                <c:pt idx="41">
                  <c:v>0.10665860758860719</c:v>
                </c:pt>
                <c:pt idx="42">
                  <c:v>0.10208259042728671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22-4EAD-99B1-0DCAAABBD541}"/>
            </c:ext>
          </c:extLst>
        </c:ser>
        <c:ser>
          <c:idx val="2"/>
          <c:order val="2"/>
          <c:tx>
            <c:strRef>
              <c:f>soc_transition_wide!$D$8</c:f>
              <c:strCache>
                <c:ptCount val="1"/>
                <c:pt idx="0">
                  <c:v>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soc_transition_wide!$E$8:$BA$8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0.97109521618461836</c:v>
                </c:pt>
                <c:pt idx="5">
                  <c:v>0.97109521618461836</c:v>
                </c:pt>
                <c:pt idx="6">
                  <c:v>0.97109521618461836</c:v>
                </c:pt>
                <c:pt idx="7">
                  <c:v>0.97109521618461836</c:v>
                </c:pt>
                <c:pt idx="8">
                  <c:v>0.97109521618461836</c:v>
                </c:pt>
                <c:pt idx="9">
                  <c:v>0.97109521618461836</c:v>
                </c:pt>
                <c:pt idx="10">
                  <c:v>0.97109521618461836</c:v>
                </c:pt>
                <c:pt idx="11">
                  <c:v>0.97109521618461836</c:v>
                </c:pt>
                <c:pt idx="12">
                  <c:v>0.97109521618461836</c:v>
                </c:pt>
                <c:pt idx="13">
                  <c:v>0.96628688285128261</c:v>
                </c:pt>
                <c:pt idx="14">
                  <c:v>0.96147854951795164</c:v>
                </c:pt>
                <c:pt idx="15">
                  <c:v>0.9566702161846109</c:v>
                </c:pt>
                <c:pt idx="16">
                  <c:v>0.95186188285128492</c:v>
                </c:pt>
                <c:pt idx="17">
                  <c:v>0.94705354951793941</c:v>
                </c:pt>
                <c:pt idx="18">
                  <c:v>0.67595833333333577</c:v>
                </c:pt>
                <c:pt idx="19">
                  <c:v>0.63317083333331237</c:v>
                </c:pt>
                <c:pt idx="20">
                  <c:v>0.59038333333331361</c:v>
                </c:pt>
                <c:pt idx="21">
                  <c:v>0.54759583333331496</c:v>
                </c:pt>
                <c:pt idx="22">
                  <c:v>0.50480833333332598</c:v>
                </c:pt>
                <c:pt idx="23">
                  <c:v>0.46202083333331773</c:v>
                </c:pt>
                <c:pt idx="24">
                  <c:v>0.41923333333331902</c:v>
                </c:pt>
                <c:pt idx="25">
                  <c:v>0.8634670487106062</c:v>
                </c:pt>
                <c:pt idx="26">
                  <c:v>0.8634670487106062</c:v>
                </c:pt>
                <c:pt idx="27">
                  <c:v>0.8634670487106062</c:v>
                </c:pt>
                <c:pt idx="28">
                  <c:v>0.8634670487106062</c:v>
                </c:pt>
                <c:pt idx="29">
                  <c:v>0.8634670487106062</c:v>
                </c:pt>
                <c:pt idx="30">
                  <c:v>0.84399403653295646</c:v>
                </c:pt>
                <c:pt idx="31">
                  <c:v>0.8351316771225934</c:v>
                </c:pt>
                <c:pt idx="32">
                  <c:v>0.82626931771223022</c:v>
                </c:pt>
                <c:pt idx="33">
                  <c:v>0.81740695830186716</c:v>
                </c:pt>
                <c:pt idx="34">
                  <c:v>0.80854459889150421</c:v>
                </c:pt>
                <c:pt idx="35">
                  <c:v>0.79968223948114114</c:v>
                </c:pt>
                <c:pt idx="36">
                  <c:v>0.79081988007077797</c:v>
                </c:pt>
                <c:pt idx="37">
                  <c:v>0.79081988007077797</c:v>
                </c:pt>
                <c:pt idx="38">
                  <c:v>0.70403334695228326</c:v>
                </c:pt>
                <c:pt idx="39">
                  <c:v>0.40403334695228188</c:v>
                </c:pt>
                <c:pt idx="40">
                  <c:v>0.10403334695228079</c:v>
                </c:pt>
                <c:pt idx="41">
                  <c:v>0.10403334695228079</c:v>
                </c:pt>
                <c:pt idx="42">
                  <c:v>0.10403334695228079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C22-4EAD-99B1-0DCAAABBD541}"/>
            </c:ext>
          </c:extLst>
        </c:ser>
        <c:ser>
          <c:idx val="3"/>
          <c:order val="3"/>
          <c:tx>
            <c:strRef>
              <c:f>soc_transition_wide!$D$9</c:f>
              <c:strCache>
                <c:ptCount val="1"/>
                <c:pt idx="0">
                  <c:v>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soc_transition_wide!$E$9:$BA$9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0.7</c:v>
                </c:pt>
                <c:pt idx="19">
                  <c:v>0.4</c:v>
                </c:pt>
                <c:pt idx="20">
                  <c:v>0.1</c:v>
                </c:pt>
                <c:pt idx="21">
                  <c:v>0.1</c:v>
                </c:pt>
                <c:pt idx="22">
                  <c:v>0.1</c:v>
                </c:pt>
                <c:pt idx="23">
                  <c:v>0.1</c:v>
                </c:pt>
                <c:pt idx="24">
                  <c:v>0.1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0.7</c:v>
                </c:pt>
                <c:pt idx="39">
                  <c:v>0.4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C22-4EAD-99B1-0DCAAABBD5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14465088"/>
        <c:axId val="115006960"/>
      </c:lineChart>
      <c:catAx>
        <c:axId val="20144650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5006960"/>
        <c:crosses val="autoZero"/>
        <c:auto val="1"/>
        <c:lblAlgn val="ctr"/>
        <c:lblOffset val="100"/>
        <c:noMultiLvlLbl val="0"/>
      </c:catAx>
      <c:valAx>
        <c:axId val="115006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14465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G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spot_buy_sell_long!$E$1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spot_buy_sell_long!$E$2:$E$49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70.726450999999997</c:v>
                </c:pt>
                <c:pt idx="21">
                  <c:v>0</c:v>
                </c:pt>
                <c:pt idx="22">
                  <c:v>0</c:v>
                </c:pt>
                <c:pt idx="23">
                  <c:v>44.423718000000001</c:v>
                </c:pt>
                <c:pt idx="24">
                  <c:v>0</c:v>
                </c:pt>
                <c:pt idx="25">
                  <c:v>0</c:v>
                </c:pt>
                <c:pt idx="26">
                  <c:v>21.167902000000002</c:v>
                </c:pt>
                <c:pt idx="27">
                  <c:v>0</c:v>
                </c:pt>
                <c:pt idx="28">
                  <c:v>778.48096899999996</c:v>
                </c:pt>
                <c:pt idx="29">
                  <c:v>45.252203000000002</c:v>
                </c:pt>
                <c:pt idx="30">
                  <c:v>10.583951000000001</c:v>
                </c:pt>
                <c:pt idx="31">
                  <c:v>4.8168600000000001</c:v>
                </c:pt>
                <c:pt idx="32">
                  <c:v>0</c:v>
                </c:pt>
                <c:pt idx="33">
                  <c:v>9.6337200000000003</c:v>
                </c:pt>
                <c:pt idx="34">
                  <c:v>4.8168600000000001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0.99769200000000002</c:v>
                </c:pt>
                <c:pt idx="44">
                  <c:v>0.99769200000000002</c:v>
                </c:pt>
                <c:pt idx="45">
                  <c:v>1.995384</c:v>
                </c:pt>
                <c:pt idx="46">
                  <c:v>0</c:v>
                </c:pt>
                <c:pt idx="47">
                  <c:v>422.05032399999999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BB-4B69-9465-6A499861390D}"/>
            </c:ext>
          </c:extLst>
        </c:ser>
        <c:ser>
          <c:idx val="1"/>
          <c:order val="1"/>
          <c:tx>
            <c:strRef>
              <c:f>spot_buy_sell_long!$F$1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spot_buy_sell_long!$F$2:$F$49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251.88783799999999</c:v>
                </c:pt>
                <c:pt idx="37">
                  <c:v>257.57182</c:v>
                </c:pt>
                <c:pt idx="38">
                  <c:v>257.57182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BB-4B69-9465-6A49986139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1892480"/>
        <c:axId val="2111889600"/>
      </c:lineChart>
      <c:catAx>
        <c:axId val="211189248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11889600"/>
        <c:crosses val="autoZero"/>
        <c:auto val="1"/>
        <c:lblAlgn val="ctr"/>
        <c:lblOffset val="100"/>
        <c:noMultiLvlLbl val="0"/>
      </c:catAx>
      <c:valAx>
        <c:axId val="2111889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11892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D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spot_buy_sell_long!$E$1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spot_buy_sell_long!$E$50:$E$97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703.700064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20.497907999999999</c:v>
                </c:pt>
                <c:pt idx="32">
                  <c:v>0</c:v>
                </c:pt>
                <c:pt idx="33">
                  <c:v>40.995815</c:v>
                </c:pt>
                <c:pt idx="34">
                  <c:v>20.497907999999999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4.245628</c:v>
                </c:pt>
                <c:pt idx="44">
                  <c:v>4.245628</c:v>
                </c:pt>
                <c:pt idx="45">
                  <c:v>8.4912569999999992</c:v>
                </c:pt>
                <c:pt idx="46">
                  <c:v>0</c:v>
                </c:pt>
                <c:pt idx="47">
                  <c:v>425.29826000000003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E9-41C1-AE0D-699C160F89A1}"/>
            </c:ext>
          </c:extLst>
        </c:ser>
        <c:ser>
          <c:idx val="1"/>
          <c:order val="1"/>
          <c:tx>
            <c:strRef>
              <c:f>spot_buy_sell_long!$F$1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spot_buy_sell_long!$F$50:$F$97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190.483014</c:v>
                </c:pt>
                <c:pt idx="37">
                  <c:v>214.67091600000001</c:v>
                </c:pt>
                <c:pt idx="38">
                  <c:v>214.67091600000001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4E9-41C1-AE0D-699C160F89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88081808"/>
        <c:axId val="1688080368"/>
      </c:lineChart>
      <c:catAx>
        <c:axId val="1688081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688080368"/>
        <c:crosses val="autoZero"/>
        <c:auto val="1"/>
        <c:lblAlgn val="ctr"/>
        <c:lblOffset val="100"/>
        <c:noMultiLvlLbl val="0"/>
      </c:catAx>
      <c:valAx>
        <c:axId val="1688080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688081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E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spot_buy_sell_long!$E$1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spot_buy_sell_long!$E$98:$E$145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24.214818000000001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6.8400949999999998</c:v>
                </c:pt>
                <c:pt idx="28">
                  <c:v>10.583951000000001</c:v>
                </c:pt>
                <c:pt idx="29">
                  <c:v>918.41237899999999</c:v>
                </c:pt>
                <c:pt idx="30">
                  <c:v>10.583951000000001</c:v>
                </c:pt>
                <c:pt idx="31">
                  <c:v>4.8168600000000001</c:v>
                </c:pt>
                <c:pt idx="32">
                  <c:v>0</c:v>
                </c:pt>
                <c:pt idx="33">
                  <c:v>9.6337200000000003</c:v>
                </c:pt>
                <c:pt idx="34">
                  <c:v>4.8168600000000001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0.99769200000000002</c:v>
                </c:pt>
                <c:pt idx="44">
                  <c:v>0.99769200000000002</c:v>
                </c:pt>
                <c:pt idx="45">
                  <c:v>1.995384</c:v>
                </c:pt>
                <c:pt idx="46">
                  <c:v>0</c:v>
                </c:pt>
                <c:pt idx="47">
                  <c:v>422.05032399999999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34-4692-8DE8-0588CF7DD618}"/>
            </c:ext>
          </c:extLst>
        </c:ser>
        <c:ser>
          <c:idx val="1"/>
          <c:order val="1"/>
          <c:tx>
            <c:strRef>
              <c:f>spot_buy_sell_long!$F$1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spot_buy_sell_long!$F$98:$F$145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251.88783799999999</c:v>
                </c:pt>
                <c:pt idx="37">
                  <c:v>257.57182</c:v>
                </c:pt>
                <c:pt idx="38">
                  <c:v>257.57182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34-4692-8DE8-0588CF7DD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20258192"/>
        <c:axId val="2120258672"/>
      </c:lineChart>
      <c:catAx>
        <c:axId val="212025819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20258672"/>
        <c:crosses val="autoZero"/>
        <c:auto val="1"/>
        <c:lblAlgn val="ctr"/>
        <c:lblOffset val="100"/>
        <c:noMultiLvlLbl val="0"/>
      </c:catAx>
      <c:valAx>
        <c:axId val="2120258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20258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A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spot_buy_sell_long!$E$1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spot_buy_sell_long!$E$146:$E$193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105.263158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842.10526300000004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421.05263200000002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92-42BF-8CE4-A5FC6526214B}"/>
            </c:ext>
          </c:extLst>
        </c:ser>
        <c:ser>
          <c:idx val="1"/>
          <c:order val="1"/>
          <c:tx>
            <c:strRef>
              <c:f>spot_buy_sell_long!$F$1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spot_buy_sell_long!$F$146:$F$193</c:f>
              <c:numCache>
                <c:formatCode>General</c:formatCode>
                <c:ptCount val="48"/>
                <c:pt idx="0">
                  <c:v>270.75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90.25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270.75</c:v>
                </c:pt>
                <c:pt idx="37">
                  <c:v>270.75</c:v>
                </c:pt>
                <c:pt idx="38">
                  <c:v>270.75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92-42BF-8CE4-A5FC652621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3341504"/>
        <c:axId val="1697005248"/>
      </c:lineChart>
      <c:catAx>
        <c:axId val="1933415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697005248"/>
        <c:crosses val="autoZero"/>
        <c:auto val="1"/>
        <c:lblAlgn val="ctr"/>
        <c:lblOffset val="100"/>
        <c:noMultiLvlLbl val="0"/>
      </c:catAx>
      <c:valAx>
        <c:axId val="1697005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3341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G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spot_buy_sell_long!$E$1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spot_buy_sell_long!$E$194:$E$241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255.565789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90.078946999999999</c:v>
                </c:pt>
                <c:pt idx="15">
                  <c:v>45.039473999999998</c:v>
                </c:pt>
                <c:pt idx="16">
                  <c:v>45.039473999999998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872.46323700000005</c:v>
                </c:pt>
                <c:pt idx="25">
                  <c:v>10.583951000000001</c:v>
                </c:pt>
                <c:pt idx="26">
                  <c:v>10.583951000000001</c:v>
                </c:pt>
                <c:pt idx="27">
                  <c:v>10.583951000000001</c:v>
                </c:pt>
                <c:pt idx="28">
                  <c:v>10.583951000000001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2.1922000000000001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34-4179-8A4E-E3F17251F9B6}"/>
            </c:ext>
          </c:extLst>
        </c:ser>
        <c:ser>
          <c:idx val="1"/>
          <c:order val="1"/>
          <c:tx>
            <c:strRef>
              <c:f>spot_buy_sell_long!$F$1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spot_buy_sell_long!$F$194:$F$241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130.95013499999999</c:v>
                </c:pt>
                <c:pt idx="19">
                  <c:v>130.95013499999999</c:v>
                </c:pt>
                <c:pt idx="20">
                  <c:v>111.67832300000001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229.30470500000001</c:v>
                </c:pt>
                <c:pt idx="38">
                  <c:v>241.793958</c:v>
                </c:pt>
                <c:pt idx="39">
                  <c:v>241.793958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B34-4179-8A4E-E3F17251F9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9569408"/>
        <c:axId val="199570368"/>
      </c:lineChart>
      <c:catAx>
        <c:axId val="1995694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9570368"/>
        <c:crosses val="autoZero"/>
        <c:auto val="1"/>
        <c:lblAlgn val="ctr"/>
        <c:lblOffset val="100"/>
        <c:noMultiLvlLbl val="0"/>
      </c:catAx>
      <c:valAx>
        <c:axId val="199570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9569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D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spot_buy_sell_long!$E$1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spot_buy_sell_long!$E$242:$E$289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255.565789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90.078946999999999</c:v>
                </c:pt>
                <c:pt idx="15">
                  <c:v>45.039473999999998</c:v>
                </c:pt>
                <c:pt idx="16">
                  <c:v>45.039473999999998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872.46323700000005</c:v>
                </c:pt>
                <c:pt idx="25">
                  <c:v>10.583951000000001</c:v>
                </c:pt>
                <c:pt idx="26">
                  <c:v>10.583951000000001</c:v>
                </c:pt>
                <c:pt idx="27">
                  <c:v>10.583951000000001</c:v>
                </c:pt>
                <c:pt idx="28">
                  <c:v>10.583951000000001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2.1922000000000001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91-451A-8142-44CA6610F954}"/>
            </c:ext>
          </c:extLst>
        </c:ser>
        <c:ser>
          <c:idx val="1"/>
          <c:order val="1"/>
          <c:tx>
            <c:strRef>
              <c:f>spot_buy_sell_long!$F$1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spot_buy_sell_long!$F$242:$F$289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130.95013499999999</c:v>
                </c:pt>
                <c:pt idx="19">
                  <c:v>130.95013499999999</c:v>
                </c:pt>
                <c:pt idx="20">
                  <c:v>111.67832300000001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229.30470500000001</c:v>
                </c:pt>
                <c:pt idx="38">
                  <c:v>241.793958</c:v>
                </c:pt>
                <c:pt idx="39">
                  <c:v>241.793958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91-451A-8142-44CA6610F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1946832"/>
        <c:axId val="111948272"/>
      </c:lineChart>
      <c:catAx>
        <c:axId val="11194683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1948272"/>
        <c:crosses val="autoZero"/>
        <c:auto val="1"/>
        <c:lblAlgn val="ctr"/>
        <c:lblOffset val="100"/>
        <c:noMultiLvlLbl val="0"/>
      </c:catAx>
      <c:valAx>
        <c:axId val="111948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1946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E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spot_buy_sell_long!$E$1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spot_buy_sell_long!$E$290:$E$337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495.889701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488.112345</c:v>
                </c:pt>
                <c:pt idx="25">
                  <c:v>20.497907999999999</c:v>
                </c:pt>
                <c:pt idx="26">
                  <c:v>20.497907999999999</c:v>
                </c:pt>
                <c:pt idx="27">
                  <c:v>20.497907999999999</c:v>
                </c:pt>
                <c:pt idx="28">
                  <c:v>20.497907999999999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4.245628</c:v>
                </c:pt>
                <c:pt idx="44">
                  <c:v>4.245628</c:v>
                </c:pt>
                <c:pt idx="45">
                  <c:v>4.245628</c:v>
                </c:pt>
                <c:pt idx="46">
                  <c:v>4.245628</c:v>
                </c:pt>
                <c:pt idx="47">
                  <c:v>425.29826000000003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19-4894-9CBF-94BF0A47E512}"/>
            </c:ext>
          </c:extLst>
        </c:ser>
        <c:ser>
          <c:idx val="1"/>
          <c:order val="1"/>
          <c:tx>
            <c:strRef>
              <c:f>spot_buy_sell_long!$F$1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spot_buy_sell_long!$F$290:$F$337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240.32391200000001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78.324845999999994</c:v>
                </c:pt>
                <c:pt idx="38">
                  <c:v>270.75</c:v>
                </c:pt>
                <c:pt idx="39">
                  <c:v>270.75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419-4894-9CBF-94BF0A47E5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045152"/>
        <c:axId val="116046112"/>
      </c:lineChart>
      <c:catAx>
        <c:axId val="11604515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6046112"/>
        <c:crosses val="autoZero"/>
        <c:auto val="1"/>
        <c:lblAlgn val="ctr"/>
        <c:lblOffset val="100"/>
        <c:noMultiLvlLbl val="0"/>
      </c:catAx>
      <c:valAx>
        <c:axId val="116046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6045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A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spot_buy_sell_long!$E$1</c:f>
              <c:strCache>
                <c:ptCount val="1"/>
                <c:pt idx="0">
                  <c:v>P_buy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spot_buy_sell_long!$E$338:$E$385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526.315789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947.36842100000001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421.05263200000002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6E-4251-B699-691733F8AEC0}"/>
            </c:ext>
          </c:extLst>
        </c:ser>
        <c:ser>
          <c:idx val="1"/>
          <c:order val="1"/>
          <c:tx>
            <c:strRef>
              <c:f>spot_buy_sell_long!$F$1</c:f>
              <c:strCache>
                <c:ptCount val="1"/>
                <c:pt idx="0">
                  <c:v>P_sel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spot_buy_sell_long!$F$338:$F$385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270.75</c:v>
                </c:pt>
                <c:pt idx="18">
                  <c:v>270.75</c:v>
                </c:pt>
                <c:pt idx="19">
                  <c:v>270.75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270.75</c:v>
                </c:pt>
                <c:pt idx="38">
                  <c:v>270.75</c:v>
                </c:pt>
                <c:pt idx="39">
                  <c:v>270.75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86E-4251-B699-691733F8AE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7928864"/>
        <c:axId val="217934144"/>
      </c:lineChart>
      <c:catAx>
        <c:axId val="21792886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7934144"/>
        <c:crosses val="autoZero"/>
        <c:auto val="1"/>
        <c:lblAlgn val="ctr"/>
        <c:lblOffset val="100"/>
        <c:noMultiLvlLbl val="0"/>
      </c:catAx>
      <c:valAx>
        <c:axId val="217934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7928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G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21-47F2-973F-CA723EC68F04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primary_secondary_long!$F$2:$F$9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559.19945877109149</c:v>
                </c:pt>
                <c:pt idx="4">
                  <c:v>254.4971748848377</c:v>
                </c:pt>
                <c:pt idx="5">
                  <c:v>115.82416793947</c:v>
                </c:pt>
                <c:pt idx="6">
                  <c:v>52.712718264715782</c:v>
                </c:pt>
                <c:pt idx="7">
                  <c:v>23.990076650560709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21-47F2-973F-CA723EC68F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7935104"/>
        <c:axId val="217927904"/>
      </c:lineChart>
      <c:catAx>
        <c:axId val="2179351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7927904"/>
        <c:crosses val="autoZero"/>
        <c:auto val="1"/>
        <c:lblAlgn val="ctr"/>
        <c:lblOffset val="100"/>
        <c:noMultiLvlLbl val="0"/>
      </c:catAx>
      <c:valAx>
        <c:axId val="217927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7935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D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primary_secondary_long!$E$10:$E$17</c:f>
              <c:numCache>
                <c:formatCode>General</c:formatCode>
                <c:ptCount val="8"/>
                <c:pt idx="0">
                  <c:v>121.70435290680599</c:v>
                </c:pt>
                <c:pt idx="1">
                  <c:v>0</c:v>
                </c:pt>
                <c:pt idx="2">
                  <c:v>1083</c:v>
                </c:pt>
                <c:pt idx="3">
                  <c:v>0</c:v>
                </c:pt>
                <c:pt idx="4">
                  <c:v>0</c:v>
                </c:pt>
                <c:pt idx="5">
                  <c:v>492.88395415472752</c:v>
                </c:pt>
                <c:pt idx="6">
                  <c:v>224.31633634644459</c:v>
                </c:pt>
                <c:pt idx="7">
                  <c:v>102.0885714126846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A2-40CB-B71C-898D68E3FB1B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primary_secondary_long!$F$10:$F$17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A2-40CB-B71C-898D68E3FB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953200"/>
        <c:axId val="119950800"/>
      </c:lineChart>
      <c:catAx>
        <c:axId val="1199532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9950800"/>
        <c:crosses val="autoZero"/>
        <c:auto val="1"/>
        <c:lblAlgn val="ctr"/>
        <c:lblOffset val="100"/>
        <c:noMultiLvlLbl val="0"/>
      </c:catAx>
      <c:valAx>
        <c:axId val="1199508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99532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５</a:t>
            </a:r>
            <a:r>
              <a:rPr lang="en-US" altLang="ja-JP"/>
              <a:t>E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primary_secondary_long!$E$18:$E$25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F8-4C6D-B104-34A4F1B3D314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primary_secondary_long!$F$18:$F$25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559.19945877106932</c:v>
                </c:pt>
                <c:pt idx="4">
                  <c:v>254.4971748848609</c:v>
                </c:pt>
                <c:pt idx="5">
                  <c:v>115.8241679394699</c:v>
                </c:pt>
                <c:pt idx="6">
                  <c:v>52.712718264715868</c:v>
                </c:pt>
                <c:pt idx="7">
                  <c:v>23.990076650624289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F8-4C6D-B104-34A4F1B3D3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8399312"/>
        <c:axId val="118395472"/>
      </c:lineChart>
      <c:catAx>
        <c:axId val="11839931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8395472"/>
        <c:crosses val="autoZero"/>
        <c:auto val="1"/>
        <c:lblAlgn val="ctr"/>
        <c:lblOffset val="100"/>
        <c:noMultiLvlLbl val="0"/>
      </c:catAx>
      <c:valAx>
        <c:axId val="118395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18399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G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primary_secondary_long!$E$34:$E$41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559.19945877216253</c:v>
                </c:pt>
                <c:pt idx="4">
                  <c:v>254.49717488532511</c:v>
                </c:pt>
                <c:pt idx="5">
                  <c:v>0</c:v>
                </c:pt>
                <c:pt idx="6">
                  <c:v>115.8241679396919</c:v>
                </c:pt>
                <c:pt idx="7">
                  <c:v>52.712718264816722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59-4474-A2AD-7210C51C1513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primary_secondary_long!$F$34:$F$41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59-4474-A2AD-7210C51C15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4888080"/>
        <c:axId val="224883760"/>
      </c:lineChart>
      <c:catAx>
        <c:axId val="22488808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24883760"/>
        <c:crosses val="autoZero"/>
        <c:auto val="1"/>
        <c:lblAlgn val="ctr"/>
        <c:lblOffset val="100"/>
        <c:noMultiLvlLbl val="0"/>
      </c:catAx>
      <c:valAx>
        <c:axId val="224883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2488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D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primary_secondary_long!$E$42:$E$49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559.19945877109137</c:v>
                </c:pt>
                <c:pt idx="4">
                  <c:v>254.49717488483759</c:v>
                </c:pt>
                <c:pt idx="5">
                  <c:v>0</c:v>
                </c:pt>
                <c:pt idx="6">
                  <c:v>115.8241679394699</c:v>
                </c:pt>
                <c:pt idx="7">
                  <c:v>52.712718264715761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268-4479-A64B-9EBE7BC18F20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primary_secondary_long!$F$42:$F$49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268-4479-A64B-9EBE7BC18F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4365344"/>
        <c:axId val="124369184"/>
      </c:lineChart>
      <c:catAx>
        <c:axId val="12436534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4369184"/>
        <c:crosses val="autoZero"/>
        <c:auto val="1"/>
        <c:lblAlgn val="ctr"/>
        <c:lblOffset val="100"/>
        <c:noMultiLvlLbl val="0"/>
      </c:catAx>
      <c:valAx>
        <c:axId val="124369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24365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/>
              <a:t>６</a:t>
            </a:r>
            <a:r>
              <a:rPr lang="en-US" altLang="ja-JP"/>
              <a:t>E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primary_secondary_long!$E$1</c:f>
              <c:strCache>
                <c:ptCount val="1"/>
                <c:pt idx="0">
                  <c:v>primary_sell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primary_secondary_long!$E$50:$E$57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57-4054-906F-35D1F401C4EF}"/>
            </c:ext>
          </c:extLst>
        </c:ser>
        <c:ser>
          <c:idx val="1"/>
          <c:order val="1"/>
          <c:tx>
            <c:strRef>
              <c:f>primary_secondary_long!$F$1</c:f>
              <c:strCache>
                <c:ptCount val="1"/>
                <c:pt idx="0">
                  <c:v>secondary_sell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primary_secondary_long!$F$50:$F$57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121.7043529068701</c:v>
                </c:pt>
                <c:pt idx="3">
                  <c:v>1083</c:v>
                </c:pt>
                <c:pt idx="4">
                  <c:v>492.8839541547116</c:v>
                </c:pt>
                <c:pt idx="5">
                  <c:v>224.3163363464374</c:v>
                </c:pt>
                <c:pt idx="6">
                  <c:v>0</c:v>
                </c:pt>
                <c:pt idx="7">
                  <c:v>102.0885714126813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57-4054-906F-35D1F401C4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21365552"/>
        <c:axId val="2121366512"/>
      </c:lineChart>
      <c:catAx>
        <c:axId val="212136555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21366512"/>
        <c:crosses val="autoZero"/>
        <c:auto val="1"/>
        <c:lblAlgn val="ctr"/>
        <c:lblOffset val="100"/>
        <c:noMultiLvlLbl val="0"/>
      </c:catAx>
      <c:valAx>
        <c:axId val="2121366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21365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5</a:t>
            </a:r>
            <a:r>
              <a:rPr lang="ja-JP" altLang="en-US"/>
              <a:t>月</a:t>
            </a:r>
            <a:r>
              <a:rPr lang="en-US" altLang="ja-JP"/>
              <a:t>G spot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比較!$C$3</c:f>
              <c:strCache>
                <c:ptCount val="1"/>
                <c:pt idx="0">
                  <c:v>P_buy劣化なし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比較!$C$4:$C$51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70.726450999999997</c:v>
                </c:pt>
                <c:pt idx="21">
                  <c:v>0</c:v>
                </c:pt>
                <c:pt idx="22">
                  <c:v>0</c:v>
                </c:pt>
                <c:pt idx="23">
                  <c:v>44.423718000000001</c:v>
                </c:pt>
                <c:pt idx="24">
                  <c:v>0</c:v>
                </c:pt>
                <c:pt idx="25">
                  <c:v>0</c:v>
                </c:pt>
                <c:pt idx="26">
                  <c:v>21.167902000000002</c:v>
                </c:pt>
                <c:pt idx="27">
                  <c:v>0</c:v>
                </c:pt>
                <c:pt idx="28">
                  <c:v>778.48096899999996</c:v>
                </c:pt>
                <c:pt idx="29">
                  <c:v>45.252203000000002</c:v>
                </c:pt>
                <c:pt idx="30">
                  <c:v>10.583951000000001</c:v>
                </c:pt>
                <c:pt idx="31">
                  <c:v>4.8168600000000001</c:v>
                </c:pt>
                <c:pt idx="32">
                  <c:v>0</c:v>
                </c:pt>
                <c:pt idx="33">
                  <c:v>9.6337200000000003</c:v>
                </c:pt>
                <c:pt idx="34">
                  <c:v>4.8168600000000001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0.99769200000000002</c:v>
                </c:pt>
                <c:pt idx="44">
                  <c:v>0.99769200000000002</c:v>
                </c:pt>
                <c:pt idx="45">
                  <c:v>1.995384</c:v>
                </c:pt>
                <c:pt idx="46">
                  <c:v>0</c:v>
                </c:pt>
                <c:pt idx="47">
                  <c:v>422.05032399999999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D12-4932-A72E-2F403303144A}"/>
            </c:ext>
          </c:extLst>
        </c:ser>
        <c:ser>
          <c:idx val="1"/>
          <c:order val="1"/>
          <c:tx>
            <c:strRef>
              <c:f>比較!$D$3</c:f>
              <c:strCache>
                <c:ptCount val="1"/>
                <c:pt idx="0">
                  <c:v>P_sel劣化なし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比較!$D$4:$D$51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251.88783799999999</c:v>
                </c:pt>
                <c:pt idx="37">
                  <c:v>257.57182</c:v>
                </c:pt>
                <c:pt idx="38">
                  <c:v>257.57182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D12-4932-A72E-2F403303144A}"/>
            </c:ext>
          </c:extLst>
        </c:ser>
        <c:ser>
          <c:idx val="2"/>
          <c:order val="2"/>
          <c:tx>
            <c:strRef>
              <c:f>比較!$E$3</c:f>
              <c:strCache>
                <c:ptCount val="1"/>
                <c:pt idx="0">
                  <c:v>P_buy劣化あり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比較!$E$4:$E$51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872.46323700000005</c:v>
                </c:pt>
                <c:pt idx="30">
                  <c:v>0</c:v>
                </c:pt>
                <c:pt idx="31">
                  <c:v>10.583951000000001</c:v>
                </c:pt>
                <c:pt idx="32">
                  <c:v>0</c:v>
                </c:pt>
                <c:pt idx="33">
                  <c:v>21.167902000000002</c:v>
                </c:pt>
                <c:pt idx="34">
                  <c:v>10.583951000000001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4.3844010000000004</c:v>
                </c:pt>
                <c:pt idx="46">
                  <c:v>0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D12-4932-A72E-2F403303144A}"/>
            </c:ext>
          </c:extLst>
        </c:ser>
        <c:ser>
          <c:idx val="3"/>
          <c:order val="3"/>
          <c:tx>
            <c:strRef>
              <c:f>比較!$F$3</c:f>
              <c:strCache>
                <c:ptCount val="1"/>
                <c:pt idx="0">
                  <c:v>P_sel劣化あり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比較!$F$4:$F$51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241.793958</c:v>
                </c:pt>
                <c:pt idx="37">
                  <c:v>241.793958</c:v>
                </c:pt>
                <c:pt idx="38">
                  <c:v>229.30470500000001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D12-4932-A72E-2F4033031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20065056"/>
        <c:axId val="420054976"/>
      </c:lineChart>
      <c:catAx>
        <c:axId val="42006505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20054976"/>
        <c:crosses val="autoZero"/>
        <c:auto val="1"/>
        <c:lblAlgn val="ctr"/>
        <c:lblOffset val="100"/>
        <c:noMultiLvlLbl val="0"/>
      </c:catAx>
      <c:valAx>
        <c:axId val="420054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20065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dirty="0"/>
              <a:t>5</a:t>
            </a:r>
            <a:r>
              <a:rPr lang="ja-JP" altLang="en-US" dirty="0"/>
              <a:t>月</a:t>
            </a:r>
            <a:r>
              <a:rPr lang="en-US" altLang="ja-JP" dirty="0"/>
              <a:t>G SOC</a:t>
            </a:r>
            <a:endParaRPr lang="ja-JP" alt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比較!$A$3</c:f>
              <c:strCache>
                <c:ptCount val="1"/>
                <c:pt idx="0">
                  <c:v>劣化なし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比較!$A$4:$A$52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0.45721250000000002</c:v>
                </c:pt>
                <c:pt idx="14">
                  <c:v>0.41442499999999988</c:v>
                </c:pt>
                <c:pt idx="15">
                  <c:v>0.37163750000000001</c:v>
                </c:pt>
                <c:pt idx="16">
                  <c:v>0.32884999999999998</c:v>
                </c:pt>
                <c:pt idx="17">
                  <c:v>0.28606249999999989</c:v>
                </c:pt>
                <c:pt idx="18">
                  <c:v>0.24327499999999991</c:v>
                </c:pt>
                <c:pt idx="19">
                  <c:v>0.22118197429162681</c:v>
                </c:pt>
                <c:pt idx="20">
                  <c:v>0.1990889485832536</c:v>
                </c:pt>
                <c:pt idx="21">
                  <c:v>0.24418605141674621</c:v>
                </c:pt>
                <c:pt idx="22">
                  <c:v>0.22209302570837311</c:v>
                </c:pt>
                <c:pt idx="23">
                  <c:v>0.2</c:v>
                </c:pt>
                <c:pt idx="24">
                  <c:v>0.22010950668584489</c:v>
                </c:pt>
                <c:pt idx="25">
                  <c:v>0.21005475334292251</c:v>
                </c:pt>
                <c:pt idx="26">
                  <c:v>0.2</c:v>
                </c:pt>
                <c:pt idx="27">
                  <c:v>0.2100547533429224</c:v>
                </c:pt>
                <c:pt idx="28">
                  <c:v>0.2</c:v>
                </c:pt>
                <c:pt idx="29">
                  <c:v>0.92950216762192861</c:v>
                </c:pt>
                <c:pt idx="30">
                  <c:v>0.96243700677145316</c:v>
                </c:pt>
                <c:pt idx="31">
                  <c:v>0.96791574295305538</c:v>
                </c:pt>
                <c:pt idx="32">
                  <c:v>0.96791574295305549</c:v>
                </c:pt>
                <c:pt idx="33">
                  <c:v>0.96333972579173488</c:v>
                </c:pt>
                <c:pt idx="34">
                  <c:v>0.96791574295305538</c:v>
                </c:pt>
                <c:pt idx="35">
                  <c:v>0.96791574295305538</c:v>
                </c:pt>
                <c:pt idx="36">
                  <c:v>0.96333972579173488</c:v>
                </c:pt>
                <c:pt idx="37">
                  <c:v>0.68215703749733514</c:v>
                </c:pt>
                <c:pt idx="38">
                  <c:v>0.39467630808520521</c:v>
                </c:pt>
                <c:pt idx="39">
                  <c:v>0.10719557867307521</c:v>
                </c:pt>
                <c:pt idx="40">
                  <c:v>0.10511298824578851</c:v>
                </c:pt>
                <c:pt idx="41">
                  <c:v>0.10303039781850171</c:v>
                </c:pt>
                <c:pt idx="42">
                  <c:v>0.10094780739121501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0.10094780739121501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EA-4C13-855E-74AED04DC42C}"/>
            </c:ext>
          </c:extLst>
        </c:ser>
        <c:ser>
          <c:idx val="1"/>
          <c:order val="1"/>
          <c:tx>
            <c:strRef>
              <c:f>比較!$B$3</c:f>
              <c:strCache>
                <c:ptCount val="1"/>
                <c:pt idx="0">
                  <c:v>あり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比較!$B$4:$B$52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0.45721250000000002</c:v>
                </c:pt>
                <c:pt idx="14">
                  <c:v>0.41442499999999988</c:v>
                </c:pt>
                <c:pt idx="15">
                  <c:v>0.37163750000000001</c:v>
                </c:pt>
                <c:pt idx="16">
                  <c:v>0.32884999999999998</c:v>
                </c:pt>
                <c:pt idx="17">
                  <c:v>0.28606249999999978</c:v>
                </c:pt>
                <c:pt idx="18">
                  <c:v>0.2432749999999998</c:v>
                </c:pt>
                <c:pt idx="19">
                  <c:v>0.2211819742916267</c:v>
                </c:pt>
                <c:pt idx="20">
                  <c:v>0.1990889485832536</c:v>
                </c:pt>
                <c:pt idx="21">
                  <c:v>0.17699592287488039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0.11071684574976109</c:v>
                </c:pt>
                <c:pt idx="26">
                  <c:v>0.11071684574976109</c:v>
                </c:pt>
                <c:pt idx="27">
                  <c:v>0.11071684574976109</c:v>
                </c:pt>
                <c:pt idx="28">
                  <c:v>0.11071684574976109</c:v>
                </c:pt>
                <c:pt idx="29">
                  <c:v>0.11071684574976109</c:v>
                </c:pt>
                <c:pt idx="30">
                  <c:v>0.93955692096485122</c:v>
                </c:pt>
                <c:pt idx="31">
                  <c:v>0.92950216762192883</c:v>
                </c:pt>
                <c:pt idx="32">
                  <c:v>0.92950216762192883</c:v>
                </c:pt>
                <c:pt idx="33">
                  <c:v>0.91944741427900623</c:v>
                </c:pt>
                <c:pt idx="34">
                  <c:v>0.92950216762192883</c:v>
                </c:pt>
                <c:pt idx="35">
                  <c:v>0.92950216762192883</c:v>
                </c:pt>
                <c:pt idx="36">
                  <c:v>0.91944741427900623</c:v>
                </c:pt>
                <c:pt idx="37">
                  <c:v>0.64695565416463019</c:v>
                </c:pt>
                <c:pt idx="38">
                  <c:v>0.37446389405025432</c:v>
                </c:pt>
                <c:pt idx="39">
                  <c:v>0.11581064191124819</c:v>
                </c:pt>
                <c:pt idx="40">
                  <c:v>0.11123462474992769</c:v>
                </c:pt>
                <c:pt idx="41">
                  <c:v>0.10665860758860719</c:v>
                </c:pt>
                <c:pt idx="42">
                  <c:v>0.10208259042728671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0.10208259042728671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EA-4C13-855E-74AED04DC4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59922048"/>
        <c:axId val="2059934048"/>
      </c:lineChart>
      <c:catAx>
        <c:axId val="205992204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59934048"/>
        <c:crosses val="autoZero"/>
        <c:auto val="1"/>
        <c:lblAlgn val="ctr"/>
        <c:lblOffset val="100"/>
        <c:noMultiLvlLbl val="0"/>
      </c:catAx>
      <c:valAx>
        <c:axId val="2059934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59922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6</a:t>
            </a:r>
            <a:r>
              <a:rPr lang="ja-JP" altLang="en-US"/>
              <a:t>月</a:t>
            </a:r>
            <a:r>
              <a:rPr lang="en-US" altLang="ja-JP"/>
              <a:t>G SOC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比較6!$A$3</c:f>
              <c:strCache>
                <c:ptCount val="1"/>
                <c:pt idx="0">
                  <c:v>劣化なし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比較6!$A$4:$A$52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0.74278749999978688</c:v>
                </c:pt>
                <c:pt idx="5">
                  <c:v>0.74278749999978688</c:v>
                </c:pt>
                <c:pt idx="6">
                  <c:v>0.74278749999978688</c:v>
                </c:pt>
                <c:pt idx="7">
                  <c:v>0.74278749999978688</c:v>
                </c:pt>
                <c:pt idx="8">
                  <c:v>0.74278749999978688</c:v>
                </c:pt>
                <c:pt idx="9">
                  <c:v>0.74278749999978688</c:v>
                </c:pt>
                <c:pt idx="10">
                  <c:v>0.74278749999978688</c:v>
                </c:pt>
                <c:pt idx="11">
                  <c:v>0.74278749999978688</c:v>
                </c:pt>
                <c:pt idx="12">
                  <c:v>0.74278749999978688</c:v>
                </c:pt>
                <c:pt idx="13">
                  <c:v>0.70000000000016527</c:v>
                </c:pt>
                <c:pt idx="14">
                  <c:v>0.65721250000018283</c:v>
                </c:pt>
                <c:pt idx="15">
                  <c:v>0.70000000000037454</c:v>
                </c:pt>
                <c:pt idx="16">
                  <c:v>0.7</c:v>
                </c:pt>
                <c:pt idx="17">
                  <c:v>0.7000000000004839</c:v>
                </c:pt>
                <c:pt idx="18">
                  <c:v>0.65721250000037845</c:v>
                </c:pt>
                <c:pt idx="19">
                  <c:v>0.49002237145853722</c:v>
                </c:pt>
                <c:pt idx="20">
                  <c:v>0.32283224291684159</c:v>
                </c:pt>
                <c:pt idx="21">
                  <c:v>0.17699592287521951</c:v>
                </c:pt>
                <c:pt idx="22">
                  <c:v>0.15490289716680411</c:v>
                </c:pt>
                <c:pt idx="23">
                  <c:v>0.1328098714583886</c:v>
                </c:pt>
                <c:pt idx="24">
                  <c:v>0.1107168457499732</c:v>
                </c:pt>
                <c:pt idx="25">
                  <c:v>0.92950216762204763</c:v>
                </c:pt>
                <c:pt idx="26">
                  <c:v>0.9295021676220323</c:v>
                </c:pt>
                <c:pt idx="27">
                  <c:v>0.92950216762201765</c:v>
                </c:pt>
                <c:pt idx="28">
                  <c:v>0.92950216762200288</c:v>
                </c:pt>
                <c:pt idx="29">
                  <c:v>0.92950216762198756</c:v>
                </c:pt>
                <c:pt idx="30">
                  <c:v>0.91944741427904619</c:v>
                </c:pt>
                <c:pt idx="31">
                  <c:v>0.91944741427904619</c:v>
                </c:pt>
                <c:pt idx="32">
                  <c:v>0.91944741427904619</c:v>
                </c:pt>
                <c:pt idx="33">
                  <c:v>0.91944741427904619</c:v>
                </c:pt>
                <c:pt idx="34">
                  <c:v>0.91944741427904619</c:v>
                </c:pt>
                <c:pt idx="35">
                  <c:v>0.91944741427904619</c:v>
                </c:pt>
                <c:pt idx="36">
                  <c:v>0.91944741427904619</c:v>
                </c:pt>
                <c:pt idx="37">
                  <c:v>0.91487139711771681</c:v>
                </c:pt>
                <c:pt idx="38">
                  <c:v>0.65621814497862652</c:v>
                </c:pt>
                <c:pt idx="39">
                  <c:v>0.38372638486430333</c:v>
                </c:pt>
                <c:pt idx="40">
                  <c:v>0.11123462474998019</c:v>
                </c:pt>
                <c:pt idx="41">
                  <c:v>0.10665860758865089</c:v>
                </c:pt>
                <c:pt idx="42">
                  <c:v>0.10208259042732171</c:v>
                </c:pt>
                <c:pt idx="43">
                  <c:v>0.1000000000000309</c:v>
                </c:pt>
                <c:pt idx="44">
                  <c:v>0.1000000000000278</c:v>
                </c:pt>
                <c:pt idx="45">
                  <c:v>0.10000000000002469</c:v>
                </c:pt>
                <c:pt idx="46">
                  <c:v>0.1000000000000216</c:v>
                </c:pt>
                <c:pt idx="47">
                  <c:v>0.1000000000000186</c:v>
                </c:pt>
                <c:pt idx="48">
                  <c:v>0.50000000000001532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61E-4F9E-A17F-4359773311A4}"/>
            </c:ext>
          </c:extLst>
        </c:ser>
        <c:ser>
          <c:idx val="1"/>
          <c:order val="1"/>
          <c:tx>
            <c:strRef>
              <c:f>比較6!$B$3</c:f>
              <c:strCache>
                <c:ptCount val="1"/>
                <c:pt idx="0">
                  <c:v>あり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比較6!$B$4:$B$52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0.74278750000000004</c:v>
                </c:pt>
                <c:pt idx="5">
                  <c:v>0.74278750000000004</c:v>
                </c:pt>
                <c:pt idx="6">
                  <c:v>0.74278750000000004</c:v>
                </c:pt>
                <c:pt idx="7">
                  <c:v>0.74278750000000004</c:v>
                </c:pt>
                <c:pt idx="8">
                  <c:v>0.74278750000000004</c:v>
                </c:pt>
                <c:pt idx="9">
                  <c:v>0.74278750000000004</c:v>
                </c:pt>
                <c:pt idx="10">
                  <c:v>0.74278750000000004</c:v>
                </c:pt>
                <c:pt idx="11">
                  <c:v>0.74278750000000004</c:v>
                </c:pt>
                <c:pt idx="12">
                  <c:v>0.74278750000000004</c:v>
                </c:pt>
                <c:pt idx="13">
                  <c:v>0.7</c:v>
                </c:pt>
                <c:pt idx="14">
                  <c:v>0.65721249999999998</c:v>
                </c:pt>
                <c:pt idx="15">
                  <c:v>0.7</c:v>
                </c:pt>
                <c:pt idx="16">
                  <c:v>0.7</c:v>
                </c:pt>
                <c:pt idx="17">
                  <c:v>0.65721249999999987</c:v>
                </c:pt>
                <c:pt idx="18">
                  <c:v>0.61442499999999978</c:v>
                </c:pt>
                <c:pt idx="19">
                  <c:v>0.44723487145813379</c:v>
                </c:pt>
                <c:pt idx="20">
                  <c:v>0.28004474291626802</c:v>
                </c:pt>
                <c:pt idx="21">
                  <c:v>0.17699592287488039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0.92950216762192883</c:v>
                </c:pt>
                <c:pt idx="26">
                  <c:v>0.92950216762192861</c:v>
                </c:pt>
                <c:pt idx="27">
                  <c:v>0.92950216762192861</c:v>
                </c:pt>
                <c:pt idx="28">
                  <c:v>0.92950216762192861</c:v>
                </c:pt>
                <c:pt idx="29">
                  <c:v>0.92950216762192883</c:v>
                </c:pt>
                <c:pt idx="30">
                  <c:v>0.91944741427900645</c:v>
                </c:pt>
                <c:pt idx="31">
                  <c:v>0.91944741427900645</c:v>
                </c:pt>
                <c:pt idx="32">
                  <c:v>0.91944741427900645</c:v>
                </c:pt>
                <c:pt idx="33">
                  <c:v>0.91944741427900645</c:v>
                </c:pt>
                <c:pt idx="34">
                  <c:v>0.91944741427900645</c:v>
                </c:pt>
                <c:pt idx="35">
                  <c:v>0.91944741427900645</c:v>
                </c:pt>
                <c:pt idx="36">
                  <c:v>0.91944741427900645</c:v>
                </c:pt>
                <c:pt idx="37">
                  <c:v>0.9</c:v>
                </c:pt>
                <c:pt idx="38">
                  <c:v>0.6275082398856241</c:v>
                </c:pt>
                <c:pt idx="39">
                  <c:v>0.35501647977124817</c:v>
                </c:pt>
                <c:pt idx="40">
                  <c:v>0.11123462474992769</c:v>
                </c:pt>
                <c:pt idx="41">
                  <c:v>0.10665860758860719</c:v>
                </c:pt>
                <c:pt idx="42">
                  <c:v>0.10208259042728671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61E-4F9E-A17F-4359773311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68069440"/>
        <c:axId val="2068079520"/>
      </c:lineChart>
      <c:catAx>
        <c:axId val="20680694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68079520"/>
        <c:crosses val="autoZero"/>
        <c:auto val="1"/>
        <c:lblAlgn val="ctr"/>
        <c:lblOffset val="100"/>
        <c:noMultiLvlLbl val="0"/>
      </c:catAx>
      <c:valAx>
        <c:axId val="2068079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068069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6</a:t>
            </a:r>
            <a:r>
              <a:rPr lang="ja-JP" altLang="en-US"/>
              <a:t>月</a:t>
            </a:r>
            <a:r>
              <a:rPr lang="en-US" altLang="ja-JP"/>
              <a:t>G spot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比較6!$C$3</c:f>
              <c:strCache>
                <c:ptCount val="1"/>
                <c:pt idx="0">
                  <c:v>P_buy劣化なし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3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比較6!$C$4:$C$51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255.565789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90.078946999999999</c:v>
                </c:pt>
                <c:pt idx="15">
                  <c:v>45.039473999999998</c:v>
                </c:pt>
                <c:pt idx="16">
                  <c:v>45.039473999999998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872.46323700000005</c:v>
                </c:pt>
                <c:pt idx="25">
                  <c:v>10.583951000000001</c:v>
                </c:pt>
                <c:pt idx="26">
                  <c:v>10.583951000000001</c:v>
                </c:pt>
                <c:pt idx="27">
                  <c:v>10.583951000000001</c:v>
                </c:pt>
                <c:pt idx="28">
                  <c:v>10.583951000000001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2.1922000000000001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4A-489D-AB70-E33C6C4AFB33}"/>
            </c:ext>
          </c:extLst>
        </c:ser>
        <c:ser>
          <c:idx val="1"/>
          <c:order val="1"/>
          <c:tx>
            <c:strRef>
              <c:f>比較6!$D$3</c:f>
              <c:strCache>
                <c:ptCount val="1"/>
                <c:pt idx="0">
                  <c:v>P_sel劣化なし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比較6!$D$4:$D$51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130.95013499999999</c:v>
                </c:pt>
                <c:pt idx="19">
                  <c:v>130.95013499999999</c:v>
                </c:pt>
                <c:pt idx="20">
                  <c:v>111.67832300000001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229.30470500000001</c:v>
                </c:pt>
                <c:pt idx="38">
                  <c:v>241.793958</c:v>
                </c:pt>
                <c:pt idx="39">
                  <c:v>241.793958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4A-489D-AB70-E33C6C4AFB33}"/>
            </c:ext>
          </c:extLst>
        </c:ser>
        <c:ser>
          <c:idx val="2"/>
          <c:order val="2"/>
          <c:tx>
            <c:strRef>
              <c:f>比較6!$E$3</c:f>
              <c:strCache>
                <c:ptCount val="1"/>
                <c:pt idx="0">
                  <c:v>P_buy劣化あり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比較6!$E$4:$E$51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255.565789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90.078946999999999</c:v>
                </c:pt>
                <c:pt idx="15">
                  <c:v>45.039473999999998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872.46323700000005</c:v>
                </c:pt>
                <c:pt idx="25">
                  <c:v>10.583951000000001</c:v>
                </c:pt>
                <c:pt idx="26">
                  <c:v>10.583951000000001</c:v>
                </c:pt>
                <c:pt idx="27">
                  <c:v>10.583951000000001</c:v>
                </c:pt>
                <c:pt idx="28">
                  <c:v>10.583951000000001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2.1922000000000001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24A-489D-AB70-E33C6C4AFB33}"/>
            </c:ext>
          </c:extLst>
        </c:ser>
        <c:ser>
          <c:idx val="3"/>
          <c:order val="3"/>
          <c:tx>
            <c:strRef>
              <c:f>比較6!$F$3</c:f>
              <c:strCache>
                <c:ptCount val="1"/>
                <c:pt idx="0">
                  <c:v>P_sel劣化あり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比較6!$F$4:$F$51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130.95013499999999</c:v>
                </c:pt>
                <c:pt idx="19">
                  <c:v>130.95013499999999</c:v>
                </c:pt>
                <c:pt idx="20">
                  <c:v>73.062603999999993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13.421436</c:v>
                </c:pt>
                <c:pt idx="37">
                  <c:v>241.793958</c:v>
                </c:pt>
                <c:pt idx="38">
                  <c:v>241.793958</c:v>
                </c:pt>
                <c:pt idx="39">
                  <c:v>215.88326900000001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24A-489D-AB70-E33C6C4AFB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0307296"/>
        <c:axId val="500309216"/>
      </c:lineChart>
      <c:catAx>
        <c:axId val="50030729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00309216"/>
        <c:crosses val="autoZero"/>
        <c:auto val="1"/>
        <c:lblAlgn val="ctr"/>
        <c:lblOffset val="100"/>
        <c:noMultiLvlLbl val="0"/>
      </c:catAx>
      <c:valAx>
        <c:axId val="500309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00307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soc_transition_wide!$A$2</c:f>
              <c:strCache>
                <c:ptCount val="1"/>
                <c:pt idx="0">
                  <c:v>2024-04-30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soc_transition_wide!$B$2:$AX$2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0.45721250000000002</c:v>
                </c:pt>
                <c:pt idx="14">
                  <c:v>0.41442499999999988</c:v>
                </c:pt>
                <c:pt idx="15">
                  <c:v>0.37163750000000001</c:v>
                </c:pt>
                <c:pt idx="16">
                  <c:v>0.32884999999999998</c:v>
                </c:pt>
                <c:pt idx="17">
                  <c:v>0.28606249999999989</c:v>
                </c:pt>
                <c:pt idx="18">
                  <c:v>0.24327499999999991</c:v>
                </c:pt>
                <c:pt idx="19">
                  <c:v>0.2211819742916267</c:v>
                </c:pt>
                <c:pt idx="20">
                  <c:v>0.1990889485832536</c:v>
                </c:pt>
                <c:pt idx="21">
                  <c:v>0.17699592287488039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0.1006620924068386</c:v>
                </c:pt>
                <c:pt idx="26">
                  <c:v>0.92950216762192883</c:v>
                </c:pt>
                <c:pt idx="27">
                  <c:v>0.92950216762192861</c:v>
                </c:pt>
                <c:pt idx="28">
                  <c:v>0.92950216762192861</c:v>
                </c:pt>
                <c:pt idx="29">
                  <c:v>0.92950216762192861</c:v>
                </c:pt>
                <c:pt idx="30">
                  <c:v>0.91944741427900611</c:v>
                </c:pt>
                <c:pt idx="31">
                  <c:v>0.96791574295305538</c:v>
                </c:pt>
                <c:pt idx="32">
                  <c:v>0.96333972579173488</c:v>
                </c:pt>
                <c:pt idx="33">
                  <c:v>0.96791574295305538</c:v>
                </c:pt>
                <c:pt idx="34">
                  <c:v>0.96791574295305538</c:v>
                </c:pt>
                <c:pt idx="35">
                  <c:v>0.96791574295305538</c:v>
                </c:pt>
                <c:pt idx="36">
                  <c:v>0.96333972579173488</c:v>
                </c:pt>
                <c:pt idx="37">
                  <c:v>0.67585899637960489</c:v>
                </c:pt>
                <c:pt idx="38">
                  <c:v>0.38837826696747491</c:v>
                </c:pt>
                <c:pt idx="39">
                  <c:v>0.10719557867307521</c:v>
                </c:pt>
                <c:pt idx="40">
                  <c:v>0.10511298824578851</c:v>
                </c:pt>
                <c:pt idx="41">
                  <c:v>0.10303039781850171</c:v>
                </c:pt>
                <c:pt idx="42">
                  <c:v>0.10094780739121501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45-4B4E-8E1E-5321A83F21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93543120"/>
        <c:axId val="1493543600"/>
      </c:lineChart>
      <c:catAx>
        <c:axId val="14935431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493543600"/>
        <c:crosses val="autoZero"/>
        <c:auto val="1"/>
        <c:lblAlgn val="ctr"/>
        <c:lblOffset val="100"/>
        <c:noMultiLvlLbl val="0"/>
      </c:catAx>
      <c:valAx>
        <c:axId val="1493543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4935431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soc_transition_wide!$A$3</c:f>
              <c:strCache>
                <c:ptCount val="1"/>
                <c:pt idx="0">
                  <c:v>2024-05-03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soc_transition_wide!$B$3:$AX$3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0.7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0.45721249999999941</c:v>
                </c:pt>
                <c:pt idx="20">
                  <c:v>0.41442499999999882</c:v>
                </c:pt>
                <c:pt idx="21">
                  <c:v>0.37163749999999818</c:v>
                </c:pt>
                <c:pt idx="22">
                  <c:v>0.32884999999999998</c:v>
                </c:pt>
                <c:pt idx="23">
                  <c:v>0.28606249999999711</c:v>
                </c:pt>
                <c:pt idx="24">
                  <c:v>0.24327499999999649</c:v>
                </c:pt>
                <c:pt idx="25">
                  <c:v>0.22118197429162359</c:v>
                </c:pt>
                <c:pt idx="26">
                  <c:v>0.1990889485832508</c:v>
                </c:pt>
                <c:pt idx="27">
                  <c:v>0.176995922874878</c:v>
                </c:pt>
                <c:pt idx="28">
                  <c:v>0.15490289716650521</c:v>
                </c:pt>
                <c:pt idx="29">
                  <c:v>0.13280987145813239</c:v>
                </c:pt>
                <c:pt idx="30">
                  <c:v>0.1107168457497595</c:v>
                </c:pt>
                <c:pt idx="31">
                  <c:v>0.1006620924068372</c:v>
                </c:pt>
                <c:pt idx="32">
                  <c:v>0.1</c:v>
                </c:pt>
                <c:pt idx="33">
                  <c:v>0.1</c:v>
                </c:pt>
                <c:pt idx="34">
                  <c:v>0.92950216762192961</c:v>
                </c:pt>
                <c:pt idx="35">
                  <c:v>0.92950216762192961</c:v>
                </c:pt>
                <c:pt idx="36">
                  <c:v>0.96243700677145405</c:v>
                </c:pt>
                <c:pt idx="37">
                  <c:v>0.95786098961013355</c:v>
                </c:pt>
                <c:pt idx="38">
                  <c:v>0.68536922949575763</c:v>
                </c:pt>
                <c:pt idx="39">
                  <c:v>0.41287746938138192</c:v>
                </c:pt>
                <c:pt idx="40">
                  <c:v>0.14038570926700561</c:v>
                </c:pt>
                <c:pt idx="41">
                  <c:v>0.1149889692977539</c:v>
                </c:pt>
                <c:pt idx="42">
                  <c:v>0.1104129521364335</c:v>
                </c:pt>
                <c:pt idx="43">
                  <c:v>0.1083303617091468</c:v>
                </c:pt>
                <c:pt idx="44">
                  <c:v>0.1062477712818601</c:v>
                </c:pt>
                <c:pt idx="45">
                  <c:v>0.10416518085457339</c:v>
                </c:pt>
                <c:pt idx="46">
                  <c:v>0.10208259042728671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AB-479E-8B52-AF791B1B96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31839024"/>
        <c:axId val="1931839504"/>
      </c:lineChart>
      <c:catAx>
        <c:axId val="193183902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31839504"/>
        <c:crosses val="autoZero"/>
        <c:auto val="1"/>
        <c:lblAlgn val="ctr"/>
        <c:lblOffset val="100"/>
        <c:noMultiLvlLbl val="0"/>
      </c:catAx>
      <c:valAx>
        <c:axId val="1931839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31839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soc_transition_wide!$A$4</c:f>
              <c:strCache>
                <c:ptCount val="1"/>
                <c:pt idx="0">
                  <c:v>2024-05-06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soc_transition_wide!$B$4:$AX$4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0.8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0.45721250000000002</c:v>
                </c:pt>
                <c:pt idx="14">
                  <c:v>0.41442499999999988</c:v>
                </c:pt>
                <c:pt idx="15">
                  <c:v>0.37163750000000001</c:v>
                </c:pt>
                <c:pt idx="16">
                  <c:v>0.32884999999999998</c:v>
                </c:pt>
                <c:pt idx="17">
                  <c:v>0.28606249999999989</c:v>
                </c:pt>
                <c:pt idx="18">
                  <c:v>0.24327499999999991</c:v>
                </c:pt>
                <c:pt idx="19">
                  <c:v>0.24327499999999991</c:v>
                </c:pt>
                <c:pt idx="20">
                  <c:v>0.24327499999999991</c:v>
                </c:pt>
                <c:pt idx="21">
                  <c:v>0.24327499999999991</c:v>
                </c:pt>
                <c:pt idx="22">
                  <c:v>0.24327499999999991</c:v>
                </c:pt>
                <c:pt idx="23">
                  <c:v>0.24327499999999991</c:v>
                </c:pt>
                <c:pt idx="24">
                  <c:v>0.24327499999999991</c:v>
                </c:pt>
                <c:pt idx="25">
                  <c:v>0.86719012854186595</c:v>
                </c:pt>
                <c:pt idx="26">
                  <c:v>0.86719012854186595</c:v>
                </c:pt>
                <c:pt idx="27">
                  <c:v>0.86719012854186595</c:v>
                </c:pt>
                <c:pt idx="28">
                  <c:v>0.86719012854186595</c:v>
                </c:pt>
                <c:pt idx="29">
                  <c:v>0.86719012854186595</c:v>
                </c:pt>
                <c:pt idx="30">
                  <c:v>0.86719012854186595</c:v>
                </c:pt>
                <c:pt idx="31">
                  <c:v>0.84509710283349282</c:v>
                </c:pt>
                <c:pt idx="32">
                  <c:v>0.8230040771251198</c:v>
                </c:pt>
                <c:pt idx="33">
                  <c:v>0.80091105141674657</c:v>
                </c:pt>
                <c:pt idx="34">
                  <c:v>0.733720922874881</c:v>
                </c:pt>
                <c:pt idx="35">
                  <c:v>0.66653079433301499</c:v>
                </c:pt>
                <c:pt idx="36">
                  <c:v>0.63763692394667371</c:v>
                </c:pt>
                <c:pt idx="37">
                  <c:v>0.62758217060375132</c:v>
                </c:pt>
                <c:pt idx="38">
                  <c:v>0.38802524963890023</c:v>
                </c:pt>
                <c:pt idx="39">
                  <c:v>0.14846832867404919</c:v>
                </c:pt>
                <c:pt idx="40">
                  <c:v>0.1384135753311268</c:v>
                </c:pt>
                <c:pt idx="41">
                  <c:v>0.12835882198820431</c:v>
                </c:pt>
                <c:pt idx="42">
                  <c:v>0.1183040686452819</c:v>
                </c:pt>
                <c:pt idx="43">
                  <c:v>0.1137280514839614</c:v>
                </c:pt>
                <c:pt idx="44">
                  <c:v>0.10915203432264101</c:v>
                </c:pt>
                <c:pt idx="45">
                  <c:v>0.10457601716132051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D9-4034-AF47-38424AFABA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56756672"/>
        <c:axId val="1856769152"/>
      </c:lineChart>
      <c:catAx>
        <c:axId val="185675667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856769152"/>
        <c:crosses val="autoZero"/>
        <c:auto val="1"/>
        <c:lblAlgn val="ctr"/>
        <c:lblOffset val="100"/>
        <c:noMultiLvlLbl val="0"/>
      </c:catAx>
      <c:valAx>
        <c:axId val="1856769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8567566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soc_transition_wide!$A$5</c:f>
              <c:strCache>
                <c:ptCount val="1"/>
                <c:pt idx="0">
                  <c:v>2024-05-10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soc_transition_wide!$B$5:$AX$5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0.7</c:v>
                </c:pt>
                <c:pt idx="10">
                  <c:v>0.7</c:v>
                </c:pt>
                <c:pt idx="11">
                  <c:v>0.5</c:v>
                </c:pt>
                <c:pt idx="12">
                  <c:v>0.5</c:v>
                </c:pt>
                <c:pt idx="13">
                  <c:v>0.49519166666666659</c:v>
                </c:pt>
                <c:pt idx="14">
                  <c:v>0.49038333333333328</c:v>
                </c:pt>
                <c:pt idx="15">
                  <c:v>0.48557500000000009</c:v>
                </c:pt>
                <c:pt idx="16">
                  <c:v>0.48076666666666662</c:v>
                </c:pt>
                <c:pt idx="17">
                  <c:v>0.47595833333333348</c:v>
                </c:pt>
                <c:pt idx="18">
                  <c:v>0.47115000000000001</c:v>
                </c:pt>
                <c:pt idx="19">
                  <c:v>0.42836250000000009</c:v>
                </c:pt>
                <c:pt idx="20">
                  <c:v>0.38557500000000022</c:v>
                </c:pt>
                <c:pt idx="21">
                  <c:v>0.34278750000000008</c:v>
                </c:pt>
                <c:pt idx="22">
                  <c:v>0.3</c:v>
                </c:pt>
                <c:pt idx="23">
                  <c:v>0.25721250000000001</c:v>
                </c:pt>
                <c:pt idx="24">
                  <c:v>0.214425</c:v>
                </c:pt>
                <c:pt idx="25">
                  <c:v>0.1949519878223496</c:v>
                </c:pt>
                <c:pt idx="26">
                  <c:v>0.17547897564469911</c:v>
                </c:pt>
                <c:pt idx="27">
                  <c:v>0.1560059634670487</c:v>
                </c:pt>
                <c:pt idx="28">
                  <c:v>0.1365329512893983</c:v>
                </c:pt>
                <c:pt idx="29">
                  <c:v>0.11705993911174779</c:v>
                </c:pt>
                <c:pt idx="30">
                  <c:v>0.1</c:v>
                </c:pt>
                <c:pt idx="31">
                  <c:v>0.1</c:v>
                </c:pt>
                <c:pt idx="32">
                  <c:v>0.93786251070735605</c:v>
                </c:pt>
                <c:pt idx="33">
                  <c:v>0.93786251070735605</c:v>
                </c:pt>
                <c:pt idx="34">
                  <c:v>0.93786251070735605</c:v>
                </c:pt>
                <c:pt idx="35">
                  <c:v>0.93786251070735605</c:v>
                </c:pt>
                <c:pt idx="36">
                  <c:v>0.96689160487912396</c:v>
                </c:pt>
                <c:pt idx="37">
                  <c:v>0.93532858677302433</c:v>
                </c:pt>
                <c:pt idx="38">
                  <c:v>0.65957462248353671</c:v>
                </c:pt>
                <c:pt idx="39">
                  <c:v>0.38382065819404931</c:v>
                </c:pt>
                <c:pt idx="40">
                  <c:v>0.1080666939045619</c:v>
                </c:pt>
                <c:pt idx="41">
                  <c:v>0.10403334695228091</c:v>
                </c:pt>
                <c:pt idx="42">
                  <c:v>0.1</c:v>
                </c:pt>
                <c:pt idx="43">
                  <c:v>0.1</c:v>
                </c:pt>
                <c:pt idx="44">
                  <c:v>0.1055068476296902</c:v>
                </c:pt>
                <c:pt idx="45">
                  <c:v>0.1036712317531268</c:v>
                </c:pt>
                <c:pt idx="46">
                  <c:v>0.1018356158765634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74C-41D4-A9B3-10FA387F4D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47908192"/>
        <c:axId val="1947909152"/>
      </c:lineChart>
      <c:catAx>
        <c:axId val="194790819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47909152"/>
        <c:crosses val="autoZero"/>
        <c:auto val="1"/>
        <c:lblAlgn val="ctr"/>
        <c:lblOffset val="100"/>
        <c:noMultiLvlLbl val="0"/>
      </c:catAx>
      <c:valAx>
        <c:axId val="1947909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47908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soc_transition_wide!$A$6</c:f>
              <c:strCache>
                <c:ptCount val="1"/>
                <c:pt idx="0">
                  <c:v>2024-06-05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soc_transition_wide!$B$6:$AX$6</c:f>
              <c:numCache>
                <c:formatCode>General</c:formatCode>
                <c:ptCount val="49"/>
                <c:pt idx="0">
                  <c:v>0.5</c:v>
                </c:pt>
                <c:pt idx="1">
                  <c:v>0.49519166666666659</c:v>
                </c:pt>
                <c:pt idx="2">
                  <c:v>0.49038333333333328</c:v>
                </c:pt>
                <c:pt idx="3">
                  <c:v>0.48557499999999998</c:v>
                </c:pt>
                <c:pt idx="4">
                  <c:v>0.48076666666666662</c:v>
                </c:pt>
                <c:pt idx="5">
                  <c:v>0.47595833333333348</c:v>
                </c:pt>
                <c:pt idx="6">
                  <c:v>0.47115000000000001</c:v>
                </c:pt>
                <c:pt idx="7">
                  <c:v>0.47115000000000001</c:v>
                </c:pt>
                <c:pt idx="8">
                  <c:v>0.47115000000000001</c:v>
                </c:pt>
                <c:pt idx="9">
                  <c:v>0.47115000000000001</c:v>
                </c:pt>
                <c:pt idx="10">
                  <c:v>0.47115000000000001</c:v>
                </c:pt>
                <c:pt idx="11">
                  <c:v>0.47115000000000001</c:v>
                </c:pt>
                <c:pt idx="12">
                  <c:v>0.47115000000000001</c:v>
                </c:pt>
                <c:pt idx="13">
                  <c:v>0.47115000000000001</c:v>
                </c:pt>
                <c:pt idx="14">
                  <c:v>0.47115000000000001</c:v>
                </c:pt>
                <c:pt idx="15">
                  <c:v>0.47115000000000001</c:v>
                </c:pt>
                <c:pt idx="16">
                  <c:v>0.47115000000000001</c:v>
                </c:pt>
                <c:pt idx="17">
                  <c:v>0.47115000000000001</c:v>
                </c:pt>
                <c:pt idx="18">
                  <c:v>0.47115000000000001</c:v>
                </c:pt>
                <c:pt idx="19">
                  <c:v>0.42836250000000009</c:v>
                </c:pt>
                <c:pt idx="20">
                  <c:v>0.38557500000000011</c:v>
                </c:pt>
                <c:pt idx="21">
                  <c:v>0.34278750000000002</c:v>
                </c:pt>
                <c:pt idx="22">
                  <c:v>0.3</c:v>
                </c:pt>
                <c:pt idx="23">
                  <c:v>0.25721250000000001</c:v>
                </c:pt>
                <c:pt idx="24">
                  <c:v>0.21442499999999989</c:v>
                </c:pt>
                <c:pt idx="25">
                  <c:v>0.1949519878223496</c:v>
                </c:pt>
                <c:pt idx="26">
                  <c:v>0.17547897564469911</c:v>
                </c:pt>
                <c:pt idx="27">
                  <c:v>0.15600596346704859</c:v>
                </c:pt>
                <c:pt idx="28">
                  <c:v>0.86346704871060165</c:v>
                </c:pt>
                <c:pt idx="29">
                  <c:v>0.86346704871060176</c:v>
                </c:pt>
                <c:pt idx="30">
                  <c:v>0.98052698782234948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0.71772471882072708</c:v>
                </c:pt>
                <c:pt idx="38">
                  <c:v>0.41772471882072698</c:v>
                </c:pt>
                <c:pt idx="39">
                  <c:v>0.1177247188207269</c:v>
                </c:pt>
                <c:pt idx="40">
                  <c:v>0.1177247188207269</c:v>
                </c:pt>
                <c:pt idx="41">
                  <c:v>0.1177247188207267</c:v>
                </c:pt>
                <c:pt idx="42">
                  <c:v>0.1177247188207267</c:v>
                </c:pt>
                <c:pt idx="43">
                  <c:v>0.1088623594103634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15-4886-A2D8-A060213A86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90095360"/>
        <c:axId val="1790093920"/>
      </c:lineChart>
      <c:catAx>
        <c:axId val="17900953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790093920"/>
        <c:crosses val="autoZero"/>
        <c:auto val="1"/>
        <c:lblAlgn val="ctr"/>
        <c:lblOffset val="100"/>
        <c:noMultiLvlLbl val="0"/>
      </c:catAx>
      <c:valAx>
        <c:axId val="1790093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7900953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soc_transition_wide!$A$7</c:f>
              <c:strCache>
                <c:ptCount val="1"/>
                <c:pt idx="0">
                  <c:v>2024-06-11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soc_transition_wide!$B$7:$AX$7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0.45721249999999991</c:v>
                </c:pt>
                <c:pt idx="14">
                  <c:v>0.41442499999999982</c:v>
                </c:pt>
                <c:pt idx="15">
                  <c:v>0.37163749999999979</c:v>
                </c:pt>
                <c:pt idx="16">
                  <c:v>0.32884999999999998</c:v>
                </c:pt>
                <c:pt idx="17">
                  <c:v>0.28606249999999972</c:v>
                </c:pt>
                <c:pt idx="18">
                  <c:v>0.2432749999999996</c:v>
                </c:pt>
                <c:pt idx="19">
                  <c:v>0.2432749999999996</c:v>
                </c:pt>
                <c:pt idx="20">
                  <c:v>0.2432749999999996</c:v>
                </c:pt>
                <c:pt idx="21">
                  <c:v>0.54327499999999962</c:v>
                </c:pt>
                <c:pt idx="22">
                  <c:v>0.2432749999999996</c:v>
                </c:pt>
                <c:pt idx="23">
                  <c:v>0.2432749999999996</c:v>
                </c:pt>
                <c:pt idx="24">
                  <c:v>0.2432749999999996</c:v>
                </c:pt>
                <c:pt idx="25">
                  <c:v>0.2432749999999996</c:v>
                </c:pt>
                <c:pt idx="26">
                  <c:v>1</c:v>
                </c:pt>
                <c:pt idx="27">
                  <c:v>1</c:v>
                </c:pt>
                <c:pt idx="28">
                  <c:v>0.7</c:v>
                </c:pt>
                <c:pt idx="29">
                  <c:v>0.4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0.8236634113339707</c:v>
                </c:pt>
                <c:pt idx="37">
                  <c:v>0.65647328279210482</c:v>
                </c:pt>
                <c:pt idx="38">
                  <c:v>0.48928315425023888</c:v>
                </c:pt>
                <c:pt idx="39">
                  <c:v>0.32209302570837312</c:v>
                </c:pt>
                <c:pt idx="40">
                  <c:v>0.15490289716650721</c:v>
                </c:pt>
                <c:pt idx="41">
                  <c:v>0.13280987145813411</c:v>
                </c:pt>
                <c:pt idx="42">
                  <c:v>0.110716845749761</c:v>
                </c:pt>
                <c:pt idx="43">
                  <c:v>0.1006620924068386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15-4E97-A703-7302D0919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41853264"/>
        <c:axId val="1941853744"/>
      </c:lineChart>
      <c:catAx>
        <c:axId val="194185326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41853744"/>
        <c:crosses val="autoZero"/>
        <c:auto val="1"/>
        <c:lblAlgn val="ctr"/>
        <c:lblOffset val="100"/>
        <c:noMultiLvlLbl val="0"/>
      </c:catAx>
      <c:valAx>
        <c:axId val="1941853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41853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soc_transition_wide!$A$8</c:f>
              <c:strCache>
                <c:ptCount val="1"/>
                <c:pt idx="0">
                  <c:v>2024-07-01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soc_transition_wide!$B$8:$AX$8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0.74278750000000004</c:v>
                </c:pt>
                <c:pt idx="13">
                  <c:v>0.7</c:v>
                </c:pt>
                <c:pt idx="14">
                  <c:v>0.65721249999999998</c:v>
                </c:pt>
                <c:pt idx="15">
                  <c:v>0.7</c:v>
                </c:pt>
                <c:pt idx="16">
                  <c:v>0.7</c:v>
                </c:pt>
                <c:pt idx="17">
                  <c:v>0.7</c:v>
                </c:pt>
                <c:pt idx="18">
                  <c:v>0.82440262854186575</c:v>
                </c:pt>
                <c:pt idx="19">
                  <c:v>0.80230960283349262</c:v>
                </c:pt>
                <c:pt idx="20">
                  <c:v>0.63511947429162685</c:v>
                </c:pt>
                <c:pt idx="21">
                  <c:v>0.46792934574976103</c:v>
                </c:pt>
                <c:pt idx="22">
                  <c:v>0.3007392172078952</c:v>
                </c:pt>
                <c:pt idx="23">
                  <c:v>0.13354908866602941</c:v>
                </c:pt>
                <c:pt idx="24">
                  <c:v>0.11071684574976109</c:v>
                </c:pt>
                <c:pt idx="25">
                  <c:v>0.11004799545983231</c:v>
                </c:pt>
                <c:pt idx="26">
                  <c:v>0.99531042741504805</c:v>
                </c:pt>
                <c:pt idx="27">
                  <c:v>0.99464157712511925</c:v>
                </c:pt>
                <c:pt idx="28">
                  <c:v>0.69866229942014235</c:v>
                </c:pt>
                <c:pt idx="29">
                  <c:v>0.40268302171516551</c:v>
                </c:pt>
                <c:pt idx="30">
                  <c:v>0.10670374401018851</c:v>
                </c:pt>
                <c:pt idx="31">
                  <c:v>0.10670374401018851</c:v>
                </c:pt>
                <c:pt idx="32">
                  <c:v>0.10670374401018851</c:v>
                </c:pt>
                <c:pt idx="33">
                  <c:v>0.10670374401018851</c:v>
                </c:pt>
                <c:pt idx="34">
                  <c:v>0.10670374401018851</c:v>
                </c:pt>
                <c:pt idx="35">
                  <c:v>0.1290709101995284</c:v>
                </c:pt>
                <c:pt idx="36">
                  <c:v>0.1290709101995284</c:v>
                </c:pt>
                <c:pt idx="37">
                  <c:v>0.1193806067996856</c:v>
                </c:pt>
                <c:pt idx="38">
                  <c:v>0.1096903033998428</c:v>
                </c:pt>
                <c:pt idx="39">
                  <c:v>0.1</c:v>
                </c:pt>
                <c:pt idx="40">
                  <c:v>0.1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D3-4194-BF7A-529F09D0A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86915632"/>
        <c:axId val="1986916112"/>
      </c:lineChart>
      <c:catAx>
        <c:axId val="198691563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86916112"/>
        <c:crosses val="autoZero"/>
        <c:auto val="1"/>
        <c:lblAlgn val="ctr"/>
        <c:lblOffset val="100"/>
        <c:noMultiLvlLbl val="0"/>
      </c:catAx>
      <c:valAx>
        <c:axId val="1986916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86915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soc_transition_wide!$A$9</c:f>
              <c:strCache>
                <c:ptCount val="1"/>
                <c:pt idx="0">
                  <c:v>2024-08-06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soc_transition_wide!$B$9:$AX$9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0.49519166666666659</c:v>
                </c:pt>
                <c:pt idx="8">
                  <c:v>0.49038333333333328</c:v>
                </c:pt>
                <c:pt idx="9">
                  <c:v>0.48557499999999998</c:v>
                </c:pt>
                <c:pt idx="10">
                  <c:v>0.48076666666666662</c:v>
                </c:pt>
                <c:pt idx="11">
                  <c:v>0.47595833333333343</c:v>
                </c:pt>
                <c:pt idx="12">
                  <c:v>0.47115000000000001</c:v>
                </c:pt>
                <c:pt idx="13">
                  <c:v>0.42836250000000009</c:v>
                </c:pt>
                <c:pt idx="14">
                  <c:v>0.38557500000000011</c:v>
                </c:pt>
                <c:pt idx="15">
                  <c:v>0.34278750000000002</c:v>
                </c:pt>
                <c:pt idx="16">
                  <c:v>0.3</c:v>
                </c:pt>
                <c:pt idx="17">
                  <c:v>0.25721250000000001</c:v>
                </c:pt>
                <c:pt idx="18">
                  <c:v>0.21442499999999989</c:v>
                </c:pt>
                <c:pt idx="19">
                  <c:v>0.19495198782234949</c:v>
                </c:pt>
                <c:pt idx="20">
                  <c:v>0.17547897564469911</c:v>
                </c:pt>
                <c:pt idx="21">
                  <c:v>0.15600596346704859</c:v>
                </c:pt>
                <c:pt idx="22">
                  <c:v>0.13653295128939821</c:v>
                </c:pt>
                <c:pt idx="23">
                  <c:v>0.11705993911174779</c:v>
                </c:pt>
                <c:pt idx="24">
                  <c:v>0.1</c:v>
                </c:pt>
                <c:pt idx="25">
                  <c:v>0.1</c:v>
                </c:pt>
                <c:pt idx="26">
                  <c:v>0.1</c:v>
                </c:pt>
                <c:pt idx="27">
                  <c:v>0.1</c:v>
                </c:pt>
                <c:pt idx="28">
                  <c:v>0.1</c:v>
                </c:pt>
                <c:pt idx="29">
                  <c:v>0.93786251070735605</c:v>
                </c:pt>
                <c:pt idx="30">
                  <c:v>0.96689160487912396</c:v>
                </c:pt>
                <c:pt idx="31">
                  <c:v>0.9717206173372066</c:v>
                </c:pt>
                <c:pt idx="32">
                  <c:v>0.9717206173372066</c:v>
                </c:pt>
                <c:pt idx="33">
                  <c:v>0.96768727038492564</c:v>
                </c:pt>
                <c:pt idx="34">
                  <c:v>0.96365392343264467</c:v>
                </c:pt>
                <c:pt idx="35">
                  <c:v>0.95962057648036381</c:v>
                </c:pt>
                <c:pt idx="36">
                  <c:v>0.95558722952808284</c:v>
                </c:pt>
                <c:pt idx="37">
                  <c:v>0.66662183890349747</c:v>
                </c:pt>
                <c:pt idx="38">
                  <c:v>0.37765644827891232</c:v>
                </c:pt>
                <c:pt idx="39">
                  <c:v>0.1036712317531268</c:v>
                </c:pt>
                <c:pt idx="40">
                  <c:v>0.1018356158765634</c:v>
                </c:pt>
                <c:pt idx="41">
                  <c:v>0.1</c:v>
                </c:pt>
                <c:pt idx="42">
                  <c:v>0.1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0.50083540684353611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69-47C8-B268-F3595BCBE6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3693904"/>
        <c:axId val="1963696304"/>
      </c:lineChart>
      <c:catAx>
        <c:axId val="196369390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63696304"/>
        <c:crosses val="autoZero"/>
        <c:auto val="1"/>
        <c:lblAlgn val="ctr"/>
        <c:lblOffset val="100"/>
        <c:noMultiLvlLbl val="0"/>
      </c:catAx>
      <c:valAx>
        <c:axId val="1963696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63693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soc_transition_wide!$A$10</c:f>
              <c:strCache>
                <c:ptCount val="1"/>
                <c:pt idx="0">
                  <c:v>2024-10-22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soc_transition_wide!$B$10:$AX$10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0.7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0.45721250000000002</c:v>
                </c:pt>
                <c:pt idx="20">
                  <c:v>0.41442499999999988</c:v>
                </c:pt>
                <c:pt idx="21">
                  <c:v>0.37163750000000001</c:v>
                </c:pt>
                <c:pt idx="22">
                  <c:v>0.32884999999999998</c:v>
                </c:pt>
                <c:pt idx="23">
                  <c:v>0.28606249999999978</c:v>
                </c:pt>
                <c:pt idx="24">
                  <c:v>0.2432749999999998</c:v>
                </c:pt>
                <c:pt idx="25">
                  <c:v>0.8450971028334926</c:v>
                </c:pt>
                <c:pt idx="26">
                  <c:v>0.8450971028334926</c:v>
                </c:pt>
                <c:pt idx="27">
                  <c:v>0.8450971028334926</c:v>
                </c:pt>
                <c:pt idx="28">
                  <c:v>0.8450971028334926</c:v>
                </c:pt>
                <c:pt idx="29">
                  <c:v>0.8450971028334926</c:v>
                </c:pt>
                <c:pt idx="30">
                  <c:v>0.91746389525647809</c:v>
                </c:pt>
                <c:pt idx="31">
                  <c:v>0.90740914191355571</c:v>
                </c:pt>
                <c:pt idx="32">
                  <c:v>0.66785222094870444</c:v>
                </c:pt>
                <c:pt idx="33">
                  <c:v>0.42829529998385341</c:v>
                </c:pt>
                <c:pt idx="34">
                  <c:v>0.1887383790190022</c:v>
                </c:pt>
                <c:pt idx="35">
                  <c:v>0.12835882198820431</c:v>
                </c:pt>
                <c:pt idx="36">
                  <c:v>0.1183040686452819</c:v>
                </c:pt>
                <c:pt idx="37">
                  <c:v>0.1137280514839614</c:v>
                </c:pt>
                <c:pt idx="38">
                  <c:v>0.10915203432264101</c:v>
                </c:pt>
                <c:pt idx="39">
                  <c:v>0.10457601716132051</c:v>
                </c:pt>
                <c:pt idx="40">
                  <c:v>0.1</c:v>
                </c:pt>
                <c:pt idx="41">
                  <c:v>0.1</c:v>
                </c:pt>
                <c:pt idx="42">
                  <c:v>0.10208259042728671</c:v>
                </c:pt>
                <c:pt idx="43">
                  <c:v>0.1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CE-4629-8164-2CC7773278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47738576"/>
        <c:axId val="1947738096"/>
      </c:lineChart>
      <c:catAx>
        <c:axId val="194773857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47738096"/>
        <c:crosses val="autoZero"/>
        <c:auto val="1"/>
        <c:lblAlgn val="ctr"/>
        <c:lblOffset val="100"/>
        <c:noMultiLvlLbl val="0"/>
      </c:catAx>
      <c:valAx>
        <c:axId val="1947738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47738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soc_transition_wide!$A$11</c:f>
              <c:strCache>
                <c:ptCount val="1"/>
                <c:pt idx="0">
                  <c:v>2024-12-04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soc_transition_wide!$B$11:$AX$11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0.45721250000000002</c:v>
                </c:pt>
                <c:pt idx="20">
                  <c:v>0.41442499999999988</c:v>
                </c:pt>
                <c:pt idx="21">
                  <c:v>0.37163750000000001</c:v>
                </c:pt>
                <c:pt idx="22">
                  <c:v>0.32884999999999998</c:v>
                </c:pt>
                <c:pt idx="23">
                  <c:v>0.28606249999999989</c:v>
                </c:pt>
                <c:pt idx="24">
                  <c:v>0.24327499999999991</c:v>
                </c:pt>
                <c:pt idx="25">
                  <c:v>0.22118197429162681</c:v>
                </c:pt>
                <c:pt idx="26">
                  <c:v>0.1990889485832536</c:v>
                </c:pt>
                <c:pt idx="27">
                  <c:v>0.1769959228748805</c:v>
                </c:pt>
                <c:pt idx="28">
                  <c:v>0.15490289716650729</c:v>
                </c:pt>
                <c:pt idx="29">
                  <c:v>0.8450971028334926</c:v>
                </c:pt>
                <c:pt idx="30">
                  <c:v>0.97790697429162687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0.69999999999999651</c:v>
                </c:pt>
                <c:pt idx="36">
                  <c:v>0.39999999999999641</c:v>
                </c:pt>
                <c:pt idx="37">
                  <c:v>0.16044307903514529</c:v>
                </c:pt>
                <c:pt idx="38">
                  <c:v>0.14937104769433071</c:v>
                </c:pt>
                <c:pt idx="39">
                  <c:v>0.1393162943514083</c:v>
                </c:pt>
                <c:pt idx="40">
                  <c:v>0.1292615410084858</c:v>
                </c:pt>
                <c:pt idx="41">
                  <c:v>0.1192067876655634</c:v>
                </c:pt>
                <c:pt idx="42">
                  <c:v>0.10915203432264101</c:v>
                </c:pt>
                <c:pt idx="43">
                  <c:v>0.10457601716132051</c:v>
                </c:pt>
                <c:pt idx="44">
                  <c:v>0.1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0E9-4400-BB18-06F386346F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83116016"/>
        <c:axId val="1983117456"/>
      </c:lineChart>
      <c:catAx>
        <c:axId val="198311601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83117456"/>
        <c:crosses val="autoZero"/>
        <c:auto val="1"/>
        <c:lblAlgn val="ctr"/>
        <c:lblOffset val="100"/>
        <c:noMultiLvlLbl val="0"/>
      </c:catAx>
      <c:valAx>
        <c:axId val="19831174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83116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soc_transition_wide!$A$12</c:f>
              <c:strCache>
                <c:ptCount val="1"/>
                <c:pt idx="0">
                  <c:v>2025-01-30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soc_transition_wide!$B$12:$AX$12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0.97109521618463346</c:v>
                </c:pt>
                <c:pt idx="13">
                  <c:v>0.96628688285130016</c:v>
                </c:pt>
                <c:pt idx="14">
                  <c:v>0.95667021618463355</c:v>
                </c:pt>
                <c:pt idx="15">
                  <c:v>0.78557500000000002</c:v>
                </c:pt>
                <c:pt idx="16">
                  <c:v>0.78076666666666661</c:v>
                </c:pt>
                <c:pt idx="17">
                  <c:v>0.77595833333333342</c:v>
                </c:pt>
                <c:pt idx="18">
                  <c:v>0.77115</c:v>
                </c:pt>
                <c:pt idx="19">
                  <c:v>0.47115000000000001</c:v>
                </c:pt>
                <c:pt idx="20">
                  <c:v>0.47115000000000001</c:v>
                </c:pt>
                <c:pt idx="21">
                  <c:v>0.47115000000000001</c:v>
                </c:pt>
                <c:pt idx="22">
                  <c:v>0.47115000000000001</c:v>
                </c:pt>
                <c:pt idx="23">
                  <c:v>0.47115000000000001</c:v>
                </c:pt>
                <c:pt idx="24">
                  <c:v>0.47115000000000001</c:v>
                </c:pt>
                <c:pt idx="25">
                  <c:v>0.42836250000000009</c:v>
                </c:pt>
                <c:pt idx="26">
                  <c:v>0.7</c:v>
                </c:pt>
                <c:pt idx="27">
                  <c:v>0.65721249999999987</c:v>
                </c:pt>
                <c:pt idx="28">
                  <c:v>0.7</c:v>
                </c:pt>
                <c:pt idx="29">
                  <c:v>0.7</c:v>
                </c:pt>
                <c:pt idx="30">
                  <c:v>0.95721250000000002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0.99999999999999967</c:v>
                </c:pt>
                <c:pt idx="35">
                  <c:v>0.69999999999999973</c:v>
                </c:pt>
                <c:pt idx="36">
                  <c:v>0.39999999999999958</c:v>
                </c:pt>
                <c:pt idx="37">
                  <c:v>0.2170599391117487</c:v>
                </c:pt>
                <c:pt idx="38">
                  <c:v>0.18675440812096511</c:v>
                </c:pt>
                <c:pt idx="39">
                  <c:v>0.1672813959433147</c:v>
                </c:pt>
                <c:pt idx="40">
                  <c:v>0.14780838376566419</c:v>
                </c:pt>
                <c:pt idx="41">
                  <c:v>0.12833537158801381</c:v>
                </c:pt>
                <c:pt idx="42">
                  <c:v>0.1088623594103634</c:v>
                </c:pt>
                <c:pt idx="43">
                  <c:v>0.1</c:v>
                </c:pt>
                <c:pt idx="44">
                  <c:v>0.1088623594103634</c:v>
                </c:pt>
                <c:pt idx="45">
                  <c:v>0.1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E1-489C-AC4B-A2945B0B0F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56758112"/>
        <c:axId val="1856765312"/>
      </c:lineChart>
      <c:catAx>
        <c:axId val="185675811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856765312"/>
        <c:crosses val="autoZero"/>
        <c:auto val="1"/>
        <c:lblAlgn val="ctr"/>
        <c:lblOffset val="100"/>
        <c:noMultiLvlLbl val="0"/>
      </c:catAx>
      <c:valAx>
        <c:axId val="1856765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856758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soc_transition_wide!$A$13</c:f>
              <c:strCache>
                <c:ptCount val="1"/>
                <c:pt idx="0">
                  <c:v>2025-02-11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soc_transition_wide!$B$13:$AX$13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0.45721249999999991</c:v>
                </c:pt>
                <c:pt idx="14">
                  <c:v>0.41442499999999988</c:v>
                </c:pt>
                <c:pt idx="15">
                  <c:v>0.3716374999999999</c:v>
                </c:pt>
                <c:pt idx="16">
                  <c:v>0.32884999999999998</c:v>
                </c:pt>
                <c:pt idx="17">
                  <c:v>0.28606249999999978</c:v>
                </c:pt>
                <c:pt idx="18">
                  <c:v>0.2432749999999998</c:v>
                </c:pt>
                <c:pt idx="19">
                  <c:v>0.2211819742916267</c:v>
                </c:pt>
                <c:pt idx="20">
                  <c:v>0.1990889485832536</c:v>
                </c:pt>
                <c:pt idx="21">
                  <c:v>0.17699592287488039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0.11071684574976109</c:v>
                </c:pt>
                <c:pt idx="26">
                  <c:v>0.11071684574976109</c:v>
                </c:pt>
                <c:pt idx="27">
                  <c:v>0.11071684574976109</c:v>
                </c:pt>
                <c:pt idx="28">
                  <c:v>0.11071684574976109</c:v>
                </c:pt>
                <c:pt idx="29">
                  <c:v>1</c:v>
                </c:pt>
                <c:pt idx="30">
                  <c:v>0.93955692096485122</c:v>
                </c:pt>
                <c:pt idx="31">
                  <c:v>0.92950216762192883</c:v>
                </c:pt>
                <c:pt idx="32">
                  <c:v>0.92950216762192883</c:v>
                </c:pt>
                <c:pt idx="33">
                  <c:v>0.92950216762192861</c:v>
                </c:pt>
                <c:pt idx="34">
                  <c:v>0.92950216762192883</c:v>
                </c:pt>
                <c:pt idx="35">
                  <c:v>0.91944741427900645</c:v>
                </c:pt>
                <c:pt idx="36">
                  <c:v>0.67989049331415519</c:v>
                </c:pt>
                <c:pt idx="37">
                  <c:v>0.40739873319977932</c:v>
                </c:pt>
                <c:pt idx="38">
                  <c:v>0.13490697308540339</c:v>
                </c:pt>
                <c:pt idx="39">
                  <c:v>0.12205841319310839</c:v>
                </c:pt>
                <c:pt idx="40">
                  <c:v>0.1174823960317878</c:v>
                </c:pt>
                <c:pt idx="41">
                  <c:v>0.11290637887046739</c:v>
                </c:pt>
                <c:pt idx="42">
                  <c:v>0.10833036170914689</c:v>
                </c:pt>
                <c:pt idx="43">
                  <c:v>0.10624777128186021</c:v>
                </c:pt>
                <c:pt idx="44">
                  <c:v>0.10416518085457351</c:v>
                </c:pt>
                <c:pt idx="45">
                  <c:v>0.10208259042728671</c:v>
                </c:pt>
                <c:pt idx="46">
                  <c:v>0.1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28-4556-894A-DD69C4CA35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3783600"/>
        <c:axId val="1963789840"/>
      </c:lineChart>
      <c:catAx>
        <c:axId val="196378360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63789840"/>
        <c:crosses val="autoZero"/>
        <c:auto val="1"/>
        <c:lblAlgn val="ctr"/>
        <c:lblOffset val="100"/>
        <c:noMultiLvlLbl val="0"/>
      </c:catAx>
      <c:valAx>
        <c:axId val="1963789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63783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soc_transition_wide!$A$14</c:f>
              <c:strCache>
                <c:ptCount val="1"/>
                <c:pt idx="0">
                  <c:v>2025-03-25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soc_transition_wide!$B$14:$AX$14</c:f>
              <c:numCache>
                <c:formatCode>General</c:formatCode>
                <c:ptCount val="49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0.7</c:v>
                </c:pt>
                <c:pt idx="12">
                  <c:v>0.5</c:v>
                </c:pt>
                <c:pt idx="13">
                  <c:v>0.45721250000000002</c:v>
                </c:pt>
                <c:pt idx="14">
                  <c:v>0.41442499999999988</c:v>
                </c:pt>
                <c:pt idx="15">
                  <c:v>0.37163750000000001</c:v>
                </c:pt>
                <c:pt idx="16">
                  <c:v>0.32884999999999998</c:v>
                </c:pt>
                <c:pt idx="17">
                  <c:v>0.28606249999999989</c:v>
                </c:pt>
                <c:pt idx="18">
                  <c:v>0.24327499999999991</c:v>
                </c:pt>
                <c:pt idx="19">
                  <c:v>0.2211819742916267</c:v>
                </c:pt>
                <c:pt idx="20">
                  <c:v>0.1990889485832536</c:v>
                </c:pt>
                <c:pt idx="21">
                  <c:v>0.17699592287488039</c:v>
                </c:pt>
                <c:pt idx="22">
                  <c:v>0.15490289716650729</c:v>
                </c:pt>
                <c:pt idx="23">
                  <c:v>0.13280987145813419</c:v>
                </c:pt>
                <c:pt idx="24">
                  <c:v>0.11071684574976109</c:v>
                </c:pt>
                <c:pt idx="25">
                  <c:v>0.11071684574976109</c:v>
                </c:pt>
                <c:pt idx="26">
                  <c:v>0.11071684574976109</c:v>
                </c:pt>
                <c:pt idx="27">
                  <c:v>0.11071684574976109</c:v>
                </c:pt>
                <c:pt idx="28">
                  <c:v>0.11071684574976109</c:v>
                </c:pt>
                <c:pt idx="29">
                  <c:v>0.11071684574976109</c:v>
                </c:pt>
                <c:pt idx="30">
                  <c:v>0.11071684574976109</c:v>
                </c:pt>
                <c:pt idx="31">
                  <c:v>0.1006620924068386</c:v>
                </c:pt>
                <c:pt idx="32">
                  <c:v>0.92950216762192883</c:v>
                </c:pt>
                <c:pt idx="33">
                  <c:v>0.92950216762192883</c:v>
                </c:pt>
                <c:pt idx="34">
                  <c:v>0.92950216762192883</c:v>
                </c:pt>
                <c:pt idx="35">
                  <c:v>0.92950216762192883</c:v>
                </c:pt>
                <c:pt idx="36">
                  <c:v>0.91944741427900623</c:v>
                </c:pt>
                <c:pt idx="37">
                  <c:v>0.64695565416463019</c:v>
                </c:pt>
                <c:pt idx="38">
                  <c:v>0.37446389405025432</c:v>
                </c:pt>
                <c:pt idx="39">
                  <c:v>0.1241410036203951</c:v>
                </c:pt>
                <c:pt idx="40">
                  <c:v>0.1195649864590746</c:v>
                </c:pt>
                <c:pt idx="41">
                  <c:v>0.1149889692977541</c:v>
                </c:pt>
                <c:pt idx="42">
                  <c:v>0.11041295213643371</c:v>
                </c:pt>
                <c:pt idx="43">
                  <c:v>0.10833036170914689</c:v>
                </c:pt>
                <c:pt idx="44">
                  <c:v>0.10624777128186021</c:v>
                </c:pt>
                <c:pt idx="45">
                  <c:v>0.10416518085457351</c:v>
                </c:pt>
                <c:pt idx="46">
                  <c:v>0.10208259042728671</c:v>
                </c:pt>
                <c:pt idx="47">
                  <c:v>0.1</c:v>
                </c:pt>
                <c:pt idx="48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51-4220-B9C8-8F491DFB37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62177696"/>
        <c:axId val="1962178176"/>
      </c:lineChart>
      <c:catAx>
        <c:axId val="196217769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62178176"/>
        <c:crosses val="autoZero"/>
        <c:auto val="1"/>
        <c:lblAlgn val="ctr"/>
        <c:lblOffset val="100"/>
        <c:noMultiLvlLbl val="0"/>
      </c:catAx>
      <c:valAx>
        <c:axId val="1962178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962177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 dirty="0" err="1"/>
              <a:t>spot_buy_sell_long</a:t>
            </a:r>
            <a:r>
              <a:rPr lang="en-US" altLang="ja-JP" dirty="0"/>
              <a:t> | date=2024-04-30, case=c01_k0Fk1Fk2F | </a:t>
            </a:r>
            <a:r>
              <a:rPr lang="en-US" altLang="ja-JP" dirty="0" err="1"/>
              <a:t>P_buy</a:t>
            </a:r>
            <a:r>
              <a:rPr lang="en-US" altLang="ja-JP" dirty="0"/>
              <a:t>, </a:t>
            </a:r>
            <a:r>
              <a:rPr lang="en-US" altLang="ja-JP" dirty="0" err="1"/>
              <a:t>P_sell</a:t>
            </a:r>
            <a:endParaRPr lang="en-US" altLang="ja-JP" dirty="0"/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spot_buy_sell_long!$D$2:$D$49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883.04718800000001</c:v>
                </c:pt>
                <c:pt idx="26">
                  <c:v>10.583951000000001</c:v>
                </c:pt>
                <c:pt idx="27">
                  <c:v>10.583951000000001</c:v>
                </c:pt>
                <c:pt idx="28">
                  <c:v>10.583951000000001</c:v>
                </c:pt>
                <c:pt idx="29">
                  <c:v>0</c:v>
                </c:pt>
                <c:pt idx="30">
                  <c:v>55.836154000000001</c:v>
                </c:pt>
                <c:pt idx="31">
                  <c:v>0</c:v>
                </c:pt>
                <c:pt idx="32">
                  <c:v>9.6337200000000003</c:v>
                </c:pt>
                <c:pt idx="33">
                  <c:v>4.8168600000000001</c:v>
                </c:pt>
                <c:pt idx="34">
                  <c:v>4.8168600000000001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0.99769200000000002</c:v>
                </c:pt>
                <c:pt idx="44">
                  <c:v>0.99769200000000002</c:v>
                </c:pt>
                <c:pt idx="45">
                  <c:v>0.99769200000000002</c:v>
                </c:pt>
                <c:pt idx="46">
                  <c:v>0.99769200000000002</c:v>
                </c:pt>
                <c:pt idx="47">
                  <c:v>422.05032399999999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94-4689-B585-62F3708E965E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spot_buy_sell_long!$E$2:$E$49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257.57182</c:v>
                </c:pt>
                <c:pt idx="37">
                  <c:v>257.57182</c:v>
                </c:pt>
                <c:pt idx="38">
                  <c:v>251.88783799999999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94-4689-B585-62F3708E96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| date=2024-05-03, case=c01_k0Fk1Fk2F | P_buy, P_sell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spot_buy_sell_long!$D$50:$D$97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526.315789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9.8870120000000004</c:v>
                </c:pt>
                <c:pt idx="32">
                  <c:v>10.583951000000001</c:v>
                </c:pt>
                <c:pt idx="33">
                  <c:v>883.74412700000005</c:v>
                </c:pt>
                <c:pt idx="34">
                  <c:v>10.583951000000001</c:v>
                </c:pt>
                <c:pt idx="35">
                  <c:v>45.252203000000002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85-443B-A35D-C69C630D2556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spot_buy_sell_long!$E$50:$E$97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270.75</c:v>
                </c:pt>
                <c:pt idx="8">
                  <c:v>180.5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241.793958</c:v>
                </c:pt>
                <c:pt idx="38">
                  <c:v>241.793958</c:v>
                </c:pt>
                <c:pt idx="39">
                  <c:v>241.793958</c:v>
                </c:pt>
                <c:pt idx="40">
                  <c:v>18.790702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85-443B-A35D-C69C630D25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| date=2024-05-06, case=c01_k0Fk1Fk2F | P_buy, P_sell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spot_buy_sell_long!$D$98:$D$145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526.315789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656.75276699999995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4.8168600000000001</c:v>
                </c:pt>
                <c:pt idx="47">
                  <c:v>425.86949199999998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CF-4280-BFBB-5AB9B5B59C71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spot_buy_sell_long!$E$98:$E$145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180.5</c:v>
                </c:pt>
                <c:pt idx="8">
                  <c:v>270.75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40.700135000000003</c:v>
                </c:pt>
                <c:pt idx="34">
                  <c:v>40.700135000000003</c:v>
                </c:pt>
                <c:pt idx="35">
                  <c:v>6.1377620000000004</c:v>
                </c:pt>
                <c:pt idx="36">
                  <c:v>0</c:v>
                </c:pt>
                <c:pt idx="37">
                  <c:v>207.12570600000001</c:v>
                </c:pt>
                <c:pt idx="38">
                  <c:v>207.12570600000001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CF-4280-BFBB-5AB9B5B59C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| date=2024-05-10, case=c01_k0Fk1Fk2F | P_buy, P_sell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spot_buy_sell_long!$D$146:$D$193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526.315789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2.5400770000000001</c:v>
                </c:pt>
                <c:pt idx="30">
                  <c:v>9.3287990000000001</c:v>
                </c:pt>
                <c:pt idx="31">
                  <c:v>891.28933700000005</c:v>
                </c:pt>
                <c:pt idx="32">
                  <c:v>9.3287990000000001</c:v>
                </c:pt>
                <c:pt idx="33">
                  <c:v>9.3287990000000001</c:v>
                </c:pt>
                <c:pt idx="34">
                  <c:v>9.3287990000000001</c:v>
                </c:pt>
                <c:pt idx="35">
                  <c:v>39.885741000000003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1.9322269999999999</c:v>
                </c:pt>
                <c:pt idx="43">
                  <c:v>7.7289089999999998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422.98485899999997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615-48CC-8164-CF36A2A71D62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spot_buy_sell_long!$E$146:$E$193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270.75</c:v>
                </c:pt>
                <c:pt idx="9">
                  <c:v>0</c:v>
                </c:pt>
                <c:pt idx="10">
                  <c:v>180.5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24.845528000000002</c:v>
                </c:pt>
                <c:pt idx="37">
                  <c:v>245.227857</c:v>
                </c:pt>
                <c:pt idx="38">
                  <c:v>245.227857</c:v>
                </c:pt>
                <c:pt idx="39">
                  <c:v>245.227857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615-48CC-8164-CF36A2A71D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| date=2024-06-05, case=c01_k0Fk1Fk2F | P_buy, P_sell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spot_buy_sell_long!$D$194:$D$241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765.19378700000004</c:v>
                </c:pt>
                <c:pt idx="28">
                  <c:v>20.497907999999999</c:v>
                </c:pt>
                <c:pt idx="29">
                  <c:v>143.718896</c:v>
                </c:pt>
                <c:pt idx="30">
                  <c:v>20.497907999999999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9.3287990000000001</c:v>
                </c:pt>
                <c:pt idx="45">
                  <c:v>9.3287990000000001</c:v>
                </c:pt>
                <c:pt idx="46">
                  <c:v>9.3287990000000001</c:v>
                </c:pt>
                <c:pt idx="47">
                  <c:v>430.38143100000002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58-48D6-A34B-373B37F45092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spot_buy_sell_long!$E$194:$E$241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254.75344100000001</c:v>
                </c:pt>
                <c:pt idx="37">
                  <c:v>270.75</c:v>
                </c:pt>
                <c:pt idx="38">
                  <c:v>270.75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58-48D6-A34B-373B37F450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| date=2024-06-11, case=c01_k0Fk1Fk2F | P_buy, P_sell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spot_buy_sell_long!$D$242:$D$289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315.78947399999998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796.55263200000002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631.57894699999997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9.8870120000000004</c:v>
                </c:pt>
                <c:pt idx="44">
                  <c:v>10.583951000000001</c:v>
                </c:pt>
                <c:pt idx="45">
                  <c:v>10.583951000000001</c:v>
                </c:pt>
                <c:pt idx="46">
                  <c:v>10.583951000000001</c:v>
                </c:pt>
                <c:pt idx="47">
                  <c:v>431.63658199999998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3A-4A98-9537-E54F2D2C1332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spot_buy_sell_long!$E$242:$E$289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270.75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270.75</c:v>
                </c:pt>
                <c:pt idx="28">
                  <c:v>270.75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159.14377099999999</c:v>
                </c:pt>
                <c:pt idx="36">
                  <c:v>130.95013499999999</c:v>
                </c:pt>
                <c:pt idx="37">
                  <c:v>130.95013499999999</c:v>
                </c:pt>
                <c:pt idx="38">
                  <c:v>130.95013499999999</c:v>
                </c:pt>
                <c:pt idx="39">
                  <c:v>130.95013499999999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3A-4A98-9537-E54F2D2C13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| date=2024-07-01, case=c01_k0Fk1Fk2F | P_buy, P_sell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spot_buy_sell_long!$D$290:$D$337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526.315789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90.078946999999999</c:v>
                </c:pt>
                <c:pt idx="15">
                  <c:v>45.039473999999998</c:v>
                </c:pt>
                <c:pt idx="16">
                  <c:v>45.039473999999998</c:v>
                </c:pt>
                <c:pt idx="17">
                  <c:v>175.989609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932.55924400000004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23.544384999999998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10.200319</c:v>
                </c:pt>
                <c:pt idx="40">
                  <c:v>10.200319</c:v>
                </c:pt>
                <c:pt idx="41">
                  <c:v>10.200319</c:v>
                </c:pt>
                <c:pt idx="42">
                  <c:v>4.6422660000000002</c:v>
                </c:pt>
                <c:pt idx="43">
                  <c:v>4.6422660000000002</c:v>
                </c:pt>
                <c:pt idx="44">
                  <c:v>4.6422660000000002</c:v>
                </c:pt>
                <c:pt idx="45">
                  <c:v>4.6422660000000002</c:v>
                </c:pt>
                <c:pt idx="46">
                  <c:v>4.6422660000000002</c:v>
                </c:pt>
                <c:pt idx="47">
                  <c:v>425.69489700000003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25-4E30-8B04-0DEF37613AFB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spot_buy_sell_long!$E$290:$E$337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232.13428099999999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130.95013499999999</c:v>
                </c:pt>
                <c:pt idx="20">
                  <c:v>130.95013499999999</c:v>
                </c:pt>
                <c:pt idx="21">
                  <c:v>130.95013499999999</c:v>
                </c:pt>
                <c:pt idx="22">
                  <c:v>130.95013499999999</c:v>
                </c:pt>
                <c:pt idx="23">
                  <c:v>0.66714399999999996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266.51766099999998</c:v>
                </c:pt>
                <c:pt idx="28">
                  <c:v>266.51766099999998</c:v>
                </c:pt>
                <c:pt idx="29">
                  <c:v>266.51766099999998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A25-4E30-8B04-0DEF37613A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| date=2024-08-06, case=c01_k0Fk1Fk2F | P_buy, P_sell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spot_buy_sell_long!$D$338:$D$385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2.5400770000000001</c:v>
                </c:pt>
                <c:pt idx="24">
                  <c:v>9.3287990000000001</c:v>
                </c:pt>
                <c:pt idx="25">
                  <c:v>9.3287990000000001</c:v>
                </c:pt>
                <c:pt idx="26">
                  <c:v>9.3287990000000001</c:v>
                </c:pt>
                <c:pt idx="27">
                  <c:v>9.3287990000000001</c:v>
                </c:pt>
                <c:pt idx="28">
                  <c:v>891.28933700000005</c:v>
                </c:pt>
                <c:pt idx="29">
                  <c:v>39.885741000000003</c:v>
                </c:pt>
                <c:pt idx="30">
                  <c:v>9.3287990000000001</c:v>
                </c:pt>
                <c:pt idx="31">
                  <c:v>4.245628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1.9322269999999999</c:v>
                </c:pt>
                <c:pt idx="42">
                  <c:v>0.87937600000000005</c:v>
                </c:pt>
                <c:pt idx="43">
                  <c:v>0.87937600000000005</c:v>
                </c:pt>
                <c:pt idx="44">
                  <c:v>0.87937600000000005</c:v>
                </c:pt>
                <c:pt idx="45">
                  <c:v>0.87937600000000005</c:v>
                </c:pt>
                <c:pt idx="46">
                  <c:v>422.81138299999998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EC-4FCD-808C-86E22070BF3D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spot_buy_sell_long!$E$338:$E$385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259.13462199999998</c:v>
                </c:pt>
                <c:pt idx="37">
                  <c:v>259.13462199999998</c:v>
                </c:pt>
                <c:pt idx="38">
                  <c:v>245.615015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EC-4FCD-808C-86E22070BF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| date=2024-10-22, case=c01_k0Fk1Fk2F | P_buy, P_sell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spot_buy_sell_long!$D$386:$D$433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526.315789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656.75276699999995</c:v>
                </c:pt>
                <c:pt idx="25">
                  <c:v>23.255817</c:v>
                </c:pt>
                <c:pt idx="26">
                  <c:v>23.255817</c:v>
                </c:pt>
                <c:pt idx="27">
                  <c:v>23.255817</c:v>
                </c:pt>
                <c:pt idx="28">
                  <c:v>23.255817</c:v>
                </c:pt>
                <c:pt idx="29">
                  <c:v>99.431387999999998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4.8168600000000001</c:v>
                </c:pt>
                <c:pt idx="41">
                  <c:v>7.009061</c:v>
                </c:pt>
                <c:pt idx="42">
                  <c:v>0</c:v>
                </c:pt>
                <c:pt idx="43">
                  <c:v>2.1922000000000001</c:v>
                </c:pt>
                <c:pt idx="44">
                  <c:v>2.1922000000000001</c:v>
                </c:pt>
                <c:pt idx="45">
                  <c:v>2.1922000000000001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0D-427D-B6AF-071149DD9E29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spot_buy_sell_long!$E$386:$E$433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270.75</c:v>
                </c:pt>
                <c:pt idx="13">
                  <c:v>180.5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207.12570600000001</c:v>
                </c:pt>
                <c:pt idx="32">
                  <c:v>207.12570600000001</c:v>
                </c:pt>
                <c:pt idx="33">
                  <c:v>207.12570600000001</c:v>
                </c:pt>
                <c:pt idx="34">
                  <c:v>45.418134999999999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0D-427D-B6AF-071149DD9E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| date=2024-12-04, case=c01_k0Fk1Fk2F | P_buy, P_sell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spot_buy_sell_long!$D$434:$D$481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749.77603299999998</c:v>
                </c:pt>
                <c:pt idx="29">
                  <c:v>163.05568099999999</c:v>
                </c:pt>
                <c:pt idx="30">
                  <c:v>23.255817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4.8168600000000001</c:v>
                </c:pt>
                <c:pt idx="45">
                  <c:v>4.8168600000000001</c:v>
                </c:pt>
                <c:pt idx="46">
                  <c:v>4.8168600000000001</c:v>
                </c:pt>
                <c:pt idx="47">
                  <c:v>425.86949199999998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16E-4988-A0C6-7EF153838DEC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spot_buy_sell_long!$E$434:$E$481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270.75</c:v>
                </c:pt>
                <c:pt idx="35">
                  <c:v>270.75</c:v>
                </c:pt>
                <c:pt idx="36">
                  <c:v>207.12570600000001</c:v>
                </c:pt>
                <c:pt idx="37">
                  <c:v>0.91809300000000005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16E-4988-A0C6-7EF153838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| date=2025-01-30, case=c01_k0Fk1Fk2F | P_buy, P_sell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spot_buy_sell_long!$D$482:$D$529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526.315789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330.97368399999999</c:v>
                </c:pt>
                <c:pt idx="26">
                  <c:v>0</c:v>
                </c:pt>
                <c:pt idx="27">
                  <c:v>90.078946999999999</c:v>
                </c:pt>
                <c:pt idx="28">
                  <c:v>45.039473999999998</c:v>
                </c:pt>
                <c:pt idx="29">
                  <c:v>315.78947399999998</c:v>
                </c:pt>
                <c:pt idx="30">
                  <c:v>45.039473999999998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18.657599000000001</c:v>
                </c:pt>
                <c:pt idx="44">
                  <c:v>0</c:v>
                </c:pt>
                <c:pt idx="45">
                  <c:v>9.3287990000000001</c:v>
                </c:pt>
                <c:pt idx="46">
                  <c:v>9.3287990000000001</c:v>
                </c:pt>
                <c:pt idx="47">
                  <c:v>430.38143100000002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FF2-4AA8-8873-BDA8A93A9B4E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spot_buy_sell_long!$E$482:$E$529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26.086566999999999</c:v>
                </c:pt>
                <c:pt idx="12">
                  <c:v>0</c:v>
                </c:pt>
                <c:pt idx="13">
                  <c:v>4.3395210000000004</c:v>
                </c:pt>
                <c:pt idx="14">
                  <c:v>150.07391200000001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270.75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270.75</c:v>
                </c:pt>
                <c:pt idx="35">
                  <c:v>270.75</c:v>
                </c:pt>
                <c:pt idx="36">
                  <c:v>147.529011</c:v>
                </c:pt>
                <c:pt idx="37">
                  <c:v>9.7763480000000005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FF2-4AA8-8873-BDA8A93A9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| date=2025-02-11, case=c01_k0Fk1Fk2F | P_buy, P_sell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spot_buy_sell_long!$D$530:$D$577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936.08753100000001</c:v>
                </c:pt>
                <c:pt idx="29">
                  <c:v>0</c:v>
                </c:pt>
                <c:pt idx="30">
                  <c:v>0</c:v>
                </c:pt>
                <c:pt idx="31">
                  <c:v>10.583951000000001</c:v>
                </c:pt>
                <c:pt idx="32">
                  <c:v>10.583951000000001</c:v>
                </c:pt>
                <c:pt idx="33">
                  <c:v>10.583951000000001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ED-4C80-B0CE-88FDF0A9AA2A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spot_buy_sell_long!$E$530:$E$577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54.549878999999997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207.12570600000001</c:v>
                </c:pt>
                <c:pt idx="36">
                  <c:v>241.793958</c:v>
                </c:pt>
                <c:pt idx="37">
                  <c:v>241.793958</c:v>
                </c:pt>
                <c:pt idx="38">
                  <c:v>7.4659700000000004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ED-4C80-B0CE-88FDF0A9AA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| date=2025-03-25, case=c01_k0Fk1Fk2F | P_buy, P_sell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spot_buy_sell_long!$D$578:$D$625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526.315789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883.04718800000001</c:v>
                </c:pt>
                <c:pt idx="32">
                  <c:v>10.583951000000001</c:v>
                </c:pt>
                <c:pt idx="33">
                  <c:v>10.583951000000001</c:v>
                </c:pt>
                <c:pt idx="34">
                  <c:v>10.583951000000001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F7-48BB-8A0E-FBF75134340C}"/>
            </c:ext>
          </c:extLst>
        </c:ser>
        <c:ser>
          <c:idx val="1"/>
          <c:order val="1"/>
          <c:tx>
            <c:v>P_sell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spot_buy_sell_long!$E$578:$E$625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270.75</c:v>
                </c:pt>
                <c:pt idx="11">
                  <c:v>180.5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241.793958</c:v>
                </c:pt>
                <c:pt idx="37">
                  <c:v>241.793958</c:v>
                </c:pt>
                <c:pt idx="38">
                  <c:v>221.786553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F7-48BB-8A0E-FBF7513434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| date=2024-04-30, case=c01_k0Fk1Fk2F | primary_sell, secondary_sell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primary_secondary_long!$D$2:$D$9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60-4320-932E-1D6A06E1CC2E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primary_secondary_long!$E$2:$E$9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559.19945877109137</c:v>
                </c:pt>
                <c:pt idx="4">
                  <c:v>254.49717488483759</c:v>
                </c:pt>
                <c:pt idx="5">
                  <c:v>115.8241679394699</c:v>
                </c:pt>
                <c:pt idx="6">
                  <c:v>52.71271826471574</c:v>
                </c:pt>
                <c:pt idx="7">
                  <c:v>23.990076650560681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60-4320-932E-1D6A06E1CC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| date=2024-05-03, case=c01_k0Fk1Fk2F | primary_sell, secondary_sell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primary_secondary_long!$D$10:$D$17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8E-4E88-9AD5-A1740A43BDB7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primary_secondary_long!$E$10:$E$17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1083</c:v>
                </c:pt>
                <c:pt idx="4">
                  <c:v>559.19945877108341</c:v>
                </c:pt>
                <c:pt idx="5">
                  <c:v>254.49717488483401</c:v>
                </c:pt>
                <c:pt idx="6">
                  <c:v>115.8241679394683</c:v>
                </c:pt>
                <c:pt idx="7">
                  <c:v>52.712718264715008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8E-4E88-9AD5-A1740A43B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| date=2024-05-06, case=c01_k0Fk1Fk2F | primary_sell, secondary_sell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primary_secondary_long!$D$18:$D$25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0</c:v>
                </c:pt>
                <c:pt idx="4">
                  <c:v>0</c:v>
                </c:pt>
                <c:pt idx="5">
                  <c:v>559.19945877109149</c:v>
                </c:pt>
                <c:pt idx="6">
                  <c:v>254.4971748848377</c:v>
                </c:pt>
                <c:pt idx="7">
                  <c:v>115.82416793947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04-411E-A199-1C48CA8F3535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primary_secondary_long!$E$18:$E$25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04-411E-A199-1C48CA8F35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| date=2024-05-10, case=c01_k0Fk1Fk2F | primary_sell, secondary_sell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primary_secondary_long!$D$26:$D$33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121.70435290680599</c:v>
                </c:pt>
                <c:pt idx="3">
                  <c:v>1083</c:v>
                </c:pt>
                <c:pt idx="4">
                  <c:v>492.88395415472758</c:v>
                </c:pt>
                <c:pt idx="5">
                  <c:v>224.31633634644459</c:v>
                </c:pt>
                <c:pt idx="6">
                  <c:v>102.0885714126846</c:v>
                </c:pt>
                <c:pt idx="7">
                  <c:v>46.461513159641072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64-4C9F-A089-2BD0B765CEA9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primary_secondary_long!$E$26:$E$33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64-4C9F-A089-2BD0B765CE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| date=2024-06-05, case=c01_k0Fk1Fk2F | primary_sell, secondary_sell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primary_secondary_long!$D$34:$D$41</c:f>
              <c:numCache>
                <c:formatCode>General</c:formatCode>
                <c:ptCount val="8"/>
                <c:pt idx="0">
                  <c:v>121.70435290680621</c:v>
                </c:pt>
                <c:pt idx="1">
                  <c:v>0</c:v>
                </c:pt>
                <c:pt idx="2">
                  <c:v>0</c:v>
                </c:pt>
                <c:pt idx="3">
                  <c:v>1083</c:v>
                </c:pt>
                <c:pt idx="4">
                  <c:v>492.88395415472752</c:v>
                </c:pt>
                <c:pt idx="5">
                  <c:v>0</c:v>
                </c:pt>
                <c:pt idx="6">
                  <c:v>0</c:v>
                </c:pt>
                <c:pt idx="7">
                  <c:v>224.31633634644459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BB-4F1D-B85F-17D957EAFC60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primary_secondary_long!$E$34:$E$41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BB-4F1D-B85F-17D957EAFC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| date=2024-06-11, case=c01_k0Fk1Fk2F | primary_sell, secondary_sell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primary_secondary_long!$D$42:$D$49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559.19945877109103</c:v>
                </c:pt>
                <c:pt idx="7">
                  <c:v>254.49717488483731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E1-4C67-9C9B-5B0B62961C8A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primary_secondary_long!$E$42:$E$49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9E1-4C67-9C9B-5B0B62961C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| date=2024-07-01, case=c01_k0Fk1Fk2F | primary_sell, secondary_sell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primary_secondary_long!$D$50:$D$57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559.19945877109137</c:v>
                </c:pt>
                <c:pt idx="4">
                  <c:v>16.929357031676119</c:v>
                </c:pt>
                <c:pt idx="5">
                  <c:v>0</c:v>
                </c:pt>
                <c:pt idx="6">
                  <c:v>245.2725347830503</c:v>
                </c:pt>
                <c:pt idx="7">
                  <c:v>111.6259434805381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77-42BB-B0F2-F23873BDF424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primary_secondary_long!$E$50:$E$57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877-42BB-B0F2-F23873BDF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| date=2024-08-06, case=c01_k0Fk1Fk2F | primary_sell, secondary_sell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primary_secondary_long!$D$58:$D$65</c:f>
              <c:numCache>
                <c:formatCode>General</c:formatCode>
                <c:ptCount val="8"/>
                <c:pt idx="0">
                  <c:v>0</c:v>
                </c:pt>
                <c:pt idx="1">
                  <c:v>121.70435290680641</c:v>
                </c:pt>
                <c:pt idx="2">
                  <c:v>1083</c:v>
                </c:pt>
                <c:pt idx="3">
                  <c:v>492.88395415472752</c:v>
                </c:pt>
                <c:pt idx="4">
                  <c:v>224.31633634644459</c:v>
                </c:pt>
                <c:pt idx="5">
                  <c:v>102.0885714126846</c:v>
                </c:pt>
                <c:pt idx="6">
                  <c:v>46.461513159641072</c:v>
                </c:pt>
                <c:pt idx="7">
                  <c:v>21.14509171019003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FA-43E7-B54E-CB95FA82980C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primary_secondary_long!$E$58:$E$65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BFA-43E7-B54E-CB95FA8298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| date=2024-10-22, case=c01_k0Fk1Fk2F | primary_sell, secondary_sell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primary_secondary_long!$D$66:$D$73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1083</c:v>
                </c:pt>
                <c:pt idx="4">
                  <c:v>559.19945877109149</c:v>
                </c:pt>
                <c:pt idx="5">
                  <c:v>254.49717488483759</c:v>
                </c:pt>
                <c:pt idx="6">
                  <c:v>115.8241679394699</c:v>
                </c:pt>
                <c:pt idx="7">
                  <c:v>52.712718264715747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FE1-4607-AEAC-F6C87223B989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primary_secondary_long!$E$66:$E$73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FE1-4607-AEAC-F6C87223B9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| date=2024-12-04, case=c01_k0Fk1Fk2F | primary_sell, secondary_sell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primary_secondary_long!$D$74:$D$81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1083</c:v>
                </c:pt>
                <c:pt idx="4">
                  <c:v>559.19945877109149</c:v>
                </c:pt>
                <c:pt idx="5">
                  <c:v>0</c:v>
                </c:pt>
                <c:pt idx="6">
                  <c:v>254.4971748848377</c:v>
                </c:pt>
                <c:pt idx="7">
                  <c:v>115.82416793947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89F-46DD-8E0E-7B1560AD35C3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primary_secondary_long!$E$74:$E$81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89F-46DD-8E0E-7B1560AD35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| date=2025-01-30, case=c01_k0Fk1Fk2F | primary_sell, secondary_sell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primary_secondary_long!$D$82:$D$89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121.70435290680621</c:v>
                </c:pt>
                <c:pt idx="3">
                  <c:v>0</c:v>
                </c:pt>
                <c:pt idx="4">
                  <c:v>1083</c:v>
                </c:pt>
                <c:pt idx="5">
                  <c:v>0</c:v>
                </c:pt>
                <c:pt idx="6">
                  <c:v>492.88395415472752</c:v>
                </c:pt>
                <c:pt idx="7">
                  <c:v>224.31633634644459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C54-47CC-9935-738DD01907C8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primary_secondary_long!$E$82:$E$89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54-47CC-9935-738DD01907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| date=2025-02-11, case=c01_k0Fk1Fk2F | primary_sell, secondary_sell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primary_secondary_long!$D$90:$D$97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559.19945877109137</c:v>
                </c:pt>
                <c:pt idx="4">
                  <c:v>0</c:v>
                </c:pt>
                <c:pt idx="5">
                  <c:v>254.49717488483751</c:v>
                </c:pt>
                <c:pt idx="6">
                  <c:v>115.8241679394699</c:v>
                </c:pt>
                <c:pt idx="7">
                  <c:v>52.712718264715747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8D-448A-BDF0-94BA26385924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primary_secondary_long!$E$90:$E$97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8D-448A-BDF0-94BA263859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| date=2025-03-25, case=c01_k0Fk1Fk2F | primary_sell, secondary_sell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primary_secondary_long!$D$98:$D$105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1083</c:v>
                </c:pt>
                <c:pt idx="3">
                  <c:v>559.19945877109114</c:v>
                </c:pt>
                <c:pt idx="4">
                  <c:v>0</c:v>
                </c:pt>
                <c:pt idx="5">
                  <c:v>254.49717488483751</c:v>
                </c:pt>
                <c:pt idx="6">
                  <c:v>115.8241679394699</c:v>
                </c:pt>
                <c:pt idx="7">
                  <c:v>52.71271826471574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2A0-4B7F-AF12-D6D80726B283}"/>
            </c:ext>
          </c:extLst>
        </c:ser>
        <c:ser>
          <c:idx val="1"/>
          <c:order val="1"/>
          <c:tx>
            <c:v>secondary_sell</c:v>
          </c:tx>
          <c:spPr>
            <a:ln>
              <a:prstDash val="solid"/>
            </a:ln>
          </c:spPr>
          <c:marker>
            <c:symbol val="none"/>
          </c:marker>
          <c:val>
            <c:numRef>
              <c:f>primary_secondary_long!$E$98:$E$105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2A0-4B7F-AF12-D6D80726B2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prstDash val="solid"/>
      <a:round/>
    </a:ln>
  </c:spPr>
  <c:externalData r:id="rId1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 price 2/11</a:t>
            </a:r>
            <a:endParaRPr lang="ja-JP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 alt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spot_48_wide!$B$9:$AW$9</c:f>
              <c:numCache>
                <c:formatCode>General</c:formatCode>
                <c:ptCount val="48"/>
                <c:pt idx="0">
                  <c:v>14.74</c:v>
                </c:pt>
                <c:pt idx="1">
                  <c:v>14.74</c:v>
                </c:pt>
                <c:pt idx="2">
                  <c:v>14.83</c:v>
                </c:pt>
                <c:pt idx="3">
                  <c:v>14.75</c:v>
                </c:pt>
                <c:pt idx="4">
                  <c:v>14.76</c:v>
                </c:pt>
                <c:pt idx="5">
                  <c:v>14.95</c:v>
                </c:pt>
                <c:pt idx="6">
                  <c:v>14.86</c:v>
                </c:pt>
                <c:pt idx="7">
                  <c:v>14.54</c:v>
                </c:pt>
                <c:pt idx="8">
                  <c:v>13.82</c:v>
                </c:pt>
                <c:pt idx="9">
                  <c:v>14.49</c:v>
                </c:pt>
                <c:pt idx="10">
                  <c:v>14.79</c:v>
                </c:pt>
                <c:pt idx="11">
                  <c:v>14.73</c:v>
                </c:pt>
                <c:pt idx="12">
                  <c:v>15.31</c:v>
                </c:pt>
                <c:pt idx="13">
                  <c:v>16.73</c:v>
                </c:pt>
                <c:pt idx="14">
                  <c:v>16.93</c:v>
                </c:pt>
                <c:pt idx="15">
                  <c:v>16.510000000000002</c:v>
                </c:pt>
                <c:pt idx="16">
                  <c:v>15.04</c:v>
                </c:pt>
                <c:pt idx="17">
                  <c:v>9.61</c:v>
                </c:pt>
                <c:pt idx="18">
                  <c:v>9.39</c:v>
                </c:pt>
                <c:pt idx="19">
                  <c:v>9.17</c:v>
                </c:pt>
                <c:pt idx="20">
                  <c:v>7.01</c:v>
                </c:pt>
                <c:pt idx="21">
                  <c:v>5.46</c:v>
                </c:pt>
                <c:pt idx="22">
                  <c:v>3</c:v>
                </c:pt>
                <c:pt idx="23">
                  <c:v>0.01</c:v>
                </c:pt>
                <c:pt idx="24">
                  <c:v>0.01</c:v>
                </c:pt>
                <c:pt idx="25">
                  <c:v>0.01</c:v>
                </c:pt>
                <c:pt idx="26">
                  <c:v>0.01</c:v>
                </c:pt>
                <c:pt idx="27">
                  <c:v>0.01</c:v>
                </c:pt>
                <c:pt idx="28">
                  <c:v>0.01</c:v>
                </c:pt>
                <c:pt idx="29">
                  <c:v>2.0099999999999998</c:v>
                </c:pt>
                <c:pt idx="30">
                  <c:v>5.01</c:v>
                </c:pt>
                <c:pt idx="31">
                  <c:v>7.95</c:v>
                </c:pt>
                <c:pt idx="32">
                  <c:v>9.17</c:v>
                </c:pt>
                <c:pt idx="33">
                  <c:v>10.5</c:v>
                </c:pt>
                <c:pt idx="34">
                  <c:v>17.53</c:v>
                </c:pt>
                <c:pt idx="35">
                  <c:v>19.52</c:v>
                </c:pt>
                <c:pt idx="36">
                  <c:v>19.38</c:v>
                </c:pt>
                <c:pt idx="37">
                  <c:v>18.95</c:v>
                </c:pt>
                <c:pt idx="38">
                  <c:v>18.95</c:v>
                </c:pt>
                <c:pt idx="39">
                  <c:v>18.71</c:v>
                </c:pt>
                <c:pt idx="40">
                  <c:v>18.72</c:v>
                </c:pt>
                <c:pt idx="41">
                  <c:v>18.489999999999998</c:v>
                </c:pt>
                <c:pt idx="42">
                  <c:v>18.36</c:v>
                </c:pt>
                <c:pt idx="43">
                  <c:v>17.52</c:v>
                </c:pt>
                <c:pt idx="44">
                  <c:v>18.71</c:v>
                </c:pt>
                <c:pt idx="45">
                  <c:v>16.510000000000002</c:v>
                </c:pt>
                <c:pt idx="46">
                  <c:v>15.63</c:v>
                </c:pt>
                <c:pt idx="47">
                  <c:v>14.93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51-4501-960A-B9AAE3D6BD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73130960"/>
        <c:axId val="473135760"/>
      </c:lineChart>
      <c:catAx>
        <c:axId val="47313096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73135760"/>
        <c:crosses val="autoZero"/>
        <c:auto val="1"/>
        <c:lblAlgn val="ctr"/>
        <c:lblOffset val="100"/>
        <c:noMultiLvlLbl val="0"/>
      </c:catAx>
      <c:valAx>
        <c:axId val="473135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73130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- 2024-04-30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0.5</c:v>
              </c:pt>
              <c:pt idx="5">
                <c:v>0.5</c:v>
              </c:pt>
              <c:pt idx="6">
                <c:v>0.5</c:v>
              </c:pt>
              <c:pt idx="7">
                <c:v>0.5</c:v>
              </c:pt>
              <c:pt idx="8">
                <c:v>0.5</c:v>
              </c:pt>
              <c:pt idx="9">
                <c:v>0.5</c:v>
              </c:pt>
              <c:pt idx="10">
                <c:v>0.5</c:v>
              </c:pt>
              <c:pt idx="11">
                <c:v>0.5</c:v>
              </c:pt>
              <c:pt idx="12">
                <c:v>0.5</c:v>
              </c:pt>
              <c:pt idx="13">
                <c:v>0.45721250000000002</c:v>
              </c:pt>
              <c:pt idx="14">
                <c:v>0.41442499999999999</c:v>
              </c:pt>
              <c:pt idx="15">
                <c:v>0.37163750000000001</c:v>
              </c:pt>
              <c:pt idx="16">
                <c:v>0.32884999999999998</c:v>
              </c:pt>
              <c:pt idx="17">
                <c:v>0.2860625</c:v>
              </c:pt>
              <c:pt idx="18">
                <c:v>0.24327499999999999</c:v>
              </c:pt>
              <c:pt idx="19">
                <c:v>0.221181974291627</c:v>
              </c:pt>
              <c:pt idx="20">
                <c:v>0.19908894858325399</c:v>
              </c:pt>
              <c:pt idx="21">
                <c:v>0.176995922874881</c:v>
              </c:pt>
              <c:pt idx="22">
                <c:v>0.15490289716650699</c:v>
              </c:pt>
              <c:pt idx="23">
                <c:v>0.132809871458134</c:v>
              </c:pt>
              <c:pt idx="24">
                <c:v>0.110716845749761</c:v>
              </c:pt>
              <c:pt idx="25">
                <c:v>0.100662092406839</c:v>
              </c:pt>
              <c:pt idx="26">
                <c:v>0.92950216762192805</c:v>
              </c:pt>
              <c:pt idx="27">
                <c:v>0.92950216762192905</c:v>
              </c:pt>
              <c:pt idx="28">
                <c:v>0.92950216762192905</c:v>
              </c:pt>
              <c:pt idx="29">
                <c:v>0.92950216762192905</c:v>
              </c:pt>
              <c:pt idx="30">
                <c:v>0.919447414279006</c:v>
              </c:pt>
              <c:pt idx="31">
                <c:v>0.96791574295305505</c:v>
              </c:pt>
              <c:pt idx="32">
                <c:v>0.96333972579173499</c:v>
              </c:pt>
              <c:pt idx="33">
                <c:v>0.96791574295305505</c:v>
              </c:pt>
              <c:pt idx="34">
                <c:v>0.96791574295305505</c:v>
              </c:pt>
              <c:pt idx="35">
                <c:v>0.96791574295305505</c:v>
              </c:pt>
              <c:pt idx="36">
                <c:v>0.96333972579173499</c:v>
              </c:pt>
              <c:pt idx="37">
                <c:v>0.675858996379605</c:v>
              </c:pt>
              <c:pt idx="38">
                <c:v>0.38837826696747502</c:v>
              </c:pt>
              <c:pt idx="39">
                <c:v>0.107195578673075</c:v>
              </c:pt>
              <c:pt idx="40">
                <c:v>0.105112988245789</c:v>
              </c:pt>
              <c:pt idx="41">
                <c:v>0.103030397818502</c:v>
              </c:pt>
              <c:pt idx="42">
                <c:v>0.10094780739121501</c:v>
              </c:pt>
              <c:pt idx="43">
                <c:v>0.1</c:v>
              </c:pt>
              <c:pt idx="44">
                <c:v>0.1</c:v>
              </c:pt>
              <c:pt idx="45">
                <c:v>0.1</c:v>
              </c:pt>
              <c:pt idx="46">
                <c:v>0.1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751-4035-8534-C175B7C982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- 2024-05-03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0.7</c:v>
              </c:pt>
              <c:pt idx="9">
                <c:v>0.5</c:v>
              </c:pt>
              <c:pt idx="10">
                <c:v>0.5</c:v>
              </c:pt>
              <c:pt idx="11">
                <c:v>0.5</c:v>
              </c:pt>
              <c:pt idx="12">
                <c:v>0.5</c:v>
              </c:pt>
              <c:pt idx="13">
                <c:v>0.5</c:v>
              </c:pt>
              <c:pt idx="14">
                <c:v>0.5</c:v>
              </c:pt>
              <c:pt idx="15">
                <c:v>0.5</c:v>
              </c:pt>
              <c:pt idx="16">
                <c:v>0.5</c:v>
              </c:pt>
              <c:pt idx="17">
                <c:v>0.5</c:v>
              </c:pt>
              <c:pt idx="18">
                <c:v>0.5</c:v>
              </c:pt>
              <c:pt idx="19">
                <c:v>0.45721250000000002</c:v>
              </c:pt>
              <c:pt idx="20">
                <c:v>0.41442499999999999</c:v>
              </c:pt>
              <c:pt idx="21">
                <c:v>0.37163750000000001</c:v>
              </c:pt>
              <c:pt idx="22">
                <c:v>0.32884999999999998</c:v>
              </c:pt>
              <c:pt idx="23">
                <c:v>0.2860625</c:v>
              </c:pt>
              <c:pt idx="24">
                <c:v>0.24327499999999999</c:v>
              </c:pt>
              <c:pt idx="25">
                <c:v>0.221181974291627</c:v>
              </c:pt>
              <c:pt idx="26">
                <c:v>0.19908894858325399</c:v>
              </c:pt>
              <c:pt idx="27">
                <c:v>0.176995922874881</c:v>
              </c:pt>
              <c:pt idx="28">
                <c:v>0.15490289716650699</c:v>
              </c:pt>
              <c:pt idx="29">
                <c:v>0.2</c:v>
              </c:pt>
              <c:pt idx="30">
                <c:v>0.2</c:v>
              </c:pt>
              <c:pt idx="31">
                <c:v>0.3</c:v>
              </c:pt>
              <c:pt idx="32">
                <c:v>0.28994524665707799</c:v>
              </c:pt>
              <c:pt idx="33">
                <c:v>0.3</c:v>
              </c:pt>
              <c:pt idx="34">
                <c:v>0.92950216762192905</c:v>
              </c:pt>
              <c:pt idx="35">
                <c:v>0.92950216762192905</c:v>
              </c:pt>
              <c:pt idx="36">
                <c:v>0.96243700677145305</c:v>
              </c:pt>
              <c:pt idx="37">
                <c:v>0.957860989610133</c:v>
              </c:pt>
              <c:pt idx="38">
                <c:v>0.68536922949575696</c:v>
              </c:pt>
              <c:pt idx="39">
                <c:v>0.41287746938138098</c:v>
              </c:pt>
              <c:pt idx="40">
                <c:v>0.35539647236518601</c:v>
              </c:pt>
              <c:pt idx="41">
                <c:v>0.18290471225081001</c:v>
              </c:pt>
              <c:pt idx="42">
                <c:v>0.110412952136434</c:v>
              </c:pt>
              <c:pt idx="43">
                <c:v>0.10833036170914701</c:v>
              </c:pt>
              <c:pt idx="44">
                <c:v>0.10624777128186</c:v>
              </c:pt>
              <c:pt idx="45">
                <c:v>0.10416518085457301</c:v>
              </c:pt>
              <c:pt idx="46">
                <c:v>0.102082590427287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B83-4C88-A5D9-AF664AE93D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- 2024-05-06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0.8</c:v>
              </c:pt>
              <c:pt idx="9">
                <c:v>0.5</c:v>
              </c:pt>
              <c:pt idx="10">
                <c:v>0.5</c:v>
              </c:pt>
              <c:pt idx="11">
                <c:v>0.5</c:v>
              </c:pt>
              <c:pt idx="12">
                <c:v>0.5</c:v>
              </c:pt>
              <c:pt idx="13">
                <c:v>0.45721250000000002</c:v>
              </c:pt>
              <c:pt idx="14">
                <c:v>0.41442499999999999</c:v>
              </c:pt>
              <c:pt idx="15">
                <c:v>0.37163750000000001</c:v>
              </c:pt>
              <c:pt idx="16">
                <c:v>0.32884999999999998</c:v>
              </c:pt>
              <c:pt idx="17">
                <c:v>0.2860625</c:v>
              </c:pt>
              <c:pt idx="18">
                <c:v>0.24327499999999999</c:v>
              </c:pt>
              <c:pt idx="19">
                <c:v>0.24327499999999999</c:v>
              </c:pt>
              <c:pt idx="20">
                <c:v>0.24327499999999999</c:v>
              </c:pt>
              <c:pt idx="21">
                <c:v>0.24327499999999999</c:v>
              </c:pt>
              <c:pt idx="22">
                <c:v>0.24327499999999999</c:v>
              </c:pt>
              <c:pt idx="23">
                <c:v>0.24327499999999999</c:v>
              </c:pt>
              <c:pt idx="24">
                <c:v>0.24327499999999999</c:v>
              </c:pt>
              <c:pt idx="25">
                <c:v>0.86719012854186595</c:v>
              </c:pt>
              <c:pt idx="26">
                <c:v>0.86719012854186595</c:v>
              </c:pt>
              <c:pt idx="27">
                <c:v>0.86719012854186595</c:v>
              </c:pt>
              <c:pt idx="28">
                <c:v>0.86719012854186595</c:v>
              </c:pt>
              <c:pt idx="29">
                <c:v>0.86719012854186595</c:v>
              </c:pt>
              <c:pt idx="30">
                <c:v>0.86719012854186595</c:v>
              </c:pt>
              <c:pt idx="31">
                <c:v>0.84509710283349304</c:v>
              </c:pt>
              <c:pt idx="32">
                <c:v>0.82300407712512003</c:v>
              </c:pt>
              <c:pt idx="33">
                <c:v>0.80091105141674601</c:v>
              </c:pt>
              <c:pt idx="34">
                <c:v>0.778451749522864</c:v>
              </c:pt>
              <c:pt idx="35">
                <c:v>0.71126162098099799</c:v>
              </c:pt>
              <c:pt idx="36">
                <c:v>0.68916859527262497</c:v>
              </c:pt>
              <c:pt idx="37">
                <c:v>0.67911384192970203</c:v>
              </c:pt>
              <c:pt idx="38">
                <c:v>0.43955692096485099</c:v>
              </c:pt>
              <c:pt idx="39">
                <c:v>0.2</c:v>
              </c:pt>
              <c:pt idx="40">
                <c:v>0.142989592492447</c:v>
              </c:pt>
              <c:pt idx="41">
                <c:v>0.132934839149525</c:v>
              </c:pt>
              <c:pt idx="42">
                <c:v>0.12288008580660199</c:v>
              </c:pt>
              <c:pt idx="43">
                <c:v>0.11830406864528201</c:v>
              </c:pt>
              <c:pt idx="44">
                <c:v>0.11372805148396101</c:v>
              </c:pt>
              <c:pt idx="45">
                <c:v>0.10915203432264101</c:v>
              </c:pt>
              <c:pt idx="46">
                <c:v>0.10457601716132101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748-4F5B-ADCD-54EC0911ED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- 2024-05-10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0.5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0.8</c:v>
              </c:pt>
              <c:pt idx="10">
                <c:v>0.8</c:v>
              </c:pt>
              <c:pt idx="11">
                <c:v>0.5</c:v>
              </c:pt>
              <c:pt idx="12">
                <c:v>0.5</c:v>
              </c:pt>
              <c:pt idx="13">
                <c:v>0.49519166666666697</c:v>
              </c:pt>
              <c:pt idx="14">
                <c:v>0.490383333333333</c:v>
              </c:pt>
              <c:pt idx="15">
                <c:v>0.48557499999999998</c:v>
              </c:pt>
              <c:pt idx="16">
                <c:v>0.5</c:v>
              </c:pt>
              <c:pt idx="17">
                <c:v>0.53317083333333304</c:v>
              </c:pt>
              <c:pt idx="18">
                <c:v>0.52836249999999996</c:v>
              </c:pt>
              <c:pt idx="19">
                <c:v>0.48557499999999998</c:v>
              </c:pt>
              <c:pt idx="20">
                <c:v>0.4427875</c:v>
              </c:pt>
              <c:pt idx="21">
                <c:v>0.4</c:v>
              </c:pt>
              <c:pt idx="22">
                <c:v>0.4</c:v>
              </c:pt>
              <c:pt idx="23">
                <c:v>0.4</c:v>
              </c:pt>
              <c:pt idx="24">
                <c:v>0.35721249999999999</c:v>
              </c:pt>
              <c:pt idx="25">
                <c:v>0.4</c:v>
              </c:pt>
              <c:pt idx="26">
                <c:v>0.38052698782235</c:v>
              </c:pt>
              <c:pt idx="27">
                <c:v>0.36105397564469899</c:v>
              </c:pt>
              <c:pt idx="28">
                <c:v>0.3</c:v>
              </c:pt>
              <c:pt idx="29">
                <c:v>0.3</c:v>
              </c:pt>
              <c:pt idx="30">
                <c:v>0.28052698782235003</c:v>
              </c:pt>
              <c:pt idx="31">
                <c:v>0.27166462841198602</c:v>
              </c:pt>
              <c:pt idx="32">
                <c:v>0.93786251070735605</c:v>
              </c:pt>
              <c:pt idx="33">
                <c:v>0.93786251070735605</c:v>
              </c:pt>
              <c:pt idx="34">
                <c:v>0.93786251070735605</c:v>
              </c:pt>
              <c:pt idx="35">
                <c:v>0.93786251070735605</c:v>
              </c:pt>
              <c:pt idx="36">
                <c:v>0.96689160487912396</c:v>
              </c:pt>
              <c:pt idx="37">
                <c:v>0.935328586773024</c:v>
              </c:pt>
              <c:pt idx="38">
                <c:v>0.65957462248353704</c:v>
              </c:pt>
              <c:pt idx="39">
                <c:v>0.38382065819404898</c:v>
              </c:pt>
              <c:pt idx="40">
                <c:v>0.108066693904562</c:v>
              </c:pt>
              <c:pt idx="41">
                <c:v>0.104033346952281</c:v>
              </c:pt>
              <c:pt idx="42">
                <c:v>0.1</c:v>
              </c:pt>
              <c:pt idx="43">
                <c:v>0.1</c:v>
              </c:pt>
              <c:pt idx="44">
                <c:v>0.10550684762969</c:v>
              </c:pt>
              <c:pt idx="45">
                <c:v>0.10367123175312699</c:v>
              </c:pt>
              <c:pt idx="46">
                <c:v>0.10183561587656299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1A6-4D46-A7C4-88066E26D2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- 2024-06-05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0.49519166666666697</c:v>
              </c:pt>
              <c:pt idx="2">
                <c:v>0.490383333333333</c:v>
              </c:pt>
              <c:pt idx="3">
                <c:v>0.48557499999999998</c:v>
              </c:pt>
              <c:pt idx="4">
                <c:v>0.48076666666666701</c:v>
              </c:pt>
              <c:pt idx="5">
                <c:v>0.47595833333333298</c:v>
              </c:pt>
              <c:pt idx="6">
                <c:v>0.47115000000000001</c:v>
              </c:pt>
              <c:pt idx="7">
                <c:v>0.47115000000000001</c:v>
              </c:pt>
              <c:pt idx="8">
                <c:v>0.47115000000000001</c:v>
              </c:pt>
              <c:pt idx="9">
                <c:v>0.47115000000000001</c:v>
              </c:pt>
              <c:pt idx="10">
                <c:v>0.47115000000000001</c:v>
              </c:pt>
              <c:pt idx="11">
                <c:v>0.47115000000000001</c:v>
              </c:pt>
              <c:pt idx="12">
                <c:v>0.47115000000000001</c:v>
              </c:pt>
              <c:pt idx="13">
                <c:v>0.47115000000000001</c:v>
              </c:pt>
              <c:pt idx="14">
                <c:v>0.47115000000000001</c:v>
              </c:pt>
              <c:pt idx="15">
                <c:v>0.47115000000000001</c:v>
              </c:pt>
              <c:pt idx="16">
                <c:v>0.47115000000000001</c:v>
              </c:pt>
              <c:pt idx="17">
                <c:v>0.47115000000000001</c:v>
              </c:pt>
              <c:pt idx="18">
                <c:v>0.47115000000000001</c:v>
              </c:pt>
              <c:pt idx="19">
                <c:v>0.42836249999999998</c:v>
              </c:pt>
              <c:pt idx="20">
                <c:v>0.4</c:v>
              </c:pt>
              <c:pt idx="21">
                <c:v>0.35721249999999999</c:v>
              </c:pt>
              <c:pt idx="22">
                <c:v>0.31442500000000001</c:v>
              </c:pt>
              <c:pt idx="23">
                <c:v>0.27163749999999998</c:v>
              </c:pt>
              <c:pt idx="24">
                <c:v>0.22885</c:v>
              </c:pt>
              <c:pt idx="25">
                <c:v>0.2</c:v>
              </c:pt>
              <c:pt idx="26">
                <c:v>0.18052698782234899</c:v>
              </c:pt>
              <c:pt idx="27">
                <c:v>0.8</c:v>
              </c:pt>
              <c:pt idx="28">
                <c:v>0.86346704871060198</c:v>
              </c:pt>
              <c:pt idx="29">
                <c:v>0.86346704871060198</c:v>
              </c:pt>
              <c:pt idx="30">
                <c:v>0.98052698782235004</c:v>
              </c:pt>
              <c:pt idx="31">
                <c:v>1</c:v>
              </c:pt>
              <c:pt idx="32">
                <c:v>1</c:v>
              </c:pt>
              <c:pt idx="33">
                <c:v>1</c:v>
              </c:pt>
              <c:pt idx="34">
                <c:v>1</c:v>
              </c:pt>
              <c:pt idx="35">
                <c:v>1</c:v>
              </c:pt>
              <c:pt idx="36">
                <c:v>1</c:v>
              </c:pt>
              <c:pt idx="37">
                <c:v>0.71772471882072697</c:v>
              </c:pt>
              <c:pt idx="38">
                <c:v>0.41772471882072698</c:v>
              </c:pt>
              <c:pt idx="39">
                <c:v>0.11772471882072701</c:v>
              </c:pt>
              <c:pt idx="40">
                <c:v>0.11772471882072701</c:v>
              </c:pt>
              <c:pt idx="41">
                <c:v>0.11772471882072701</c:v>
              </c:pt>
              <c:pt idx="42">
                <c:v>0.11772471882072701</c:v>
              </c:pt>
              <c:pt idx="43">
                <c:v>0.108862359410363</c:v>
              </c:pt>
              <c:pt idx="44">
                <c:v>0.1</c:v>
              </c:pt>
              <c:pt idx="45">
                <c:v>0.1</c:v>
              </c:pt>
              <c:pt idx="46">
                <c:v>0.1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DE68-42E0-B1F8-5D3C78585E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- 2024-06-11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0.5</c:v>
              </c:pt>
              <c:pt idx="5">
                <c:v>0.5</c:v>
              </c:pt>
              <c:pt idx="6">
                <c:v>0.5</c:v>
              </c:pt>
              <c:pt idx="7">
                <c:v>0.5</c:v>
              </c:pt>
              <c:pt idx="8">
                <c:v>0.5</c:v>
              </c:pt>
              <c:pt idx="9">
                <c:v>0.5</c:v>
              </c:pt>
              <c:pt idx="10">
                <c:v>0.5</c:v>
              </c:pt>
              <c:pt idx="11">
                <c:v>0.5</c:v>
              </c:pt>
              <c:pt idx="12">
                <c:v>0.5</c:v>
              </c:pt>
              <c:pt idx="13">
                <c:v>0.45721250000000002</c:v>
              </c:pt>
              <c:pt idx="14">
                <c:v>0.41442499999999999</c:v>
              </c:pt>
              <c:pt idx="15">
                <c:v>0.37163750000000001</c:v>
              </c:pt>
              <c:pt idx="16">
                <c:v>0.32884999999999998</c:v>
              </c:pt>
              <c:pt idx="17">
                <c:v>0.2860625</c:v>
              </c:pt>
              <c:pt idx="18">
                <c:v>0.24327499999999999</c:v>
              </c:pt>
              <c:pt idx="19">
                <c:v>0.24327499999999999</c:v>
              </c:pt>
              <c:pt idx="20">
                <c:v>0.24327499999999999</c:v>
              </c:pt>
              <c:pt idx="21">
                <c:v>0.54327499999999995</c:v>
              </c:pt>
              <c:pt idx="22">
                <c:v>0.24327499999999999</c:v>
              </c:pt>
              <c:pt idx="23">
                <c:v>0.24327499999999999</c:v>
              </c:pt>
              <c:pt idx="24">
                <c:v>0.24327499999999999</c:v>
              </c:pt>
              <c:pt idx="25">
                <c:v>0.24327499999999999</c:v>
              </c:pt>
              <c:pt idx="26">
                <c:v>1</c:v>
              </c:pt>
              <c:pt idx="27">
                <c:v>1</c:v>
              </c:pt>
              <c:pt idx="28">
                <c:v>0.7</c:v>
              </c:pt>
              <c:pt idx="29">
                <c:v>0.4</c:v>
              </c:pt>
              <c:pt idx="30">
                <c:v>1</c:v>
              </c:pt>
              <c:pt idx="31">
                <c:v>1</c:v>
              </c:pt>
              <c:pt idx="32">
                <c:v>1</c:v>
              </c:pt>
              <c:pt idx="33">
                <c:v>1</c:v>
              </c:pt>
              <c:pt idx="34">
                <c:v>1</c:v>
              </c:pt>
              <c:pt idx="35">
                <c:v>1</c:v>
              </c:pt>
              <c:pt idx="36">
                <c:v>0.82366341133397103</c:v>
              </c:pt>
              <c:pt idx="37">
                <c:v>0.65647328279210504</c:v>
              </c:pt>
              <c:pt idx="38">
                <c:v>0.48928315425023899</c:v>
              </c:pt>
              <c:pt idx="39">
                <c:v>0.322093025708373</c:v>
              </c:pt>
              <c:pt idx="40">
                <c:v>0.15490289716650699</c:v>
              </c:pt>
              <c:pt idx="41">
                <c:v>0.132809871458134</c:v>
              </c:pt>
              <c:pt idx="42">
                <c:v>0.110716845749761</c:v>
              </c:pt>
              <c:pt idx="43">
                <c:v>0.100662092406839</c:v>
              </c:pt>
              <c:pt idx="44">
                <c:v>0.1</c:v>
              </c:pt>
              <c:pt idx="45">
                <c:v>0.1</c:v>
              </c:pt>
              <c:pt idx="46">
                <c:v>0.1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30C8-4ED0-B530-F88955EA5B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- 2024-07-01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0.5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0.74278750000000004</c:v>
              </c:pt>
              <c:pt idx="13">
                <c:v>0.7</c:v>
              </c:pt>
              <c:pt idx="14">
                <c:v>0.65721249999999998</c:v>
              </c:pt>
              <c:pt idx="15">
                <c:v>0.7</c:v>
              </c:pt>
              <c:pt idx="16">
                <c:v>0.7</c:v>
              </c:pt>
              <c:pt idx="17">
                <c:v>0.7</c:v>
              </c:pt>
              <c:pt idx="18">
                <c:v>0.82440262854186597</c:v>
              </c:pt>
              <c:pt idx="19">
                <c:v>0.80230960283349295</c:v>
              </c:pt>
              <c:pt idx="20">
                <c:v>0.63511947429162696</c:v>
              </c:pt>
              <c:pt idx="21">
                <c:v>0.5</c:v>
              </c:pt>
              <c:pt idx="22">
                <c:v>0.33280987145813401</c:v>
              </c:pt>
              <c:pt idx="23">
                <c:v>0.177906974291627</c:v>
              </c:pt>
              <c:pt idx="24">
                <c:v>0.110716845749761</c:v>
              </c:pt>
              <c:pt idx="25">
                <c:v>0.110047995459832</c:v>
              </c:pt>
              <c:pt idx="26">
                <c:v>0.99531042741504805</c:v>
              </c:pt>
              <c:pt idx="27">
                <c:v>0.99464157712511903</c:v>
              </c:pt>
              <c:pt idx="28">
                <c:v>0.69866229942014202</c:v>
              </c:pt>
              <c:pt idx="29">
                <c:v>0.40268302171516601</c:v>
              </c:pt>
              <c:pt idx="30">
                <c:v>0.10670374401018901</c:v>
              </c:pt>
              <c:pt idx="31">
                <c:v>0.10670374401018901</c:v>
              </c:pt>
              <c:pt idx="32">
                <c:v>0.10670374401018901</c:v>
              </c:pt>
              <c:pt idx="33">
                <c:v>0.10670374401018901</c:v>
              </c:pt>
              <c:pt idx="34">
                <c:v>0.10670374401018901</c:v>
              </c:pt>
              <c:pt idx="35">
                <c:v>0.12907091019952799</c:v>
              </c:pt>
              <c:pt idx="36">
                <c:v>0.12907091019952799</c:v>
              </c:pt>
              <c:pt idx="37">
                <c:v>0.119380606799686</c:v>
              </c:pt>
              <c:pt idx="38">
                <c:v>0.10969030339984299</c:v>
              </c:pt>
              <c:pt idx="39">
                <c:v>0.1</c:v>
              </c:pt>
              <c:pt idx="40">
                <c:v>0.1</c:v>
              </c:pt>
              <c:pt idx="41">
                <c:v>0.1</c:v>
              </c:pt>
              <c:pt idx="42">
                <c:v>0.1</c:v>
              </c:pt>
              <c:pt idx="43">
                <c:v>0.1</c:v>
              </c:pt>
              <c:pt idx="44">
                <c:v>0.1</c:v>
              </c:pt>
              <c:pt idx="45">
                <c:v>0.1</c:v>
              </c:pt>
              <c:pt idx="46">
                <c:v>0.1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0CD-4B98-8D4C-C793723D39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- 2024-08-06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0.5</c:v>
              </c:pt>
              <c:pt idx="5">
                <c:v>0.5</c:v>
              </c:pt>
              <c:pt idx="6">
                <c:v>0.5</c:v>
              </c:pt>
              <c:pt idx="7">
                <c:v>0.49519166666666697</c:v>
              </c:pt>
              <c:pt idx="8">
                <c:v>0.490383333333333</c:v>
              </c:pt>
              <c:pt idx="9">
                <c:v>0.48557499999999998</c:v>
              </c:pt>
              <c:pt idx="10">
                <c:v>0.48076666666666701</c:v>
              </c:pt>
              <c:pt idx="11">
                <c:v>0.47595833333333298</c:v>
              </c:pt>
              <c:pt idx="12">
                <c:v>0.47115000000000001</c:v>
              </c:pt>
              <c:pt idx="13">
                <c:v>0.42836249999999998</c:v>
              </c:pt>
              <c:pt idx="14">
                <c:v>0.4</c:v>
              </c:pt>
              <c:pt idx="15">
                <c:v>0.6</c:v>
              </c:pt>
              <c:pt idx="16">
                <c:v>0.56346704871060205</c:v>
              </c:pt>
              <c:pt idx="17">
                <c:v>0.52067954871060196</c:v>
              </c:pt>
              <c:pt idx="18">
                <c:v>0.47789204871060198</c:v>
              </c:pt>
              <c:pt idx="19">
                <c:v>0.45841903653295102</c:v>
              </c:pt>
              <c:pt idx="20">
                <c:v>0.438946024355301</c:v>
              </c:pt>
              <c:pt idx="21">
                <c:v>0.41947301217764998</c:v>
              </c:pt>
              <c:pt idx="22">
                <c:v>0.4</c:v>
              </c:pt>
              <c:pt idx="23">
                <c:v>0.61947301217765005</c:v>
              </c:pt>
              <c:pt idx="24">
                <c:v>0.6</c:v>
              </c:pt>
              <c:pt idx="25">
                <c:v>0.59113764058963703</c:v>
              </c:pt>
              <c:pt idx="26">
                <c:v>0.6</c:v>
              </c:pt>
              <c:pt idx="27">
                <c:v>0.6</c:v>
              </c:pt>
              <c:pt idx="28">
                <c:v>0.6</c:v>
              </c:pt>
              <c:pt idx="29">
                <c:v>0.93786251070735605</c:v>
              </c:pt>
              <c:pt idx="30">
                <c:v>0.96689160487912396</c:v>
              </c:pt>
              <c:pt idx="31">
                <c:v>0.97172061733720705</c:v>
              </c:pt>
              <c:pt idx="32">
                <c:v>0.97172061733720705</c:v>
              </c:pt>
              <c:pt idx="33">
                <c:v>0.97172061733720705</c:v>
              </c:pt>
              <c:pt idx="34">
                <c:v>0.96768727038492597</c:v>
              </c:pt>
              <c:pt idx="35">
                <c:v>0.963653923432645</c:v>
              </c:pt>
              <c:pt idx="36">
                <c:v>0.95962057648036403</c:v>
              </c:pt>
              <c:pt idx="37">
                <c:v>0.67065518585577799</c:v>
              </c:pt>
              <c:pt idx="38">
                <c:v>0.38168979523119301</c:v>
              </c:pt>
              <c:pt idx="39">
                <c:v>0.10367123175312699</c:v>
              </c:pt>
              <c:pt idx="40">
                <c:v>0.10183561587656299</c:v>
              </c:pt>
              <c:pt idx="41">
                <c:v>0.1</c:v>
              </c:pt>
              <c:pt idx="42">
                <c:v>0.1</c:v>
              </c:pt>
              <c:pt idx="43">
                <c:v>0.1</c:v>
              </c:pt>
              <c:pt idx="44">
                <c:v>0.1</c:v>
              </c:pt>
              <c:pt idx="45">
                <c:v>0.1</c:v>
              </c:pt>
              <c:pt idx="46">
                <c:v>0.1</c:v>
              </c:pt>
              <c:pt idx="47">
                <c:v>0.500835406843536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4DEA-4D71-9EB3-89D45A674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- 2024-10-22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0.5</c:v>
              </c:pt>
              <c:pt idx="5">
                <c:v>0.5</c:v>
              </c:pt>
              <c:pt idx="6">
                <c:v>0.5</c:v>
              </c:pt>
              <c:pt idx="7">
                <c:v>0.5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1</c:v>
              </c:pt>
              <c:pt idx="13">
                <c:v>0.7</c:v>
              </c:pt>
              <c:pt idx="14">
                <c:v>0.5</c:v>
              </c:pt>
              <c:pt idx="15">
                <c:v>0.5</c:v>
              </c:pt>
              <c:pt idx="16">
                <c:v>0.5</c:v>
              </c:pt>
              <c:pt idx="17">
                <c:v>0.5</c:v>
              </c:pt>
              <c:pt idx="18">
                <c:v>0.5</c:v>
              </c:pt>
              <c:pt idx="19">
                <c:v>0.45721250000000002</c:v>
              </c:pt>
              <c:pt idx="20">
                <c:v>0.41442499999999999</c:v>
              </c:pt>
              <c:pt idx="21">
                <c:v>0.37163750000000001</c:v>
              </c:pt>
              <c:pt idx="22">
                <c:v>0.32884999999999998</c:v>
              </c:pt>
              <c:pt idx="23">
                <c:v>0.2860625</c:v>
              </c:pt>
              <c:pt idx="24">
                <c:v>0.24327499999999999</c:v>
              </c:pt>
              <c:pt idx="25">
                <c:v>0.84509710283349304</c:v>
              </c:pt>
              <c:pt idx="26">
                <c:v>0.84509710283349304</c:v>
              </c:pt>
              <c:pt idx="27">
                <c:v>0.84509710283349304</c:v>
              </c:pt>
              <c:pt idx="28">
                <c:v>0.84509710283349304</c:v>
              </c:pt>
              <c:pt idx="29">
                <c:v>0.84509710283349204</c:v>
              </c:pt>
              <c:pt idx="30">
                <c:v>0.91746389525647798</c:v>
              </c:pt>
              <c:pt idx="31">
                <c:v>0.90740914191355504</c:v>
              </c:pt>
              <c:pt idx="32">
                <c:v>0.667852220948704</c:v>
              </c:pt>
              <c:pt idx="33">
                <c:v>0.62829529998385303</c:v>
              </c:pt>
              <c:pt idx="34">
                <c:v>0.38873837901900199</c:v>
              </c:pt>
              <c:pt idx="35">
                <c:v>0.24918145805415101</c:v>
              </c:pt>
              <c:pt idx="36">
                <c:v>0.23912670471122899</c:v>
              </c:pt>
              <c:pt idx="37">
                <c:v>0.16663494459685299</c:v>
              </c:pt>
              <c:pt idx="38">
                <c:v>0.10915203432264101</c:v>
              </c:pt>
              <c:pt idx="39">
                <c:v>0.10457601716132101</c:v>
              </c:pt>
              <c:pt idx="40">
                <c:v>0.1</c:v>
              </c:pt>
              <c:pt idx="41">
                <c:v>0.1</c:v>
              </c:pt>
              <c:pt idx="42">
                <c:v>0.102082590427287</c:v>
              </c:pt>
              <c:pt idx="43">
                <c:v>0.1</c:v>
              </c:pt>
              <c:pt idx="44">
                <c:v>0.102082590427287</c:v>
              </c:pt>
              <c:pt idx="45">
                <c:v>0.1</c:v>
              </c:pt>
              <c:pt idx="46">
                <c:v>0.1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2AD3-4B21-8A4D-DE190E985F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- 2024-12-04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0.7</c:v>
              </c:pt>
              <c:pt idx="12">
                <c:v>0.7</c:v>
              </c:pt>
              <c:pt idx="13">
                <c:v>0.5</c:v>
              </c:pt>
              <c:pt idx="14">
                <c:v>0.5</c:v>
              </c:pt>
              <c:pt idx="15">
                <c:v>0.5</c:v>
              </c:pt>
              <c:pt idx="16">
                <c:v>0.5</c:v>
              </c:pt>
              <c:pt idx="17">
                <c:v>0.5</c:v>
              </c:pt>
              <c:pt idx="18">
                <c:v>0.5</c:v>
              </c:pt>
              <c:pt idx="19">
                <c:v>0.45721249999999902</c:v>
              </c:pt>
              <c:pt idx="20">
                <c:v>0.41442499999999699</c:v>
              </c:pt>
              <c:pt idx="21">
                <c:v>0.37163749999999601</c:v>
              </c:pt>
              <c:pt idx="22">
                <c:v>0.32884999999999998</c:v>
              </c:pt>
              <c:pt idx="23">
                <c:v>0.286062499999993</c:v>
              </c:pt>
              <c:pt idx="24">
                <c:v>0.243274999999991</c:v>
              </c:pt>
              <c:pt idx="25">
                <c:v>0.22118197429161901</c:v>
              </c:pt>
              <c:pt idx="26">
                <c:v>0.19908894858324699</c:v>
              </c:pt>
              <c:pt idx="27">
                <c:v>0.17699592287487401</c:v>
              </c:pt>
              <c:pt idx="28">
                <c:v>0.15490289716650199</c:v>
              </c:pt>
              <c:pt idx="29">
                <c:v>0.84509710283349804</c:v>
              </c:pt>
              <c:pt idx="30">
                <c:v>0.97790697429162798</c:v>
              </c:pt>
              <c:pt idx="31">
                <c:v>1</c:v>
              </c:pt>
              <c:pt idx="32">
                <c:v>1</c:v>
              </c:pt>
              <c:pt idx="33">
                <c:v>1</c:v>
              </c:pt>
              <c:pt idx="34">
                <c:v>1</c:v>
              </c:pt>
              <c:pt idx="35">
                <c:v>0.7</c:v>
              </c:pt>
              <c:pt idx="36">
                <c:v>0.4</c:v>
              </c:pt>
              <c:pt idx="37">
                <c:v>0.16044307903514701</c:v>
              </c:pt>
              <c:pt idx="38">
                <c:v>0.14937104769432899</c:v>
              </c:pt>
              <c:pt idx="39">
                <c:v>0.13931629435140699</c:v>
              </c:pt>
              <c:pt idx="40">
                <c:v>0.129261541008485</c:v>
              </c:pt>
              <c:pt idx="41">
                <c:v>0.119206787665563</c:v>
              </c:pt>
              <c:pt idx="42">
                <c:v>0.10915203432264101</c:v>
              </c:pt>
              <c:pt idx="43">
                <c:v>0.10457601716132001</c:v>
              </c:pt>
              <c:pt idx="44">
                <c:v>0.1</c:v>
              </c:pt>
              <c:pt idx="45">
                <c:v>0.1</c:v>
              </c:pt>
              <c:pt idx="46">
                <c:v>0.1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F906-44B7-9C2D-EB98BF6835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- 2025-01-30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0.97109521618467598</c:v>
              </c:pt>
              <c:pt idx="13">
                <c:v>0.96628688285135</c:v>
              </c:pt>
              <c:pt idx="14">
                <c:v>0.96147854951800904</c:v>
              </c:pt>
              <c:pt idx="15">
                <c:v>0.78557500000002101</c:v>
              </c:pt>
              <c:pt idx="16">
                <c:v>0.78076666666666705</c:v>
              </c:pt>
              <c:pt idx="17">
                <c:v>0.77595833333336905</c:v>
              </c:pt>
              <c:pt idx="18">
                <c:v>0.77115</c:v>
              </c:pt>
              <c:pt idx="19">
                <c:v>0.47115000000000001</c:v>
              </c:pt>
              <c:pt idx="20">
                <c:v>0.47115000000000001</c:v>
              </c:pt>
              <c:pt idx="21">
                <c:v>0.47115000000000001</c:v>
              </c:pt>
              <c:pt idx="22">
                <c:v>0.47115000000000001</c:v>
              </c:pt>
              <c:pt idx="23">
                <c:v>0.47115000000000001</c:v>
              </c:pt>
              <c:pt idx="24">
                <c:v>0.47115000000000001</c:v>
              </c:pt>
              <c:pt idx="25">
                <c:v>0.428362500000039</c:v>
              </c:pt>
              <c:pt idx="26">
                <c:v>0.69999999999999196</c:v>
              </c:pt>
              <c:pt idx="27">
                <c:v>0.65721249999998799</c:v>
              </c:pt>
              <c:pt idx="28">
                <c:v>0.7</c:v>
              </c:pt>
              <c:pt idx="29">
                <c:v>0.69999999999998097</c:v>
              </c:pt>
              <c:pt idx="30">
                <c:v>0.95721249999997304</c:v>
              </c:pt>
              <c:pt idx="31">
                <c:v>0.99999999999997702</c:v>
              </c:pt>
              <c:pt idx="32">
                <c:v>0.99999999999997702</c:v>
              </c:pt>
              <c:pt idx="33">
                <c:v>0.99999999999997702</c:v>
              </c:pt>
              <c:pt idx="34">
                <c:v>0.99999999999997702</c:v>
              </c:pt>
              <c:pt idx="35">
                <c:v>0.69999999999997697</c:v>
              </c:pt>
              <c:pt idx="36">
                <c:v>0.39999999999997699</c:v>
              </c:pt>
              <c:pt idx="37">
                <c:v>0.21705993911175001</c:v>
              </c:pt>
              <c:pt idx="38">
                <c:v>0.186754408120963</c:v>
              </c:pt>
              <c:pt idx="39">
                <c:v>0.16728139594331101</c:v>
              </c:pt>
              <c:pt idx="40">
                <c:v>0.147808383765659</c:v>
              </c:pt>
              <c:pt idx="41">
                <c:v>0.12833537158800701</c:v>
              </c:pt>
              <c:pt idx="42">
                <c:v>0.10886235941035501</c:v>
              </c:pt>
              <c:pt idx="43">
                <c:v>9.9999999999990499E-2</c:v>
              </c:pt>
              <c:pt idx="44">
                <c:v>0.108862359410357</c:v>
              </c:pt>
              <c:pt idx="45">
                <c:v>9.9999999999992401E-2</c:v>
              </c:pt>
              <c:pt idx="46">
                <c:v>9.9999999999993303E-2</c:v>
              </c:pt>
              <c:pt idx="47">
                <c:v>9.9999999999994302E-2</c:v>
              </c:pt>
              <c:pt idx="48">
                <c:v>0.499999999999995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8A2-4B61-BFB9-94AF6C9934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- 2025-02-11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0.5</c:v>
              </c:pt>
              <c:pt idx="5">
                <c:v>0.5</c:v>
              </c:pt>
              <c:pt idx="6">
                <c:v>0.5</c:v>
              </c:pt>
              <c:pt idx="7">
                <c:v>0.5</c:v>
              </c:pt>
              <c:pt idx="8">
                <c:v>0.5</c:v>
              </c:pt>
              <c:pt idx="9">
                <c:v>0.5</c:v>
              </c:pt>
              <c:pt idx="10">
                <c:v>0.5</c:v>
              </c:pt>
              <c:pt idx="11">
                <c:v>0.5</c:v>
              </c:pt>
              <c:pt idx="12">
                <c:v>0.5</c:v>
              </c:pt>
              <c:pt idx="13">
                <c:v>0.45721249999999802</c:v>
              </c:pt>
              <c:pt idx="14">
                <c:v>0.41442499999999699</c:v>
              </c:pt>
              <c:pt idx="15">
                <c:v>0.37163749999999501</c:v>
              </c:pt>
              <c:pt idx="16">
                <c:v>0.32884999999999998</c:v>
              </c:pt>
              <c:pt idx="17">
                <c:v>0.286062499999992</c:v>
              </c:pt>
              <c:pt idx="18">
                <c:v>0.24327499999999</c:v>
              </c:pt>
              <c:pt idx="19">
                <c:v>0.22118197429161701</c:v>
              </c:pt>
              <c:pt idx="20">
                <c:v>0.199088948583244</c:v>
              </c:pt>
              <c:pt idx="21">
                <c:v>0.17699592287487101</c:v>
              </c:pt>
              <c:pt idx="22">
                <c:v>0.15490289716649699</c:v>
              </c:pt>
              <c:pt idx="23">
                <c:v>0.13280987145812401</c:v>
              </c:pt>
              <c:pt idx="24">
                <c:v>0.19999999999999901</c:v>
              </c:pt>
              <c:pt idx="25">
                <c:v>0.19999999999999901</c:v>
              </c:pt>
              <c:pt idx="26">
                <c:v>0.19999999999999901</c:v>
              </c:pt>
              <c:pt idx="27">
                <c:v>0.30000000000000199</c:v>
              </c:pt>
              <c:pt idx="28">
                <c:v>0.30000000000000199</c:v>
              </c:pt>
              <c:pt idx="29">
                <c:v>1.00000000000001</c:v>
              </c:pt>
              <c:pt idx="30">
                <c:v>0.93955692096485599</c:v>
              </c:pt>
              <c:pt idx="31">
                <c:v>0.92950216762192694</c:v>
              </c:pt>
              <c:pt idx="32">
                <c:v>0.92950216762192805</c:v>
              </c:pt>
              <c:pt idx="33">
                <c:v>0.92950216762192694</c:v>
              </c:pt>
              <c:pt idx="34">
                <c:v>0.92950216762193505</c:v>
              </c:pt>
              <c:pt idx="35">
                <c:v>0.919447414279012</c:v>
              </c:pt>
              <c:pt idx="36">
                <c:v>0.67989049331415996</c:v>
              </c:pt>
              <c:pt idx="37">
                <c:v>0.40739873319977898</c:v>
              </c:pt>
              <c:pt idx="38">
                <c:v>0.33490697308540401</c:v>
              </c:pt>
              <c:pt idx="39">
                <c:v>0.12205841319310801</c:v>
              </c:pt>
              <c:pt idx="40">
                <c:v>0.11748239603178801</c:v>
              </c:pt>
              <c:pt idx="41">
                <c:v>0.11290637887046701</c:v>
              </c:pt>
              <c:pt idx="42">
                <c:v>0.10833036170914701</c:v>
              </c:pt>
              <c:pt idx="43">
                <c:v>0.10624777128186</c:v>
              </c:pt>
              <c:pt idx="44">
                <c:v>0.104165180854574</c:v>
              </c:pt>
              <c:pt idx="45">
                <c:v>0.102082590427287</c:v>
              </c:pt>
              <c:pt idx="46">
                <c:v>0.1</c:v>
              </c:pt>
              <c:pt idx="47">
                <c:v>9.9999999999999506E-2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33E0-4581-BC1B-C95218F22E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soc_transition_long D - 2025-03-25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49"/>
              <c:pt idx="0">
                <c:v>c01_k0Fk1Fk2F</c:v>
              </c:pt>
              <c:pt idx="1">
                <c:v>c01_k0Fk1Fk2F</c:v>
              </c:pt>
              <c:pt idx="2">
                <c:v>c01_k0Fk1Fk2F</c:v>
              </c:pt>
              <c:pt idx="3">
                <c:v>c01_k0Fk1Fk2F</c:v>
              </c:pt>
              <c:pt idx="4">
                <c:v>c01_k0Fk1Fk2F</c:v>
              </c:pt>
              <c:pt idx="5">
                <c:v>c01_k0Fk1Fk2F</c:v>
              </c:pt>
              <c:pt idx="6">
                <c:v>c01_k0Fk1Fk2F</c:v>
              </c:pt>
              <c:pt idx="7">
                <c:v>c01_k0Fk1Fk2F</c:v>
              </c:pt>
              <c:pt idx="8">
                <c:v>c01_k0Fk1Fk2F</c:v>
              </c:pt>
              <c:pt idx="9">
                <c:v>c01_k0Fk1Fk2F</c:v>
              </c:pt>
              <c:pt idx="10">
                <c:v>c01_k0Fk1Fk2F</c:v>
              </c:pt>
              <c:pt idx="11">
                <c:v>c01_k0Fk1Fk2F</c:v>
              </c:pt>
              <c:pt idx="12">
                <c:v>c01_k0Fk1Fk2F</c:v>
              </c:pt>
              <c:pt idx="13">
                <c:v>c01_k0Fk1Fk2F</c:v>
              </c:pt>
              <c:pt idx="14">
                <c:v>c01_k0Fk1Fk2F</c:v>
              </c:pt>
              <c:pt idx="15">
                <c:v>c01_k0Fk1Fk2F</c:v>
              </c:pt>
              <c:pt idx="16">
                <c:v>c01_k0Fk1Fk2F</c:v>
              </c:pt>
              <c:pt idx="17">
                <c:v>c01_k0Fk1Fk2F</c:v>
              </c:pt>
              <c:pt idx="18">
                <c:v>c01_k0Fk1Fk2F</c:v>
              </c:pt>
              <c:pt idx="19">
                <c:v>c01_k0Fk1Fk2F</c:v>
              </c:pt>
              <c:pt idx="20">
                <c:v>c01_k0Fk1Fk2F</c:v>
              </c:pt>
              <c:pt idx="21">
                <c:v>c01_k0Fk1Fk2F</c:v>
              </c:pt>
              <c:pt idx="22">
                <c:v>c01_k0Fk1Fk2F</c:v>
              </c:pt>
              <c:pt idx="23">
                <c:v>c01_k0Fk1Fk2F</c:v>
              </c:pt>
              <c:pt idx="24">
                <c:v>c01_k0Fk1Fk2F</c:v>
              </c:pt>
              <c:pt idx="25">
                <c:v>c01_k0Fk1Fk2F</c:v>
              </c:pt>
              <c:pt idx="26">
                <c:v>c01_k0Fk1Fk2F</c:v>
              </c:pt>
              <c:pt idx="27">
                <c:v>c01_k0Fk1Fk2F</c:v>
              </c:pt>
              <c:pt idx="28">
                <c:v>c01_k0Fk1Fk2F</c:v>
              </c:pt>
              <c:pt idx="29">
                <c:v>c01_k0Fk1Fk2F</c:v>
              </c:pt>
              <c:pt idx="30">
                <c:v>c01_k0Fk1Fk2F</c:v>
              </c:pt>
              <c:pt idx="31">
                <c:v>c01_k0Fk1Fk2F</c:v>
              </c:pt>
              <c:pt idx="32">
                <c:v>c01_k0Fk1Fk2F</c:v>
              </c:pt>
              <c:pt idx="33">
                <c:v>c01_k0Fk1Fk2F</c:v>
              </c:pt>
              <c:pt idx="34">
                <c:v>c01_k0Fk1Fk2F</c:v>
              </c:pt>
              <c:pt idx="35">
                <c:v>c01_k0Fk1Fk2F</c:v>
              </c:pt>
              <c:pt idx="36">
                <c:v>c01_k0Fk1Fk2F</c:v>
              </c:pt>
              <c:pt idx="37">
                <c:v>c01_k0Fk1Fk2F</c:v>
              </c:pt>
              <c:pt idx="38">
                <c:v>c01_k0Fk1Fk2F</c:v>
              </c:pt>
              <c:pt idx="39">
                <c:v>c01_k0Fk1Fk2F</c:v>
              </c:pt>
              <c:pt idx="40">
                <c:v>c01_k0Fk1Fk2F</c:v>
              </c:pt>
              <c:pt idx="41">
                <c:v>c01_k0Fk1Fk2F</c:v>
              </c:pt>
              <c:pt idx="42">
                <c:v>c01_k0Fk1Fk2F</c:v>
              </c:pt>
              <c:pt idx="43">
                <c:v>c01_k0Fk1Fk2F</c:v>
              </c:pt>
              <c:pt idx="44">
                <c:v>c01_k0Fk1Fk2F</c:v>
              </c:pt>
              <c:pt idx="45">
                <c:v>c01_k0Fk1Fk2F</c:v>
              </c:pt>
              <c:pt idx="46">
                <c:v>c01_k0Fk1Fk2F</c:v>
              </c:pt>
              <c:pt idx="47">
                <c:v>c01_k0Fk1Fk2F</c:v>
              </c:pt>
              <c:pt idx="48">
                <c:v>c01_k0Fk1Fk2F</c:v>
              </c:pt>
            </c:strLit>
          </c:cat>
          <c:val>
            <c:numLit>
              <c:formatCode>General</c:formatCode>
              <c:ptCount val="49"/>
              <c:pt idx="0">
                <c:v>0.5</c:v>
              </c:pt>
              <c:pt idx="1">
                <c:v>0.5</c:v>
              </c:pt>
              <c:pt idx="2">
                <c:v>0.5</c:v>
              </c:pt>
              <c:pt idx="3">
                <c:v>0.5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0.8</c:v>
              </c:pt>
              <c:pt idx="12">
                <c:v>0.5</c:v>
              </c:pt>
              <c:pt idx="13">
                <c:v>0.45721250000000002</c:v>
              </c:pt>
              <c:pt idx="14">
                <c:v>0.41442499999999999</c:v>
              </c:pt>
              <c:pt idx="15">
                <c:v>0.37163750000000001</c:v>
              </c:pt>
              <c:pt idx="16">
                <c:v>0.32884999999999998</c:v>
              </c:pt>
              <c:pt idx="17">
                <c:v>0.2860625</c:v>
              </c:pt>
              <c:pt idx="18">
                <c:v>0.24327499999999999</c:v>
              </c:pt>
              <c:pt idx="19">
                <c:v>0.221181974291627</c:v>
              </c:pt>
              <c:pt idx="20">
                <c:v>0.19908894858325299</c:v>
              </c:pt>
              <c:pt idx="21">
                <c:v>0.17699592287488</c:v>
              </c:pt>
              <c:pt idx="22">
                <c:v>0.2</c:v>
              </c:pt>
              <c:pt idx="23">
                <c:v>0.132809871458134</c:v>
              </c:pt>
              <c:pt idx="24">
                <c:v>0.110716845749761</c:v>
              </c:pt>
              <c:pt idx="25">
                <c:v>0.2</c:v>
              </c:pt>
              <c:pt idx="26">
                <c:v>0.2</c:v>
              </c:pt>
              <c:pt idx="27">
                <c:v>0.2</c:v>
              </c:pt>
              <c:pt idx="28">
                <c:v>0.2</c:v>
              </c:pt>
              <c:pt idx="29">
                <c:v>0.2</c:v>
              </c:pt>
              <c:pt idx="30">
                <c:v>0.2</c:v>
              </c:pt>
              <c:pt idx="31">
                <c:v>0.9</c:v>
              </c:pt>
              <c:pt idx="32">
                <c:v>0.92950216762192905</c:v>
              </c:pt>
              <c:pt idx="33">
                <c:v>0.92950216762192905</c:v>
              </c:pt>
              <c:pt idx="34">
                <c:v>0.92950216762192905</c:v>
              </c:pt>
              <c:pt idx="35">
                <c:v>0.92950216762192905</c:v>
              </c:pt>
              <c:pt idx="36">
                <c:v>0.919447414279006</c:v>
              </c:pt>
              <c:pt idx="37">
                <c:v>0.669124523849147</c:v>
              </c:pt>
              <c:pt idx="38">
                <c:v>0.39663276373477102</c:v>
              </c:pt>
              <c:pt idx="39">
                <c:v>0.124141003620395</c:v>
              </c:pt>
              <c:pt idx="40">
                <c:v>0.119564986459075</c:v>
              </c:pt>
              <c:pt idx="41">
                <c:v>0.114988969297754</c:v>
              </c:pt>
              <c:pt idx="42">
                <c:v>0.110412952136434</c:v>
              </c:pt>
              <c:pt idx="43">
                <c:v>0.10833036170914701</c:v>
              </c:pt>
              <c:pt idx="44">
                <c:v>0.10624777128186</c:v>
              </c:pt>
              <c:pt idx="45">
                <c:v>0.104165180854574</c:v>
              </c:pt>
              <c:pt idx="46">
                <c:v>0.102082590427287</c:v>
              </c:pt>
              <c:pt idx="47">
                <c:v>0.1</c:v>
              </c:pt>
              <c:pt idx="48">
                <c:v>0.5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9A07-45FA-987C-E6E1060253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- 2024-04-30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spot_buy_sell_long!$C$2:$C$49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spot_buy_sell_long!$D$2:$D$49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883.04718800000001</c:v>
                </c:pt>
                <c:pt idx="26">
                  <c:v>10.583951000000001</c:v>
                </c:pt>
                <c:pt idx="27">
                  <c:v>10.583951000000001</c:v>
                </c:pt>
                <c:pt idx="28">
                  <c:v>10.583951000000001</c:v>
                </c:pt>
                <c:pt idx="29">
                  <c:v>0</c:v>
                </c:pt>
                <c:pt idx="30">
                  <c:v>55.836154000000001</c:v>
                </c:pt>
                <c:pt idx="31">
                  <c:v>0</c:v>
                </c:pt>
                <c:pt idx="32">
                  <c:v>9.6337200000000003</c:v>
                </c:pt>
                <c:pt idx="33">
                  <c:v>4.8168600000000001</c:v>
                </c:pt>
                <c:pt idx="34">
                  <c:v>4.8168600000000001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0.99769200000000002</c:v>
                </c:pt>
                <c:pt idx="44">
                  <c:v>0.99769200000000002</c:v>
                </c:pt>
                <c:pt idx="45">
                  <c:v>0.99769200000000002</c:v>
                </c:pt>
                <c:pt idx="46">
                  <c:v>0.99769200000000002</c:v>
                </c:pt>
                <c:pt idx="47">
                  <c:v>422.05032399999999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95-4B9A-929E-C9DCA1AE8D3A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spot_buy_sell_long!$C$2:$C$49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spot_buy_sell_long!$E$2:$E$49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257.57182</c:v>
                </c:pt>
                <c:pt idx="37">
                  <c:v>257.57182</c:v>
                </c:pt>
                <c:pt idx="38">
                  <c:v>251.88783799999999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95-4B9A-929E-C9DCA1AE8D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- 2024-05-03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spot_buy_sell_long!$C$50:$C$97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spot_buy_sell_long!$D$50:$D$97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526.315789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70.726450999999997</c:v>
                </c:pt>
                <c:pt idx="29">
                  <c:v>23.255817</c:v>
                </c:pt>
                <c:pt idx="30">
                  <c:v>115.847109</c:v>
                </c:pt>
                <c:pt idx="31">
                  <c:v>0</c:v>
                </c:pt>
                <c:pt idx="32">
                  <c:v>21.167902000000002</c:v>
                </c:pt>
                <c:pt idx="33">
                  <c:v>673.21781199999998</c:v>
                </c:pt>
                <c:pt idx="34">
                  <c:v>10.583951000000001</c:v>
                </c:pt>
                <c:pt idx="35">
                  <c:v>45.252203000000002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1D3-4B77-975B-D1601951504B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spot_buy_sell_long!$C$50:$C$97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spot_buy_sell_long!$E$50:$E$97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270.75</c:v>
                </c:pt>
                <c:pt idx="8">
                  <c:v>180.5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241.793958</c:v>
                </c:pt>
                <c:pt idx="38">
                  <c:v>241.793958</c:v>
                </c:pt>
                <c:pt idx="39">
                  <c:v>47.746744</c:v>
                </c:pt>
                <c:pt idx="40">
                  <c:v>151.543958</c:v>
                </c:pt>
                <c:pt idx="41">
                  <c:v>61.293958000000003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1D3-4B77-975B-D160195150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- 2024-05-06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spot_buy_sell_long!$C$98:$C$145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spot_buy_sell_long!$D$98:$D$145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526.315789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656.75276699999995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425.86949199999998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DB-4A55-95F6-3E9CF95DA8DC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spot_buy_sell_long!$C$98:$C$145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spot_buy_sell_long!$E$98:$E$145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180.5</c:v>
                </c:pt>
                <c:pt idx="8">
                  <c:v>270.75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0.33056400000000002</c:v>
                </c:pt>
                <c:pt idx="34">
                  <c:v>40.700135000000003</c:v>
                </c:pt>
                <c:pt idx="35">
                  <c:v>0</c:v>
                </c:pt>
                <c:pt idx="36">
                  <c:v>0</c:v>
                </c:pt>
                <c:pt idx="37">
                  <c:v>207.12570600000001</c:v>
                </c:pt>
                <c:pt idx="38">
                  <c:v>207.12570600000001</c:v>
                </c:pt>
                <c:pt idx="39">
                  <c:v>42.377478000000004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DB-4A55-95F6-3E9CF95DA8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- 2024-05-10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spot_buy_sell_long!$C$146:$C$193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spot_buy_sell_long!$D$146:$D$193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526.315789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20.245614</c:v>
                </c:pt>
                <c:pt idx="16">
                  <c:v>39.978070000000002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45.039473999999998</c:v>
                </c:pt>
                <c:pt idx="22">
                  <c:v>45.039473999999998</c:v>
                </c:pt>
                <c:pt idx="23">
                  <c:v>0</c:v>
                </c:pt>
                <c:pt idx="24">
                  <c:v>65.537380999999996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20.497907999999999</c:v>
                </c:pt>
                <c:pt idx="29">
                  <c:v>0</c:v>
                </c:pt>
                <c:pt idx="30">
                  <c:v>0</c:v>
                </c:pt>
                <c:pt idx="31">
                  <c:v>710.58972800000004</c:v>
                </c:pt>
                <c:pt idx="32">
                  <c:v>9.3287990000000001</c:v>
                </c:pt>
                <c:pt idx="33">
                  <c:v>9.3287990000000001</c:v>
                </c:pt>
                <c:pt idx="34">
                  <c:v>9.3287990000000001</c:v>
                </c:pt>
                <c:pt idx="35">
                  <c:v>39.885741000000003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1.9322269999999999</c:v>
                </c:pt>
                <c:pt idx="43">
                  <c:v>7.7289089999999998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422.98485899999997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47-421C-B952-2412E3AE8243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spot_buy_sell_long!$C$146:$C$193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spot_buy_sell_long!$E$146:$E$193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180.5</c:v>
                </c:pt>
                <c:pt idx="9">
                  <c:v>0</c:v>
                </c:pt>
                <c:pt idx="10">
                  <c:v>270.75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37.526820000000001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24.845528000000002</c:v>
                </c:pt>
                <c:pt idx="37">
                  <c:v>245.227857</c:v>
                </c:pt>
                <c:pt idx="38">
                  <c:v>245.227857</c:v>
                </c:pt>
                <c:pt idx="39">
                  <c:v>245.227857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47-421C-B952-2412E3AE82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- 2024-06-05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spot_buy_sell_long!$C$194:$C$241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spot_buy_sell_long!$D$194:$D$241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15.184210999999999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672.57476199999996</c:v>
                </c:pt>
                <c:pt idx="27">
                  <c:v>87.305327000000005</c:v>
                </c:pt>
                <c:pt idx="28">
                  <c:v>20.497907999999999</c:v>
                </c:pt>
                <c:pt idx="29">
                  <c:v>143.718896</c:v>
                </c:pt>
                <c:pt idx="30">
                  <c:v>20.497907999999999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9.3287990000000001</c:v>
                </c:pt>
                <c:pt idx="45">
                  <c:v>9.3287990000000001</c:v>
                </c:pt>
                <c:pt idx="46">
                  <c:v>9.3287990000000001</c:v>
                </c:pt>
                <c:pt idx="47">
                  <c:v>430.38143100000002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FA-4FC9-80AB-D6681C06A69E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spot_buy_sell_long!$C$194:$C$241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spot_buy_sell_long!$E$194:$E$241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8.4627320000000008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254.75344100000001</c:v>
                </c:pt>
                <c:pt idx="37">
                  <c:v>270.75</c:v>
                </c:pt>
                <c:pt idx="38">
                  <c:v>270.75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FFA-4FC9-80AB-D6681C06A6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- 2024-06-11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spot_buy_sell_long!$C$242:$C$289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spot_buy_sell_long!$D$242:$D$289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315.78947399999998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796.55263200000002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631.57894699999997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9.8870120000000004</c:v>
                </c:pt>
                <c:pt idx="44">
                  <c:v>10.583951000000001</c:v>
                </c:pt>
                <c:pt idx="45">
                  <c:v>10.583951000000001</c:v>
                </c:pt>
                <c:pt idx="46">
                  <c:v>10.583951000000001</c:v>
                </c:pt>
                <c:pt idx="47">
                  <c:v>431.63658199999998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7BE-4646-AF3D-6A87F66F7780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spot_buy_sell_long!$C$242:$C$289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spot_buy_sell_long!$E$242:$E$289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270.75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270.75</c:v>
                </c:pt>
                <c:pt idx="28">
                  <c:v>270.75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159.14377099999999</c:v>
                </c:pt>
                <c:pt idx="36">
                  <c:v>130.95013499999999</c:v>
                </c:pt>
                <c:pt idx="37">
                  <c:v>130.95013499999999</c:v>
                </c:pt>
                <c:pt idx="38">
                  <c:v>130.95013499999999</c:v>
                </c:pt>
                <c:pt idx="39">
                  <c:v>130.95013499999999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7BE-4646-AF3D-6A87F66F77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- 2024-07-01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spot_buy_sell_long!$C$290:$C$337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spot_buy_sell_long!$D$290:$D$337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526.315789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90.078946999999999</c:v>
                </c:pt>
                <c:pt idx="15">
                  <c:v>45.039473999999998</c:v>
                </c:pt>
                <c:pt idx="16">
                  <c:v>45.039473999999998</c:v>
                </c:pt>
                <c:pt idx="17">
                  <c:v>175.989609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932.55924400000004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23.544384999999998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10.200319</c:v>
                </c:pt>
                <c:pt idx="40">
                  <c:v>10.200319</c:v>
                </c:pt>
                <c:pt idx="41">
                  <c:v>10.200319</c:v>
                </c:pt>
                <c:pt idx="42">
                  <c:v>4.6422660000000002</c:v>
                </c:pt>
                <c:pt idx="43">
                  <c:v>4.6422660000000002</c:v>
                </c:pt>
                <c:pt idx="44">
                  <c:v>4.6422660000000002</c:v>
                </c:pt>
                <c:pt idx="45">
                  <c:v>4.6422660000000002</c:v>
                </c:pt>
                <c:pt idx="46">
                  <c:v>4.6422660000000002</c:v>
                </c:pt>
                <c:pt idx="47">
                  <c:v>425.69489700000003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4C-4AF4-A04B-290638DD547B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spot_buy_sell_long!$C$290:$C$337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spot_buy_sell_long!$E$290:$E$337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232.13428099999999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130.95013499999999</c:v>
                </c:pt>
                <c:pt idx="20">
                  <c:v>102.00637</c:v>
                </c:pt>
                <c:pt idx="21">
                  <c:v>130.95013499999999</c:v>
                </c:pt>
                <c:pt idx="22">
                  <c:v>119.86090900000001</c:v>
                </c:pt>
                <c:pt idx="23">
                  <c:v>40.700135000000003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266.51766099999998</c:v>
                </c:pt>
                <c:pt idx="28">
                  <c:v>266.51766099999998</c:v>
                </c:pt>
                <c:pt idx="29">
                  <c:v>266.51766099999998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94C-4AF4-A04B-290638DD54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- 2024-08-06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spot_buy_sell_long!$C$338:$C$385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spot_buy_sell_long!$D$338:$D$385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15.184210999999999</c:v>
                </c:pt>
                <c:pt idx="14">
                  <c:v>255.565789</c:v>
                </c:pt>
                <c:pt idx="15">
                  <c:v>6.5837349999999999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251.522131</c:v>
                </c:pt>
                <c:pt idx="23">
                  <c:v>0</c:v>
                </c:pt>
                <c:pt idx="24">
                  <c:v>0</c:v>
                </c:pt>
                <c:pt idx="25">
                  <c:v>18.657599000000001</c:v>
                </c:pt>
                <c:pt idx="26">
                  <c:v>9.3287990000000001</c:v>
                </c:pt>
                <c:pt idx="27">
                  <c:v>9.3287990000000001</c:v>
                </c:pt>
                <c:pt idx="28">
                  <c:v>364.973547</c:v>
                </c:pt>
                <c:pt idx="29">
                  <c:v>39.885741000000003</c:v>
                </c:pt>
                <c:pt idx="30">
                  <c:v>9.3287990000000001</c:v>
                </c:pt>
                <c:pt idx="31">
                  <c:v>4.245628</c:v>
                </c:pt>
                <c:pt idx="32">
                  <c:v>4.245628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1.9322269999999999</c:v>
                </c:pt>
                <c:pt idx="42">
                  <c:v>0.87937600000000005</c:v>
                </c:pt>
                <c:pt idx="43">
                  <c:v>0.87937600000000005</c:v>
                </c:pt>
                <c:pt idx="44">
                  <c:v>0.87937600000000005</c:v>
                </c:pt>
                <c:pt idx="45">
                  <c:v>0.87937600000000005</c:v>
                </c:pt>
                <c:pt idx="46">
                  <c:v>422.81138299999998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F7-488C-9385-7A206B4A9BF8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spot_buy_sell_long!$C$338:$C$385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spot_buy_sell_long!$E$338:$E$385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259.13462199999998</c:v>
                </c:pt>
                <c:pt idx="37">
                  <c:v>259.13462199999998</c:v>
                </c:pt>
                <c:pt idx="38">
                  <c:v>249.25511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F7-488C-9385-7A206B4A9B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- 2024-10-22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spot_buy_sell_long!$C$386:$C$433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spot_buy_sell_long!$D$386:$D$433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526.315789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656.75276699999995</c:v>
                </c:pt>
                <c:pt idx="25">
                  <c:v>23.255817</c:v>
                </c:pt>
                <c:pt idx="26">
                  <c:v>23.255817</c:v>
                </c:pt>
                <c:pt idx="27">
                  <c:v>23.255817</c:v>
                </c:pt>
                <c:pt idx="28">
                  <c:v>23.255817</c:v>
                </c:pt>
                <c:pt idx="29">
                  <c:v>99.431387999999998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4.8168600000000001</c:v>
                </c:pt>
                <c:pt idx="41">
                  <c:v>7.009061</c:v>
                </c:pt>
                <c:pt idx="42">
                  <c:v>0</c:v>
                </c:pt>
                <c:pt idx="43">
                  <c:v>4.3844010000000004</c:v>
                </c:pt>
                <c:pt idx="44">
                  <c:v>0</c:v>
                </c:pt>
                <c:pt idx="45">
                  <c:v>2.1922000000000001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89-4F7B-9D51-E5A6246D5EC8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spot_buy_sell_long!$C$386:$C$433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spot_buy_sell_long!$E$386:$E$433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270.75</c:v>
                </c:pt>
                <c:pt idx="13">
                  <c:v>180.5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207.12570600000001</c:v>
                </c:pt>
                <c:pt idx="32">
                  <c:v>26.625706000000001</c:v>
                </c:pt>
                <c:pt idx="33">
                  <c:v>207.12570600000001</c:v>
                </c:pt>
                <c:pt idx="34">
                  <c:v>116.87570599999999</c:v>
                </c:pt>
                <c:pt idx="35">
                  <c:v>0</c:v>
                </c:pt>
                <c:pt idx="36">
                  <c:v>61.293958000000003</c:v>
                </c:pt>
                <c:pt idx="37">
                  <c:v>47.748471000000002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89-4F7B-9D51-E5A6246D5E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- 2024-12-04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spot_buy_sell_long!$C$434:$C$481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spot_buy_sell_long!$D$434:$D$481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526.315789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749.77603299999998</c:v>
                </c:pt>
                <c:pt idx="29">
                  <c:v>163.05568099999999</c:v>
                </c:pt>
                <c:pt idx="30">
                  <c:v>23.255817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4.8168600000000001</c:v>
                </c:pt>
                <c:pt idx="45">
                  <c:v>4.8168600000000001</c:v>
                </c:pt>
                <c:pt idx="46">
                  <c:v>4.8168600000000001</c:v>
                </c:pt>
                <c:pt idx="47">
                  <c:v>425.86949199999998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89-41CE-9910-03174F58D84D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spot_buy_sell_long!$C$434:$C$481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spot_buy_sell_long!$E$434:$E$481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270.75</c:v>
                </c:pt>
                <c:pt idx="11">
                  <c:v>0</c:v>
                </c:pt>
                <c:pt idx="12">
                  <c:v>180.5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270.75</c:v>
                </c:pt>
                <c:pt idx="35">
                  <c:v>270.75</c:v>
                </c:pt>
                <c:pt idx="36">
                  <c:v>207.12570600000001</c:v>
                </c:pt>
                <c:pt idx="37">
                  <c:v>0.91809300000000005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89-41CE-9910-03174F58D8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- 2025-01-30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spot_buy_sell_long!$C$482:$C$529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spot_buy_sell_long!$D$482:$D$529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526.315789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330.97368399999999</c:v>
                </c:pt>
                <c:pt idx="26">
                  <c:v>0</c:v>
                </c:pt>
                <c:pt idx="27">
                  <c:v>90.078946999999999</c:v>
                </c:pt>
                <c:pt idx="28">
                  <c:v>45.039473999999998</c:v>
                </c:pt>
                <c:pt idx="29">
                  <c:v>315.78947399999998</c:v>
                </c:pt>
                <c:pt idx="30">
                  <c:v>45.039473999999998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18.657599000000001</c:v>
                </c:pt>
                <c:pt idx="44">
                  <c:v>0</c:v>
                </c:pt>
                <c:pt idx="45">
                  <c:v>9.3287990000000001</c:v>
                </c:pt>
                <c:pt idx="46">
                  <c:v>9.3287990000000001</c:v>
                </c:pt>
                <c:pt idx="47">
                  <c:v>430.38143100000002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7A-43B1-B110-B4DCA0EC01B2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spot_buy_sell_long!$C$482:$C$529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spot_buy_sell_long!$E$482:$E$529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26.086566999999999</c:v>
                </c:pt>
                <c:pt idx="12">
                  <c:v>0</c:v>
                </c:pt>
                <c:pt idx="13">
                  <c:v>0</c:v>
                </c:pt>
                <c:pt idx="14">
                  <c:v>154.413433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270.75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270.75</c:v>
                </c:pt>
                <c:pt idx="35">
                  <c:v>270.75</c:v>
                </c:pt>
                <c:pt idx="36">
                  <c:v>147.529011</c:v>
                </c:pt>
                <c:pt idx="37">
                  <c:v>9.7763480000000005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F7A-43B1-B110-B4DCA0EC01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- 2025-02-11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spot_buy_sell_long!$C$530:$C$577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spot_buy_sell_long!$D$530:$D$577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93.982268000000005</c:v>
                </c:pt>
                <c:pt idx="24">
                  <c:v>0</c:v>
                </c:pt>
                <c:pt idx="25">
                  <c:v>0</c:v>
                </c:pt>
                <c:pt idx="26">
                  <c:v>105.263158</c:v>
                </c:pt>
                <c:pt idx="27">
                  <c:v>0</c:v>
                </c:pt>
                <c:pt idx="28">
                  <c:v>736.84210499999995</c:v>
                </c:pt>
                <c:pt idx="29">
                  <c:v>0</c:v>
                </c:pt>
                <c:pt idx="30">
                  <c:v>0</c:v>
                </c:pt>
                <c:pt idx="31">
                  <c:v>10.583951000000001</c:v>
                </c:pt>
                <c:pt idx="32">
                  <c:v>10.583951000000001</c:v>
                </c:pt>
                <c:pt idx="33">
                  <c:v>10.583951000000001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2.1922000000000001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FF1-4125-A1E7-517A5F12ABF4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spot_buy_sell_long!$C$530:$C$577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spot_buy_sell_long!$E$530:$E$577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54.549878999999997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207.12570600000001</c:v>
                </c:pt>
                <c:pt idx="36">
                  <c:v>241.793958</c:v>
                </c:pt>
                <c:pt idx="37">
                  <c:v>61.293958000000003</c:v>
                </c:pt>
                <c:pt idx="38">
                  <c:v>187.96597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F1-4125-A1E7-517A5F12AB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spot_buy_sell_long D/E - 2025-03-25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P_buy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spot_buy_sell_long!$C$578:$C$625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spot_buy_sell_long!$D$578:$D$625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526.315789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47.470635000000001</c:v>
                </c:pt>
                <c:pt idx="22">
                  <c:v>0</c:v>
                </c:pt>
                <c:pt idx="23">
                  <c:v>0</c:v>
                </c:pt>
                <c:pt idx="24">
                  <c:v>93.982268000000005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747.42605600000002</c:v>
                </c:pt>
                <c:pt idx="31">
                  <c:v>41.638863999999998</c:v>
                </c:pt>
                <c:pt idx="32">
                  <c:v>10.583951000000001</c:v>
                </c:pt>
                <c:pt idx="33">
                  <c:v>10.583951000000001</c:v>
                </c:pt>
                <c:pt idx="34">
                  <c:v>10.583951000000001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423.24483199999997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65-45A7-8275-21A550614896}"/>
            </c:ext>
          </c:extLst>
        </c:ser>
        <c:ser>
          <c:idx val="1"/>
          <c:order val="1"/>
          <c:tx>
            <c:v>P_sel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spot_buy_sell_long!$C$578:$C$625</c:f>
              <c:numCache>
                <c:formatCode>General</c:formatCode>
                <c:ptCount val="4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</c:numCache>
            </c:numRef>
          </c:cat>
          <c:val>
            <c:numRef>
              <c:f>spot_buy_sell_long!$E$578:$E$625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180.5</c:v>
                </c:pt>
                <c:pt idx="11">
                  <c:v>270.75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40.700135000000003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221.786553</c:v>
                </c:pt>
                <c:pt idx="37">
                  <c:v>241.793958</c:v>
                </c:pt>
                <c:pt idx="38">
                  <c:v>241.793958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65-45A7-8275-21A5506148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- 2024-04-30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C335-4B46-BFDA-8CE940E50EEF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559.19945877109205</c:v>
              </c:pt>
              <c:pt idx="4">
                <c:v>254.49717488483799</c:v>
              </c:pt>
              <c:pt idx="5">
                <c:v>115.82416793947</c:v>
              </c:pt>
              <c:pt idx="6">
                <c:v>52.712718264715797</c:v>
              </c:pt>
              <c:pt idx="7">
                <c:v>23.990076650560699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C335-4B46-BFDA-8CE940E50E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- 2024-05-03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FF85-419A-BEA2-1D0AD222384C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1083</c:v>
              </c:pt>
              <c:pt idx="4">
                <c:v>559.19945877109103</c:v>
              </c:pt>
              <c:pt idx="5">
                <c:v>254.49717488483799</c:v>
              </c:pt>
              <c:pt idx="6">
                <c:v>115.82416793947</c:v>
              </c:pt>
              <c:pt idx="7">
                <c:v>52.712718264715797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FF85-419A-BEA2-1D0AD22238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- 2024-05-06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0</c:v>
              </c:pt>
              <c:pt idx="4">
                <c:v>0</c:v>
              </c:pt>
              <c:pt idx="5">
                <c:v>559.19945877109103</c:v>
              </c:pt>
              <c:pt idx="6">
                <c:v>254.49717488483799</c:v>
              </c:pt>
              <c:pt idx="7">
                <c:v>115.82416793947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5725-4C04-82C8-E47B5BD06D11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5725-4C04-82C8-E47B5BD06D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- 2024-05-10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121.70435290680599</c:v>
              </c:pt>
              <c:pt idx="3">
                <c:v>1083</c:v>
              </c:pt>
              <c:pt idx="4">
                <c:v>492.88395415472797</c:v>
              </c:pt>
              <c:pt idx="5">
                <c:v>224.31633634644501</c:v>
              </c:pt>
              <c:pt idx="6">
                <c:v>102.088571412685</c:v>
              </c:pt>
              <c:pt idx="7">
                <c:v>46.4615131596411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DD0-482F-B5BF-379E6F7C2F6E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0DD0-482F-B5BF-379E6F7C2F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- 2024-06-05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121.704352906807</c:v>
              </c:pt>
              <c:pt idx="1">
                <c:v>0</c:v>
              </c:pt>
              <c:pt idx="2">
                <c:v>0</c:v>
              </c:pt>
              <c:pt idx="3">
                <c:v>1083</c:v>
              </c:pt>
              <c:pt idx="4">
                <c:v>492.88395415472797</c:v>
              </c:pt>
              <c:pt idx="5">
                <c:v>0</c:v>
              </c:pt>
              <c:pt idx="6">
                <c:v>0</c:v>
              </c:pt>
              <c:pt idx="7">
                <c:v>224.31633634644501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FF9A-4B0A-A2E5-E9564799B1F9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FF9A-4B0A-A2E5-E9564799B1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- 2024-06-11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559.19945877109103</c:v>
              </c:pt>
              <c:pt idx="7">
                <c:v>254.49717488483799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F955-42D5-B92D-ABA409BEF898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F955-42D5-B92D-ABA409BEF8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- 2024-07-01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559.19945877109103</c:v>
              </c:pt>
              <c:pt idx="4">
                <c:v>16.929357031675899</c:v>
              </c:pt>
              <c:pt idx="5">
                <c:v>0</c:v>
              </c:pt>
              <c:pt idx="6">
                <c:v>245.27253478304999</c:v>
              </c:pt>
              <c:pt idx="7">
                <c:v>111.625943480538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6283-42D7-9205-6325F4B087CF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6283-42D7-9205-6325F4B087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- 2024-08-06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121.70435290680599</c:v>
              </c:pt>
              <c:pt idx="2">
                <c:v>1083</c:v>
              </c:pt>
              <c:pt idx="3">
                <c:v>492.88395415472797</c:v>
              </c:pt>
              <c:pt idx="4">
                <c:v>224.31633634644501</c:v>
              </c:pt>
              <c:pt idx="5">
                <c:v>102.088571412685</c:v>
              </c:pt>
              <c:pt idx="6">
                <c:v>46.4615131596411</c:v>
              </c:pt>
              <c:pt idx="7">
                <c:v>21.145091710190002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5F5D-4CF9-B4C3-AB21A8926B85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5F5D-4CF9-B4C3-AB21A8926B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- 2024-10-22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1083</c:v>
              </c:pt>
              <c:pt idx="4">
                <c:v>559.19945877109205</c:v>
              </c:pt>
              <c:pt idx="5">
                <c:v>254.49717488483799</c:v>
              </c:pt>
              <c:pt idx="6">
                <c:v>115.82416793947</c:v>
              </c:pt>
              <c:pt idx="7">
                <c:v>52.712718264715797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548-4328-BCDD-A8C5D9BDA7BC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0548-4328-BCDD-A8C5D9BDA7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- 2024-12-04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1083</c:v>
              </c:pt>
              <c:pt idx="4">
                <c:v>559.19945877107205</c:v>
              </c:pt>
              <c:pt idx="5">
                <c:v>0</c:v>
              </c:pt>
              <c:pt idx="6">
                <c:v>254.49717488482901</c:v>
              </c:pt>
              <c:pt idx="7">
                <c:v>115.82416793946599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D0CF-4E2D-ABE7-95E3F21CAAAF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D0CF-4E2D-ABE7-95E3F21CA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- 2025-01-30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121.704352906628</c:v>
              </c:pt>
              <c:pt idx="3">
                <c:v>0</c:v>
              </c:pt>
              <c:pt idx="4">
                <c:v>1083</c:v>
              </c:pt>
              <c:pt idx="5">
                <c:v>0</c:v>
              </c:pt>
              <c:pt idx="6">
                <c:v>492.88395415477203</c:v>
              </c:pt>
              <c:pt idx="7">
                <c:v>224.31633634646499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CEF6-4DE5-8D21-052C441D4FAD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CEF6-4DE5-8D21-052C441D4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- 2025-02-11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559.19945877109501</c:v>
              </c:pt>
              <c:pt idx="4">
                <c:v>0</c:v>
              </c:pt>
              <c:pt idx="5">
                <c:v>254.497174884846</c:v>
              </c:pt>
              <c:pt idx="6">
                <c:v>115.82416793946599</c:v>
              </c:pt>
              <c:pt idx="7">
                <c:v>52.712718264715697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A873-4051-AC57-BE0A875B7713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A873-4051-AC57-BE0A875B77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hart1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ja-JP"/>
              <a:t>primary_secondary_long D/E - 2025-03-25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primary_sell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1083</c:v>
              </c:pt>
              <c:pt idx="3">
                <c:v>559.19945877109103</c:v>
              </c:pt>
              <c:pt idx="4">
                <c:v>0</c:v>
              </c:pt>
              <c:pt idx="5">
                <c:v>254.49717488483699</c:v>
              </c:pt>
              <c:pt idx="6">
                <c:v>115.82416793947</c:v>
              </c:pt>
              <c:pt idx="7">
                <c:v>52.712718264715697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0DC4-4C4D-9492-4B1290ABA0E4}"/>
            </c:ext>
          </c:extLst>
        </c:ser>
        <c:ser>
          <c:idx val="1"/>
          <c:order val="1"/>
          <c:tx>
            <c:v>secondary_sell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0DC4-4C4D-9492-4B1290ABA0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763808"/>
        <c:axId val="104764768"/>
      </c:lineChart>
      <c:catAx>
        <c:axId val="104763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4768"/>
        <c:crosses val="autoZero"/>
        <c:auto val="1"/>
        <c:lblAlgn val="ctr"/>
        <c:lblOffset val="100"/>
        <c:noMultiLvlLbl val="0"/>
      </c:catAx>
      <c:valAx>
        <c:axId val="10476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104763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FC8C3-5AD0-4BF6-87AE-9D2A9FD1971F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BCA4E-33E6-4F75-8E37-5AE809DC30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708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BCA4E-33E6-4F75-8E37-5AE809DC30BF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212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BCA4E-33E6-4F75-8E37-5AE809DC30BF}" type="slidenum">
              <a:rPr kumimoji="1" lang="ja-JP" altLang="en-US" smtClean="0"/>
              <a:t>42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1102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1E2CC0-444A-28EA-3F8B-85DC19F24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5D8180B-8281-52B0-4D5B-CFBB36D7F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037240-2FCB-5A84-C484-12A598A1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89E6C6-EF60-0870-B7AD-21DE8183A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1AAE81-AB83-42F0-38B5-19B761BFA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5058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29727-7AD4-765D-5267-3FD40888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727882-F2D0-5126-E219-C39E2FF9B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10ECA3-5959-DD93-509B-1688D8C3B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EC691E-D40A-D1BE-9C7B-BDB9A231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B25A1F-A276-1D0A-A8BA-B86ACCBD1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9554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42A38B-17AC-EE21-BFFE-1040B034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F18271-2BA8-5AD8-7F91-B3BA8F486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923E46-9412-153B-CB47-53C9EA7A3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31D0D2-720D-6251-8A57-C1AA8ACA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C6D4DF-1173-86CC-B89C-85B84D3A3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0507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709766-162B-D512-7A2C-9D5EC30EF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671ABD-B84F-A09A-BCA6-015A41EAE3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A9CBF0-1B88-EB71-E9E5-800573317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0BDFBA-347E-0E05-85BB-9702D3A0A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56C37D7-04E4-D272-14DC-175869170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2B689F-DA24-9FF3-1601-BAEE6F54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057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B4F020-835E-AAE0-8572-2EAB2B19F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DC8EC3-8A21-E536-4323-FCAE11E5A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0228E52-2ABD-F3FC-A3EB-B669CED64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20B0C09-5A19-A75F-BCF4-BE99085376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C12F4DB-C12A-D82E-C22F-ABC6F79694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37378EB-51E1-224E-3622-75C8BFFA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A31879F-EBCB-3D76-0F24-DF978B67E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B674F4D-ED48-6502-2E7D-37AF9F20A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61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20A506-9A38-2C04-8744-19D418FBD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DCC11B8-0800-5DB2-4F84-73499112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B2636AB-2A1A-BE4A-4384-FADAD7171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A52BC82-C632-BFCF-DC1E-08F7B2A0F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3833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5F84DC0-9780-5171-45D0-C42512549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39321D-09F6-9CE3-7854-755C89A12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40DA9-47F7-9EDB-F1B6-B0EF1A151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147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946E8B-999E-7A3C-72F5-B02DFCE1E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D2AABB-FDCD-108B-58B1-8778B9CA8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60F96B2-9E6A-2F07-2DA0-0DCA1631C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7564E1-A33F-6EA1-1998-901B9D5EE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588142-6E40-F61E-BC5C-F20A56981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01C745-5855-85A0-AC7F-6D00FE337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1833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4BDC3D-411C-8E22-0CD7-5E3179984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36DB7AE-CD4C-CF86-7729-FB08C3D1C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EACEF4-5886-8355-A1A7-8B12CC008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DFEDCF-E505-B97F-059D-021CDFFA1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C6E14C-F451-E0FE-D9E6-45A3A1A75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78E309-3A27-F0A9-9326-A26DE7E0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6746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5EC82D-92C4-4201-82E8-C73A10E2F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B94DD42-2360-DE94-074D-3A82CEED2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9F50F2-A5B3-D71D-225A-AE858AC6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F0F2E2-B94E-BC4A-DAA7-E89DDF7A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7ACE40-3069-A7F0-D3A6-429EB70D4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0098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33C29A1-8FCF-74D7-E25D-B0BDE451A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2AA782-7FCE-3B15-EB2C-832EDAFB2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7D2FCB-3117-8D4E-58CF-A82605BE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B6B801-BE4A-C448-555C-29AD3F8FE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BEA610-D702-329E-C695-9018FF17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5418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7035764-1D4C-BF96-5247-3B2EB0C1C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742364-D3D2-740A-1180-439E06D8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8D84AD-4B64-3884-8F04-77055BF4C1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2D293-FE6F-4420-86AA-4A74B80CE65A}" type="datetimeFigureOut">
              <a:rPr kumimoji="1" lang="ja-JP" altLang="en-US" smtClean="0"/>
              <a:t>2026/3/6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2F8824-0C8D-190E-A3CD-918366BE1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452424-071A-E403-2DDD-9D7A4E7C5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CEC48-4279-441F-B333-4CEB8F65A8F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236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package" Target="../embeddings/Microsoft_Excel_Worksheet1.xlsx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6.xml"/><Relationship Id="rId4" Type="http://schemas.openxmlformats.org/officeDocument/2006/relationships/chart" Target="../charts/char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6.xml"/><Relationship Id="rId2" Type="http://schemas.openxmlformats.org/officeDocument/2006/relationships/chart" Target="../charts/chart3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chart" Target="../charts/chart3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0.xml"/><Relationship Id="rId4" Type="http://schemas.openxmlformats.org/officeDocument/2006/relationships/chart" Target="../charts/chart3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4.xml"/><Relationship Id="rId4" Type="http://schemas.openxmlformats.org/officeDocument/2006/relationships/chart" Target="../charts/chart4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6.xml"/><Relationship Id="rId2" Type="http://schemas.openxmlformats.org/officeDocument/2006/relationships/chart" Target="../charts/chart4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8.xml"/><Relationship Id="rId4" Type="http://schemas.openxmlformats.org/officeDocument/2006/relationships/chart" Target="../charts/chart4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1.xml"/><Relationship Id="rId2" Type="http://schemas.openxmlformats.org/officeDocument/2006/relationships/chart" Target="../charts/chart5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3.xml"/><Relationship Id="rId4" Type="http://schemas.openxmlformats.org/officeDocument/2006/relationships/chart" Target="../charts/chart5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5.xml"/><Relationship Id="rId2" Type="http://schemas.openxmlformats.org/officeDocument/2006/relationships/chart" Target="../charts/chart54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57.xml"/><Relationship Id="rId4" Type="http://schemas.openxmlformats.org/officeDocument/2006/relationships/chart" Target="../charts/chart5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61.xml"/><Relationship Id="rId5" Type="http://schemas.openxmlformats.org/officeDocument/2006/relationships/chart" Target="../charts/chart60.xml"/><Relationship Id="rId4" Type="http://schemas.openxmlformats.org/officeDocument/2006/relationships/chart" Target="../charts/chart5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4.xml"/><Relationship Id="rId2" Type="http://schemas.openxmlformats.org/officeDocument/2006/relationships/chart" Target="../charts/chart6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66.xml"/><Relationship Id="rId4" Type="http://schemas.openxmlformats.org/officeDocument/2006/relationships/chart" Target="../charts/chart6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8.xml"/><Relationship Id="rId2" Type="http://schemas.openxmlformats.org/officeDocument/2006/relationships/chart" Target="../charts/chart67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70.xml"/><Relationship Id="rId4" Type="http://schemas.openxmlformats.org/officeDocument/2006/relationships/chart" Target="../charts/chart6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2.xml"/><Relationship Id="rId2" Type="http://schemas.openxmlformats.org/officeDocument/2006/relationships/chart" Target="../charts/chart7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74.xml"/><Relationship Id="rId4" Type="http://schemas.openxmlformats.org/officeDocument/2006/relationships/chart" Target="../charts/chart7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8.xml"/><Relationship Id="rId2" Type="http://schemas.openxmlformats.org/officeDocument/2006/relationships/chart" Target="../charts/chart7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0.xml"/><Relationship Id="rId4" Type="http://schemas.openxmlformats.org/officeDocument/2006/relationships/chart" Target="../charts/chart7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2.xml"/><Relationship Id="rId2" Type="http://schemas.openxmlformats.org/officeDocument/2006/relationships/chart" Target="../charts/chart8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4.xml"/><Relationship Id="rId4" Type="http://schemas.openxmlformats.org/officeDocument/2006/relationships/chart" Target="../charts/chart8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6.xml"/><Relationship Id="rId2" Type="http://schemas.openxmlformats.org/officeDocument/2006/relationships/chart" Target="../charts/chart8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88.xml"/><Relationship Id="rId4" Type="http://schemas.openxmlformats.org/officeDocument/2006/relationships/chart" Target="../charts/chart8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1.xml"/><Relationship Id="rId2" Type="http://schemas.openxmlformats.org/officeDocument/2006/relationships/chart" Target="../charts/chart9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3.xml"/><Relationship Id="rId4" Type="http://schemas.openxmlformats.org/officeDocument/2006/relationships/chart" Target="../charts/chart9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5.xml"/><Relationship Id="rId2" Type="http://schemas.openxmlformats.org/officeDocument/2006/relationships/chart" Target="../charts/chart9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7.xml"/><Relationship Id="rId4" Type="http://schemas.openxmlformats.org/officeDocument/2006/relationships/chart" Target="../charts/chart9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9.xml"/><Relationship Id="rId2" Type="http://schemas.openxmlformats.org/officeDocument/2006/relationships/chart" Target="../charts/chart9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01.xml"/><Relationship Id="rId4" Type="http://schemas.openxmlformats.org/officeDocument/2006/relationships/chart" Target="../charts/chart10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06.xml"/><Relationship Id="rId5" Type="http://schemas.openxmlformats.org/officeDocument/2006/relationships/chart" Target="../charts/chart105.xml"/><Relationship Id="rId4" Type="http://schemas.openxmlformats.org/officeDocument/2006/relationships/chart" Target="../charts/chart10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8.xml"/><Relationship Id="rId2" Type="http://schemas.openxmlformats.org/officeDocument/2006/relationships/chart" Target="../charts/chart10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10.xml"/><Relationship Id="rId4" Type="http://schemas.openxmlformats.org/officeDocument/2006/relationships/chart" Target="../charts/chart10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2.xml"/><Relationship Id="rId2" Type="http://schemas.openxmlformats.org/officeDocument/2006/relationships/chart" Target="../charts/chart11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14.xml"/><Relationship Id="rId4" Type="http://schemas.openxmlformats.org/officeDocument/2006/relationships/chart" Target="../charts/chart1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D35DDB-4959-D59C-25BC-E3E24A611A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5</a:t>
            </a:r>
            <a:r>
              <a:rPr kumimoji="1" lang="ja-JP" altLang="en-US" dirty="0"/>
              <a:t>月と</a:t>
            </a:r>
            <a:r>
              <a:rPr kumimoji="1" lang="en-US" altLang="ja-JP" dirty="0"/>
              <a:t>6</a:t>
            </a:r>
            <a:r>
              <a:rPr kumimoji="1" lang="ja-JP" altLang="en-US" dirty="0"/>
              <a:t>月の劣化あり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F3CA424-A386-27FF-DD9C-444F6C5C90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280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7F2182-BCC5-DB11-8492-41B6F8FA8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目的関数値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8F95EB1-5D2F-8B69-F53F-F65A0352B83E}"/>
              </a:ext>
            </a:extLst>
          </p:cNvPr>
          <p:cNvSpPr txBox="1"/>
          <p:nvPr/>
        </p:nvSpPr>
        <p:spPr>
          <a:xfrm>
            <a:off x="592282" y="2670464"/>
            <a:ext cx="130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5</a:t>
            </a:r>
            <a:r>
              <a:rPr kumimoji="1" lang="ja-JP" altLang="en-US" dirty="0"/>
              <a:t>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9A2992A-6CA9-B631-818F-75FDAE25EC9B}"/>
              </a:ext>
            </a:extLst>
          </p:cNvPr>
          <p:cNvSpPr txBox="1"/>
          <p:nvPr/>
        </p:nvSpPr>
        <p:spPr>
          <a:xfrm>
            <a:off x="519545" y="5070764"/>
            <a:ext cx="99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6</a:t>
            </a:r>
            <a:r>
              <a:rPr kumimoji="1" lang="ja-JP" altLang="en-US" dirty="0"/>
              <a:t>月</a:t>
            </a:r>
            <a:endParaRPr kumimoji="1" lang="en-US" altLang="ja-JP" dirty="0"/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4A1BE796-2B31-312A-4BB0-5B696A6979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595591"/>
              </p:ext>
            </p:extLst>
          </p:nvPr>
        </p:nvGraphicFramePr>
        <p:xfrm>
          <a:off x="2311012" y="1798488"/>
          <a:ext cx="7123859" cy="1497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124343" imgH="866749" progId="Excel.Sheet.12">
                  <p:embed/>
                </p:oleObj>
              </mc:Choice>
              <mc:Fallback>
                <p:oleObj name="Worksheet" r:id="rId2" imgW="4124343" imgH="866749" progId="Excel.Sheet.12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4A1BE796-2B31-312A-4BB0-5B696A6979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11012" y="1798488"/>
                        <a:ext cx="7123859" cy="1497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オブジェクト 8">
            <a:extLst>
              <a:ext uri="{FF2B5EF4-FFF2-40B4-BE49-F238E27FC236}">
                <a16:creationId xmlns:a16="http://schemas.microsoft.com/office/drawing/2014/main" id="{425C3D7B-CB7C-3E1A-C4E7-E75DE12E5D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418804"/>
              </p:ext>
            </p:extLst>
          </p:nvPr>
        </p:nvGraphicFramePr>
        <p:xfrm>
          <a:off x="2311013" y="4560105"/>
          <a:ext cx="7123859" cy="1201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124343" imgH="695415" progId="Excel.Sheet.12">
                  <p:embed/>
                </p:oleObj>
              </mc:Choice>
              <mc:Fallback>
                <p:oleObj name="Worksheet" r:id="rId4" imgW="4124343" imgH="695415" progId="Excel.Sheet.12">
                  <p:embed/>
                  <p:pic>
                    <p:nvPicPr>
                      <p:cNvPr id="9" name="オブジェクト 8">
                        <a:extLst>
                          <a:ext uri="{FF2B5EF4-FFF2-40B4-BE49-F238E27FC236}">
                            <a16:creationId xmlns:a16="http://schemas.microsoft.com/office/drawing/2014/main" id="{425C3D7B-CB7C-3E1A-C4E7-E75DE12E5D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11013" y="4560105"/>
                        <a:ext cx="7123859" cy="1201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1324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D5B921-2231-44A1-8BC4-5CEFA9C43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SOC</a:t>
            </a:r>
            <a:endParaRPr kumimoji="1" lang="ja-JP" altLang="en-US" dirty="0"/>
          </a:p>
        </p:txBody>
      </p:sp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2F37AEFC-BBBE-366D-15BC-0D3B6E1CCD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3472999"/>
              </p:ext>
            </p:extLst>
          </p:nvPr>
        </p:nvGraphicFramePr>
        <p:xfrm>
          <a:off x="1153064" y="247146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E520529D-FDB3-F28C-30E9-97EE7ADE71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696897"/>
              </p:ext>
            </p:extLst>
          </p:nvPr>
        </p:nvGraphicFramePr>
        <p:xfrm>
          <a:off x="5805488" y="247146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5860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DF348B-63BB-000A-8EBF-5DBB774D4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スポット市場</a:t>
            </a:r>
          </a:p>
        </p:txBody>
      </p:sp>
      <p:graphicFrame>
        <p:nvGraphicFramePr>
          <p:cNvPr id="3" name="Chart 1">
            <a:extLst>
              <a:ext uri="{FF2B5EF4-FFF2-40B4-BE49-F238E27FC236}">
                <a16:creationId xmlns:a16="http://schemas.microsoft.com/office/drawing/2014/main" id="{00000000-0008-0000-07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479568"/>
              </p:ext>
            </p:extLst>
          </p:nvPr>
        </p:nvGraphicFramePr>
        <p:xfrm>
          <a:off x="696000" y="1236382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2">
            <a:extLst>
              <a:ext uri="{FF2B5EF4-FFF2-40B4-BE49-F238E27FC236}">
                <a16:creationId xmlns:a16="http://schemas.microsoft.com/office/drawing/2014/main" id="{00000000-0008-0000-07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0913757"/>
              </p:ext>
            </p:extLst>
          </p:nvPr>
        </p:nvGraphicFramePr>
        <p:xfrm>
          <a:off x="6335143" y="121869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3">
            <a:extLst>
              <a:ext uri="{FF2B5EF4-FFF2-40B4-BE49-F238E27FC236}">
                <a16:creationId xmlns:a16="http://schemas.microsoft.com/office/drawing/2014/main" id="{00000000-0008-0000-07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4955420"/>
              </p:ext>
            </p:extLst>
          </p:nvPr>
        </p:nvGraphicFramePr>
        <p:xfrm>
          <a:off x="696000" y="3954075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4">
            <a:extLst>
              <a:ext uri="{FF2B5EF4-FFF2-40B4-BE49-F238E27FC236}">
                <a16:creationId xmlns:a16="http://schemas.microsoft.com/office/drawing/2014/main" id="{00000000-0008-0000-07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4215280"/>
              </p:ext>
            </p:extLst>
          </p:nvPr>
        </p:nvGraphicFramePr>
        <p:xfrm>
          <a:off x="6335143" y="3936382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76635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CC6B90-81D4-D851-5432-10B7A572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スポット市場</a:t>
            </a:r>
          </a:p>
        </p:txBody>
      </p:sp>
      <p:graphicFrame>
        <p:nvGraphicFramePr>
          <p:cNvPr id="3" name="Chart 8">
            <a:extLst>
              <a:ext uri="{FF2B5EF4-FFF2-40B4-BE49-F238E27FC236}">
                <a16:creationId xmlns:a16="http://schemas.microsoft.com/office/drawing/2014/main" id="{00000000-0008-0000-0700-000009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7222620"/>
              </p:ext>
            </p:extLst>
          </p:nvPr>
        </p:nvGraphicFramePr>
        <p:xfrm>
          <a:off x="696000" y="1422615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9">
            <a:extLst>
              <a:ext uri="{FF2B5EF4-FFF2-40B4-BE49-F238E27FC236}">
                <a16:creationId xmlns:a16="http://schemas.microsoft.com/office/drawing/2014/main" id="{00000000-0008-0000-0700-00000A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4259102"/>
              </p:ext>
            </p:extLst>
          </p:nvPr>
        </p:nvGraphicFramePr>
        <p:xfrm>
          <a:off x="6096000" y="1387231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0">
            <a:extLst>
              <a:ext uri="{FF2B5EF4-FFF2-40B4-BE49-F238E27FC236}">
                <a16:creationId xmlns:a16="http://schemas.microsoft.com/office/drawing/2014/main" id="{00000000-0008-0000-0700-00000B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9579863"/>
              </p:ext>
            </p:extLst>
          </p:nvPr>
        </p:nvGraphicFramePr>
        <p:xfrm>
          <a:off x="696000" y="4085385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11">
            <a:extLst>
              <a:ext uri="{FF2B5EF4-FFF2-40B4-BE49-F238E27FC236}">
                <a16:creationId xmlns:a16="http://schemas.microsoft.com/office/drawing/2014/main" id="{00000000-0008-0000-0700-00000C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3519830"/>
              </p:ext>
            </p:extLst>
          </p:nvPr>
        </p:nvGraphicFramePr>
        <p:xfrm>
          <a:off x="6096000" y="4085385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655491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93BA02-2A39-0DBB-3052-14ADD55B8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次</a:t>
            </a:r>
            <a:r>
              <a:rPr kumimoji="1" lang="en-US" altLang="ja-JP" dirty="0"/>
              <a:t>2</a:t>
            </a:r>
            <a:r>
              <a:rPr kumimoji="1" lang="ja-JP" altLang="en-US" dirty="0"/>
              <a:t>次</a:t>
            </a:r>
          </a:p>
        </p:txBody>
      </p:sp>
      <p:graphicFrame>
        <p:nvGraphicFramePr>
          <p:cNvPr id="7" name="Chart 1">
            <a:extLst>
              <a:ext uri="{FF2B5EF4-FFF2-40B4-BE49-F238E27FC236}">
                <a16:creationId xmlns:a16="http://schemas.microsoft.com/office/drawing/2014/main" id="{00000000-0008-0000-08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1935819"/>
              </p:ext>
            </p:extLst>
          </p:nvPr>
        </p:nvGraphicFramePr>
        <p:xfrm>
          <a:off x="522171" y="1453071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2">
            <a:extLst>
              <a:ext uri="{FF2B5EF4-FFF2-40B4-BE49-F238E27FC236}">
                <a16:creationId xmlns:a16="http://schemas.microsoft.com/office/drawing/2014/main" id="{00000000-0008-0000-08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7615612"/>
              </p:ext>
            </p:extLst>
          </p:nvPr>
        </p:nvGraphicFramePr>
        <p:xfrm>
          <a:off x="5937985" y="1453071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00000000-0008-0000-08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8458133"/>
              </p:ext>
            </p:extLst>
          </p:nvPr>
        </p:nvGraphicFramePr>
        <p:xfrm>
          <a:off x="537985" y="415800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39156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8">
            <a:extLst>
              <a:ext uri="{FF2B5EF4-FFF2-40B4-BE49-F238E27FC236}">
                <a16:creationId xmlns:a16="http://schemas.microsoft.com/office/drawing/2014/main" id="{00000000-0008-0000-0800-000009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5676035"/>
              </p:ext>
            </p:extLst>
          </p:nvPr>
        </p:nvGraphicFramePr>
        <p:xfrm>
          <a:off x="963043" y="1027906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9">
            <a:extLst>
              <a:ext uri="{FF2B5EF4-FFF2-40B4-BE49-F238E27FC236}">
                <a16:creationId xmlns:a16="http://schemas.microsoft.com/office/drawing/2014/main" id="{00000000-0008-0000-0800-00000A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7468855"/>
              </p:ext>
            </p:extLst>
          </p:nvPr>
        </p:nvGraphicFramePr>
        <p:xfrm>
          <a:off x="6363043" y="1027906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0">
            <a:extLst>
              <a:ext uri="{FF2B5EF4-FFF2-40B4-BE49-F238E27FC236}">
                <a16:creationId xmlns:a16="http://schemas.microsoft.com/office/drawing/2014/main" id="{00000000-0008-0000-0800-00000B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1742565"/>
              </p:ext>
            </p:extLst>
          </p:nvPr>
        </p:nvGraphicFramePr>
        <p:xfrm>
          <a:off x="963043" y="3727906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03174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BFC01-7EEC-D811-7E02-B6D158AD3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41DA18-E497-1F83-A9F5-86255455DC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5</a:t>
            </a:r>
            <a:r>
              <a:rPr kumimoji="1" lang="ja-JP" altLang="en-US" dirty="0"/>
              <a:t>月と</a:t>
            </a:r>
            <a:r>
              <a:rPr kumimoji="1" lang="en-US" altLang="ja-JP" dirty="0"/>
              <a:t>6</a:t>
            </a:r>
            <a:r>
              <a:rPr kumimoji="1" lang="ja-JP" altLang="en-US" dirty="0"/>
              <a:t>月の劣化なし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3A2C3AA-9F88-8507-0AA8-7BFC6E9DB1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6253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CD28F-16CF-F644-B045-F307F5AEC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E6692A-1B65-0027-45E8-71441B9F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目的関数値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0B46EB2-3029-3273-9C10-330BD7902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037" y="1843519"/>
            <a:ext cx="4487790" cy="4101599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37E730C-F1C6-CC06-B7EA-0A887187F2EC}"/>
              </a:ext>
            </a:extLst>
          </p:cNvPr>
          <p:cNvSpPr txBox="1"/>
          <p:nvPr/>
        </p:nvSpPr>
        <p:spPr>
          <a:xfrm>
            <a:off x="485807" y="3059668"/>
            <a:ext cx="4199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5</a:t>
            </a:r>
            <a:r>
              <a:rPr kumimoji="1" lang="ja-JP" altLang="en-US"/>
              <a:t>月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3175A78-D390-F78A-76C9-C460C81CF88C}"/>
              </a:ext>
            </a:extLst>
          </p:cNvPr>
          <p:cNvSpPr txBox="1"/>
          <p:nvPr/>
        </p:nvSpPr>
        <p:spPr>
          <a:xfrm>
            <a:off x="485807" y="4544395"/>
            <a:ext cx="1134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６月</a:t>
            </a:r>
          </a:p>
        </p:txBody>
      </p:sp>
    </p:spTree>
    <p:extLst>
      <p:ext uri="{BB962C8B-B14F-4D97-AF65-F5344CB8AC3E}">
        <p14:creationId xmlns:p14="http://schemas.microsoft.com/office/powerpoint/2010/main" val="3210250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18987-BCFB-8C65-4DDF-DDD676E41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DC0733-BA00-7FC3-C6CC-50A6D6C9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SOC</a:t>
            </a:r>
            <a:endParaRPr kumimoji="1" lang="ja-JP" altLang="en-US" dirty="0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36A492A6-1247-E0F2-D018-C3ECF37C27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1263145"/>
              </p:ext>
            </p:extLst>
          </p:nvPr>
        </p:nvGraphicFramePr>
        <p:xfrm>
          <a:off x="1243445" y="25146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94D5556-06EA-3858-52EF-4A15B708AA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5931335"/>
              </p:ext>
            </p:extLst>
          </p:nvPr>
        </p:nvGraphicFramePr>
        <p:xfrm>
          <a:off x="6781800" y="25146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08854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34524-F05D-933B-D9F3-72CC9AEFD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C8B016-699B-7921-2BBB-CBC44061A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スポット市場</a:t>
            </a:r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C2DD9B2F-AB47-CA80-F919-B009738921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3485316"/>
              </p:ext>
            </p:extLst>
          </p:nvPr>
        </p:nvGraphicFramePr>
        <p:xfrm>
          <a:off x="838200" y="122309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2E8977C8-96A4-C279-E579-1E1AE46162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5737843"/>
              </p:ext>
            </p:extLst>
          </p:nvPr>
        </p:nvGraphicFramePr>
        <p:xfrm>
          <a:off x="6480463" y="122309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B8B753B7-0407-DC3F-7E88-42F0A4EFC2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1604681"/>
              </p:ext>
            </p:extLst>
          </p:nvPr>
        </p:nvGraphicFramePr>
        <p:xfrm>
          <a:off x="838200" y="4114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91BBDAE5-5942-AC96-D912-CB6BC58CCD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6446399"/>
              </p:ext>
            </p:extLst>
          </p:nvPr>
        </p:nvGraphicFramePr>
        <p:xfrm>
          <a:off x="6480463" y="4114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693676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8A9D9B-9BC1-D422-C754-03B01FECA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スポット市場</a:t>
            </a:r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3CA2C13B-CE3F-72CE-AD7C-5B65049801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7194486"/>
              </p:ext>
            </p:extLst>
          </p:nvPr>
        </p:nvGraphicFramePr>
        <p:xfrm>
          <a:off x="838200" y="119495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DA48D2D2-E456-E875-4537-F8C5D5F187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0581028"/>
              </p:ext>
            </p:extLst>
          </p:nvPr>
        </p:nvGraphicFramePr>
        <p:xfrm>
          <a:off x="6012873" y="119495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297445F7-DC73-F278-FDD3-C1CC4FF721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3167646"/>
              </p:ext>
            </p:extLst>
          </p:nvPr>
        </p:nvGraphicFramePr>
        <p:xfrm>
          <a:off x="1035628" y="4114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90AE3FB6-4043-780B-22E6-03545618EC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0849643"/>
              </p:ext>
            </p:extLst>
          </p:nvPr>
        </p:nvGraphicFramePr>
        <p:xfrm>
          <a:off x="5978237" y="4114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610235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E0692-96A7-58FE-B6DF-C23B49B91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1805EC-72B4-549E-C1C0-4F345AE1D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次</a:t>
            </a:r>
            <a:r>
              <a:rPr kumimoji="1" lang="en-US" altLang="ja-JP" dirty="0"/>
              <a:t>2</a:t>
            </a:r>
            <a:r>
              <a:rPr kumimoji="1" lang="ja-JP" altLang="en-US" dirty="0"/>
              <a:t>次</a:t>
            </a:r>
          </a:p>
        </p:txBody>
      </p: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88A7C010-6DBE-1EE1-7CE9-FDBC8FDD91B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5645588"/>
              </p:ext>
            </p:extLst>
          </p:nvPr>
        </p:nvGraphicFramePr>
        <p:xfrm>
          <a:off x="838198" y="139238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BE599568-CBA2-5475-5400-532C560BD0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7925292"/>
              </p:ext>
            </p:extLst>
          </p:nvPr>
        </p:nvGraphicFramePr>
        <p:xfrm>
          <a:off x="6677893" y="139238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5C91F6CE-FEE9-34D1-DEF4-B2297E3BB5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7617369"/>
              </p:ext>
            </p:extLst>
          </p:nvPr>
        </p:nvGraphicFramePr>
        <p:xfrm>
          <a:off x="1025237" y="399010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3093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31F3AB-FB8F-37AA-8C26-B2CBEFE3D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F701E38B-00EE-1CA3-CDA9-3FB238ADE7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3957561"/>
              </p:ext>
            </p:extLst>
          </p:nvPr>
        </p:nvGraphicFramePr>
        <p:xfrm>
          <a:off x="692728" y="139238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8315C47B-7425-993E-252F-53D2E4016B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6666000"/>
              </p:ext>
            </p:extLst>
          </p:nvPr>
        </p:nvGraphicFramePr>
        <p:xfrm>
          <a:off x="6386946" y="154153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DD36C498-1634-DCED-A2AD-D033186496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7387573"/>
              </p:ext>
            </p:extLst>
          </p:nvPr>
        </p:nvGraphicFramePr>
        <p:xfrm>
          <a:off x="838200" y="409401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87103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437DC7-D22C-3829-0E20-FE5886B67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劣化有無比較</a:t>
            </a:r>
            <a:endParaRPr kumimoji="1" lang="ja-JP" altLang="en-US" dirty="0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6B73B2ED-4832-8EDF-96B6-FD5494E9EB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9385279"/>
              </p:ext>
            </p:extLst>
          </p:nvPr>
        </p:nvGraphicFramePr>
        <p:xfrm>
          <a:off x="6246628" y="2971800"/>
          <a:ext cx="4923815" cy="27932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D004030D-9FCF-0338-36D9-673CF5C9A9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3129829"/>
              </p:ext>
            </p:extLst>
          </p:nvPr>
        </p:nvGraphicFramePr>
        <p:xfrm>
          <a:off x="1373373" y="302180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87083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590CBF-A09E-2858-8812-4827AE070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6248900B-DCAE-77CE-A1F3-88AD6B83789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2995868"/>
              </p:ext>
            </p:extLst>
          </p:nvPr>
        </p:nvGraphicFramePr>
        <p:xfrm>
          <a:off x="933893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6C2D6937-3359-C9FC-9375-E2561A5EB6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1551146"/>
              </p:ext>
            </p:extLst>
          </p:nvPr>
        </p:nvGraphicFramePr>
        <p:xfrm>
          <a:off x="5505893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7725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E6520-B719-490B-2A35-2CCD514D6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E62AA3-844B-DEA3-88F2-A54DBE893A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13</a:t>
            </a:r>
            <a:r>
              <a:rPr kumimoji="1" lang="ja-JP" altLang="en-US" dirty="0"/>
              <a:t>日分の劣化あり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B4894D3-D0F1-5B56-87E6-00CF8C5BC3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36148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F82F9-3165-0BB3-B912-08551A2AC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BAAE92-947F-4940-AF1B-5E9C67ED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目的関数値</a:t>
            </a:r>
          </a:p>
        </p:txBody>
      </p:sp>
      <p:graphicFrame>
        <p:nvGraphicFramePr>
          <p:cNvPr id="5" name="オブジェクト 4">
            <a:extLst>
              <a:ext uri="{FF2B5EF4-FFF2-40B4-BE49-F238E27FC236}">
                <a16:creationId xmlns:a16="http://schemas.microsoft.com/office/drawing/2014/main" id="{CE7971C8-D045-E611-F690-BF113A1E42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400791"/>
              </p:ext>
            </p:extLst>
          </p:nvPr>
        </p:nvGraphicFramePr>
        <p:xfrm>
          <a:off x="1371601" y="2222500"/>
          <a:ext cx="6643688" cy="4170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838745" imgH="2409799" progId="Excel.Sheet.12">
                  <p:embed/>
                </p:oleObj>
              </mc:Choice>
              <mc:Fallback>
                <p:oleObj name="Worksheet" r:id="rId2" imgW="3838745" imgH="2409799" progId="Excel.Sheet.12">
                  <p:embed/>
                  <p:pic>
                    <p:nvPicPr>
                      <p:cNvPr id="5" name="オブジェクト 4">
                        <a:extLst>
                          <a:ext uri="{FF2B5EF4-FFF2-40B4-BE49-F238E27FC236}">
                            <a16:creationId xmlns:a16="http://schemas.microsoft.com/office/drawing/2014/main" id="{CE7971C8-D045-E611-F690-BF113A1E42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1601" y="2222500"/>
                        <a:ext cx="6643688" cy="4170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6089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697C3-BDB6-40C2-2A9A-8599044FF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619DAD-5F94-22A3-9B2D-499EF467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SOC</a:t>
            </a:r>
            <a:endParaRPr kumimoji="1" lang="ja-JP" altLang="en-US" dirty="0"/>
          </a:p>
        </p:txBody>
      </p:sp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AFA4E071-5942-6A3D-77D4-7FA10FA52A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5825786"/>
              </p:ext>
            </p:extLst>
          </p:nvPr>
        </p:nvGraphicFramePr>
        <p:xfrm>
          <a:off x="658585" y="130628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1285BAB1-B3D8-3CF7-8B66-D400AC525D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0841376"/>
              </p:ext>
            </p:extLst>
          </p:nvPr>
        </p:nvGraphicFramePr>
        <p:xfrm>
          <a:off x="6006192" y="130628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64F240EB-4043-5E78-3002-FB7AE488D7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0550808"/>
              </p:ext>
            </p:extLst>
          </p:nvPr>
        </p:nvGraphicFramePr>
        <p:xfrm>
          <a:off x="838200" y="418011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288E71A3-4E20-146B-5EB7-910A1628CD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4906139"/>
              </p:ext>
            </p:extLst>
          </p:nvPr>
        </p:nvGraphicFramePr>
        <p:xfrm>
          <a:off x="6006192" y="404948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099372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CBBEB314-2114-359A-2D8E-EBE8B5BE33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0786923"/>
              </p:ext>
            </p:extLst>
          </p:nvPr>
        </p:nvGraphicFramePr>
        <p:xfrm>
          <a:off x="593271" y="685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B842DD49-A3BD-063B-C470-E1973D65E6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3905731"/>
              </p:ext>
            </p:extLst>
          </p:nvPr>
        </p:nvGraphicFramePr>
        <p:xfrm>
          <a:off x="6096000" y="685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2EBBDFA1-CCBF-BCA2-4631-965AE6ED06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5085417"/>
              </p:ext>
            </p:extLst>
          </p:nvPr>
        </p:nvGraphicFramePr>
        <p:xfrm>
          <a:off x="756557" y="372291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C6BB0CDF-43C3-512D-E238-F34B787E4A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3897565"/>
              </p:ext>
            </p:extLst>
          </p:nvPr>
        </p:nvGraphicFramePr>
        <p:xfrm>
          <a:off x="6036128" y="372291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33976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4D4EB87F-B59D-3918-7C1C-D4D81A62F1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384857"/>
              </p:ext>
            </p:extLst>
          </p:nvPr>
        </p:nvGraphicFramePr>
        <p:xfrm>
          <a:off x="985157" y="685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9BFEC684-2D4A-5B87-4D59-7B413F1626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327739"/>
              </p:ext>
            </p:extLst>
          </p:nvPr>
        </p:nvGraphicFramePr>
        <p:xfrm>
          <a:off x="6096000" y="685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69AE14A1-10B7-72C3-C083-739683D4A9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9894819"/>
              </p:ext>
            </p:extLst>
          </p:nvPr>
        </p:nvGraphicFramePr>
        <p:xfrm>
          <a:off x="985157" y="390252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46841392-5581-8BB3-D576-B4F44FC72D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7111890"/>
              </p:ext>
            </p:extLst>
          </p:nvPr>
        </p:nvGraphicFramePr>
        <p:xfrm>
          <a:off x="6096000" y="37719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80351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5831A65B-472C-1D97-C289-C70AA8E3B0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8675389"/>
              </p:ext>
            </p:extLst>
          </p:nvPr>
        </p:nvGraphicFramePr>
        <p:xfrm>
          <a:off x="903515" y="6858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20712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4E099-C2ED-94A6-A5F1-6739ECCD2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5B2BCC-A5A7-C324-6569-9953DA4B2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355" y="-440531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スポット市場</a:t>
            </a:r>
          </a:p>
        </p:txBody>
      </p:sp>
      <p:graphicFrame>
        <p:nvGraphicFramePr>
          <p:cNvPr id="3" name="Chart 1">
            <a:extLst>
              <a:ext uri="{FF2B5EF4-FFF2-40B4-BE49-F238E27FC236}">
                <a16:creationId xmlns:a16="http://schemas.microsoft.com/office/drawing/2014/main" id="{1CC6F2EF-884E-ACD9-7A99-F74517FFE2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0361771"/>
              </p:ext>
            </p:extLst>
          </p:nvPr>
        </p:nvGraphicFramePr>
        <p:xfrm>
          <a:off x="696000" y="1385035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2">
            <a:extLst>
              <a:ext uri="{FF2B5EF4-FFF2-40B4-BE49-F238E27FC236}">
                <a16:creationId xmlns:a16="http://schemas.microsoft.com/office/drawing/2014/main" id="{6020EE10-50AC-A14F-6B16-26C8102620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3608032"/>
              </p:ext>
            </p:extLst>
          </p:nvPr>
        </p:nvGraphicFramePr>
        <p:xfrm>
          <a:off x="6096000" y="1360598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3">
            <a:extLst>
              <a:ext uri="{FF2B5EF4-FFF2-40B4-BE49-F238E27FC236}">
                <a16:creationId xmlns:a16="http://schemas.microsoft.com/office/drawing/2014/main" id="{4DC7A6DA-0A04-B1BF-992F-7F99327B89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7507155"/>
              </p:ext>
            </p:extLst>
          </p:nvPr>
        </p:nvGraphicFramePr>
        <p:xfrm>
          <a:off x="696000" y="4122965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4">
            <a:extLst>
              <a:ext uri="{FF2B5EF4-FFF2-40B4-BE49-F238E27FC236}">
                <a16:creationId xmlns:a16="http://schemas.microsoft.com/office/drawing/2014/main" id="{84BE064C-4387-5CC1-9C1C-0551FB251A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171370"/>
              </p:ext>
            </p:extLst>
          </p:nvPr>
        </p:nvGraphicFramePr>
        <p:xfrm>
          <a:off x="6096000" y="4109472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094861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5">
            <a:extLst>
              <a:ext uri="{FF2B5EF4-FFF2-40B4-BE49-F238E27FC236}">
                <a16:creationId xmlns:a16="http://schemas.microsoft.com/office/drawing/2014/main" id="{00000000-0008-0000-0700-000006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3858526"/>
              </p:ext>
            </p:extLst>
          </p:nvPr>
        </p:nvGraphicFramePr>
        <p:xfrm>
          <a:off x="554829" y="65025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6">
            <a:extLst>
              <a:ext uri="{FF2B5EF4-FFF2-40B4-BE49-F238E27FC236}">
                <a16:creationId xmlns:a16="http://schemas.microsoft.com/office/drawing/2014/main" id="{00000000-0008-0000-0700-000007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4066646"/>
              </p:ext>
            </p:extLst>
          </p:nvPr>
        </p:nvGraphicFramePr>
        <p:xfrm>
          <a:off x="5954829" y="65025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7">
            <a:extLst>
              <a:ext uri="{FF2B5EF4-FFF2-40B4-BE49-F238E27FC236}">
                <a16:creationId xmlns:a16="http://schemas.microsoft.com/office/drawing/2014/main" id="{00000000-0008-0000-0700-000008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615145"/>
              </p:ext>
            </p:extLst>
          </p:nvPr>
        </p:nvGraphicFramePr>
        <p:xfrm>
          <a:off x="554829" y="335025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8">
            <a:extLst>
              <a:ext uri="{FF2B5EF4-FFF2-40B4-BE49-F238E27FC236}">
                <a16:creationId xmlns:a16="http://schemas.microsoft.com/office/drawing/2014/main" id="{00000000-0008-0000-0700-000009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1782216"/>
              </p:ext>
            </p:extLst>
          </p:nvPr>
        </p:nvGraphicFramePr>
        <p:xfrm>
          <a:off x="5954829" y="335025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198906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9">
            <a:extLst>
              <a:ext uri="{FF2B5EF4-FFF2-40B4-BE49-F238E27FC236}">
                <a16:creationId xmlns:a16="http://schemas.microsoft.com/office/drawing/2014/main" id="{00000000-0008-0000-0700-00000A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8482979"/>
              </p:ext>
            </p:extLst>
          </p:nvPr>
        </p:nvGraphicFramePr>
        <p:xfrm>
          <a:off x="211928" y="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 10">
            <a:extLst>
              <a:ext uri="{FF2B5EF4-FFF2-40B4-BE49-F238E27FC236}">
                <a16:creationId xmlns:a16="http://schemas.microsoft.com/office/drawing/2014/main" id="{00000000-0008-0000-0700-00000B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9173826"/>
              </p:ext>
            </p:extLst>
          </p:nvPr>
        </p:nvGraphicFramePr>
        <p:xfrm>
          <a:off x="5611928" y="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Chart 11">
            <a:extLst>
              <a:ext uri="{FF2B5EF4-FFF2-40B4-BE49-F238E27FC236}">
                <a16:creationId xmlns:a16="http://schemas.microsoft.com/office/drawing/2014/main" id="{00000000-0008-0000-0700-00000C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9953257"/>
              </p:ext>
            </p:extLst>
          </p:nvPr>
        </p:nvGraphicFramePr>
        <p:xfrm>
          <a:off x="211928" y="270000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Chart 12">
            <a:extLst>
              <a:ext uri="{FF2B5EF4-FFF2-40B4-BE49-F238E27FC236}">
                <a16:creationId xmlns:a16="http://schemas.microsoft.com/office/drawing/2014/main" id="{00000000-0008-0000-0700-00000D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560254"/>
              </p:ext>
            </p:extLst>
          </p:nvPr>
        </p:nvGraphicFramePr>
        <p:xfrm>
          <a:off x="5611928" y="270000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992464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3">
            <a:extLst>
              <a:ext uri="{FF2B5EF4-FFF2-40B4-BE49-F238E27FC236}">
                <a16:creationId xmlns:a16="http://schemas.microsoft.com/office/drawing/2014/main" id="{00000000-0008-0000-0700-00000E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9645723"/>
              </p:ext>
            </p:extLst>
          </p:nvPr>
        </p:nvGraphicFramePr>
        <p:xfrm>
          <a:off x="696000" y="72900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67632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00EE47-29B2-05D7-A3CA-CD664855E224}"/>
              </a:ext>
            </a:extLst>
          </p:cNvPr>
          <p:cNvSpPr txBox="1"/>
          <p:nvPr/>
        </p:nvSpPr>
        <p:spPr>
          <a:xfrm>
            <a:off x="730704" y="66442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/>
              <a:t>1</a:t>
            </a:r>
            <a:r>
              <a:rPr kumimoji="1" lang="ja-JP" altLang="en-US"/>
              <a:t>次</a:t>
            </a:r>
            <a:r>
              <a:rPr kumimoji="1" lang="en-US" altLang="ja-JP"/>
              <a:t>2</a:t>
            </a:r>
            <a:r>
              <a:rPr kumimoji="1" lang="ja-JP" altLang="en-US"/>
              <a:t>次</a:t>
            </a:r>
            <a:endParaRPr lang="ja-JP" altLang="en-US"/>
          </a:p>
        </p:txBody>
      </p:sp>
      <p:graphicFrame>
        <p:nvGraphicFramePr>
          <p:cNvPr id="11" name="Chart 1">
            <a:extLst>
              <a:ext uri="{FF2B5EF4-FFF2-40B4-BE49-F238E27FC236}">
                <a16:creationId xmlns:a16="http://schemas.microsoft.com/office/drawing/2014/main" id="{00000000-0008-0000-08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8279997"/>
              </p:ext>
            </p:extLst>
          </p:nvPr>
        </p:nvGraphicFramePr>
        <p:xfrm>
          <a:off x="910318" y="1033752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2">
            <a:extLst>
              <a:ext uri="{FF2B5EF4-FFF2-40B4-BE49-F238E27FC236}">
                <a16:creationId xmlns:a16="http://schemas.microsoft.com/office/drawing/2014/main" id="{00000000-0008-0000-08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9821476"/>
              </p:ext>
            </p:extLst>
          </p:nvPr>
        </p:nvGraphicFramePr>
        <p:xfrm>
          <a:off x="6310318" y="1033752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3">
            <a:extLst>
              <a:ext uri="{FF2B5EF4-FFF2-40B4-BE49-F238E27FC236}">
                <a16:creationId xmlns:a16="http://schemas.microsoft.com/office/drawing/2014/main" id="{00000000-0008-0000-08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2679425"/>
              </p:ext>
            </p:extLst>
          </p:nvPr>
        </p:nvGraphicFramePr>
        <p:xfrm>
          <a:off x="910318" y="3733752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Chart 4">
            <a:extLst>
              <a:ext uri="{FF2B5EF4-FFF2-40B4-BE49-F238E27FC236}">
                <a16:creationId xmlns:a16="http://schemas.microsoft.com/office/drawing/2014/main" id="{00000000-0008-0000-08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0560379"/>
              </p:ext>
            </p:extLst>
          </p:nvPr>
        </p:nvGraphicFramePr>
        <p:xfrm>
          <a:off x="6310318" y="3733752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983057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5">
            <a:extLst>
              <a:ext uri="{FF2B5EF4-FFF2-40B4-BE49-F238E27FC236}">
                <a16:creationId xmlns:a16="http://schemas.microsoft.com/office/drawing/2014/main" id="{00000000-0008-0000-0800-000006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854605"/>
              </p:ext>
            </p:extLst>
          </p:nvPr>
        </p:nvGraphicFramePr>
        <p:xfrm>
          <a:off x="277242" y="13590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6">
            <a:extLst>
              <a:ext uri="{FF2B5EF4-FFF2-40B4-BE49-F238E27FC236}">
                <a16:creationId xmlns:a16="http://schemas.microsoft.com/office/drawing/2014/main" id="{00000000-0008-0000-0800-000007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0841510"/>
              </p:ext>
            </p:extLst>
          </p:nvPr>
        </p:nvGraphicFramePr>
        <p:xfrm>
          <a:off x="5677242" y="10290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7">
            <a:extLst>
              <a:ext uri="{FF2B5EF4-FFF2-40B4-BE49-F238E27FC236}">
                <a16:creationId xmlns:a16="http://schemas.microsoft.com/office/drawing/2014/main" id="{00000000-0008-0000-0800-000008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3029679"/>
              </p:ext>
            </p:extLst>
          </p:nvPr>
        </p:nvGraphicFramePr>
        <p:xfrm>
          <a:off x="277242" y="285240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8">
            <a:extLst>
              <a:ext uri="{FF2B5EF4-FFF2-40B4-BE49-F238E27FC236}">
                <a16:creationId xmlns:a16="http://schemas.microsoft.com/office/drawing/2014/main" id="{00000000-0008-0000-0800-000009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8229922"/>
              </p:ext>
            </p:extLst>
          </p:nvPr>
        </p:nvGraphicFramePr>
        <p:xfrm>
          <a:off x="5677242" y="2819400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6526720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9">
            <a:extLst>
              <a:ext uri="{FF2B5EF4-FFF2-40B4-BE49-F238E27FC236}">
                <a16:creationId xmlns:a16="http://schemas.microsoft.com/office/drawing/2014/main" id="{00000000-0008-0000-0800-00000A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4548762"/>
              </p:ext>
            </p:extLst>
          </p:nvPr>
        </p:nvGraphicFramePr>
        <p:xfrm>
          <a:off x="832415" y="560443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10">
            <a:extLst>
              <a:ext uri="{FF2B5EF4-FFF2-40B4-BE49-F238E27FC236}">
                <a16:creationId xmlns:a16="http://schemas.microsoft.com/office/drawing/2014/main" id="{00000000-0008-0000-0800-00000B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4537152"/>
              </p:ext>
            </p:extLst>
          </p:nvPr>
        </p:nvGraphicFramePr>
        <p:xfrm>
          <a:off x="6232415" y="543943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1">
            <a:extLst>
              <a:ext uri="{FF2B5EF4-FFF2-40B4-BE49-F238E27FC236}">
                <a16:creationId xmlns:a16="http://schemas.microsoft.com/office/drawing/2014/main" id="{00000000-0008-0000-0800-00000C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3804507"/>
              </p:ext>
            </p:extLst>
          </p:nvPr>
        </p:nvGraphicFramePr>
        <p:xfrm>
          <a:off x="832415" y="3276943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12">
            <a:extLst>
              <a:ext uri="{FF2B5EF4-FFF2-40B4-BE49-F238E27FC236}">
                <a16:creationId xmlns:a16="http://schemas.microsoft.com/office/drawing/2014/main" id="{00000000-0008-0000-0800-00000D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3535153"/>
              </p:ext>
            </p:extLst>
          </p:nvPr>
        </p:nvGraphicFramePr>
        <p:xfrm>
          <a:off x="6232415" y="3293443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6636239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3">
            <a:extLst>
              <a:ext uri="{FF2B5EF4-FFF2-40B4-BE49-F238E27FC236}">
                <a16:creationId xmlns:a16="http://schemas.microsoft.com/office/drawing/2014/main" id="{00000000-0008-0000-0800-00000E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3609829"/>
              </p:ext>
            </p:extLst>
          </p:nvPr>
        </p:nvGraphicFramePr>
        <p:xfrm>
          <a:off x="1044686" y="903342"/>
          <a:ext cx="5400000" cy="27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46628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AFE36E33-CCCF-45B0-0234-D552C3B818E6}"/>
              </a:ext>
            </a:extLst>
          </p:cNvPr>
          <p:cNvGraphicFramePr>
            <a:graphicFrameLocks/>
          </p:cNvGraphicFramePr>
          <p:nvPr/>
        </p:nvGraphicFramePr>
        <p:xfrm>
          <a:off x="3810000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343977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9E3C8-2770-9914-B869-15428363B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5487A-9AC4-4572-76FF-C4B3412C4B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13</a:t>
            </a:r>
            <a:r>
              <a:rPr kumimoji="1" lang="ja-JP" altLang="en-US" dirty="0"/>
              <a:t>日分の劣化なし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67932A0-0421-52E8-7675-F53C350E1D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738395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DA679-03CF-89C6-4B7F-60C6B3C95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FA5B7E-3EB4-8DB5-8D77-AD0045CCA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目的関数値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FE69B1E-054C-5D4B-AEED-A937863A9A41}"/>
              </a:ext>
            </a:extLst>
          </p:cNvPr>
          <p:cNvSpPr txBox="1"/>
          <p:nvPr/>
        </p:nvSpPr>
        <p:spPr>
          <a:xfrm>
            <a:off x="3049438" y="1448154"/>
            <a:ext cx="60988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date	case	</a:t>
            </a:r>
            <a:r>
              <a:rPr lang="en-US" altLang="ja-JP" dirty="0" err="1"/>
              <a:t>objective_value</a:t>
            </a:r>
            <a:endParaRPr lang="en-US" altLang="ja-JP" dirty="0"/>
          </a:p>
          <a:p>
            <a:r>
              <a:rPr lang="en-US" altLang="ja-JP" dirty="0"/>
              <a:t>2024-04-30	c01_k0Fk1Fk2F	-165695.8399</a:t>
            </a:r>
          </a:p>
          <a:p>
            <a:r>
              <a:rPr lang="en-US" altLang="ja-JP" dirty="0"/>
              <a:t>2024-05-03	c01_k0Fk1Fk2F	-110044.0197</a:t>
            </a:r>
          </a:p>
          <a:p>
            <a:r>
              <a:rPr lang="en-US" altLang="ja-JP" dirty="0"/>
              <a:t>2024-05-06	c01_k0Fk1Fk2F	-138367.804</a:t>
            </a:r>
          </a:p>
          <a:p>
            <a:r>
              <a:rPr lang="en-US" altLang="ja-JP" dirty="0"/>
              <a:t>2024-05-10	c01_k0Fk1Fk2F	-134851.6846</a:t>
            </a:r>
          </a:p>
          <a:p>
            <a:r>
              <a:rPr lang="en-US" altLang="ja-JP" dirty="0"/>
              <a:t>2024-06-05	c01_k0Fk1Fk2F	-133300.0949</a:t>
            </a:r>
          </a:p>
          <a:p>
            <a:r>
              <a:rPr lang="en-US" altLang="ja-JP" dirty="0"/>
              <a:t>2024-06-11	c01_k0Fk1Fk2F	-188909.086</a:t>
            </a:r>
          </a:p>
          <a:p>
            <a:r>
              <a:rPr lang="en-US" altLang="ja-JP" dirty="0"/>
              <a:t>2024-07-01	c01_k0Fk1Fk2F	-126580.2819</a:t>
            </a:r>
          </a:p>
          <a:p>
            <a:r>
              <a:rPr lang="en-US" altLang="ja-JP" dirty="0"/>
              <a:t>2024-08-06	c01_k0Fk1Fk2F	-101286.2124</a:t>
            </a:r>
          </a:p>
          <a:p>
            <a:r>
              <a:rPr lang="en-US" altLang="ja-JP" dirty="0"/>
              <a:t>2024-10-22	c01_k0Fk1Fk2F	-121136.1426</a:t>
            </a:r>
          </a:p>
          <a:p>
            <a:r>
              <a:rPr lang="en-US" altLang="ja-JP" dirty="0"/>
              <a:t>2024-12-04	c01_k0Fk1Fk2F	-123119.3921</a:t>
            </a:r>
          </a:p>
          <a:p>
            <a:r>
              <a:rPr lang="en-US" altLang="ja-JP" dirty="0"/>
              <a:t>2025-01-30	c01_k0Fk1Fk2F	-120331.1537</a:t>
            </a:r>
          </a:p>
          <a:p>
            <a:r>
              <a:rPr lang="en-US" altLang="ja-JP" dirty="0"/>
              <a:t>2025-02-11	c01_k0Fk1Fk2F	-70464.22718</a:t>
            </a:r>
          </a:p>
          <a:p>
            <a:r>
              <a:rPr lang="en-US" altLang="ja-JP" dirty="0"/>
              <a:t>2025-03-25	c01_k0Fk1Fk2F	-110243.3757</a:t>
            </a:r>
          </a:p>
        </p:txBody>
      </p:sp>
    </p:spTree>
    <p:extLst>
      <p:ext uri="{BB962C8B-B14F-4D97-AF65-F5344CB8AC3E}">
        <p14:creationId xmlns:p14="http://schemas.microsoft.com/office/powerpoint/2010/main" val="7107595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419CC-05CD-C7E5-BC33-968CB6C3B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EBE70-6779-2E0A-526C-EE4EDF88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SOC</a:t>
            </a:r>
            <a:endParaRPr kumimoji="1" lang="ja-JP" altLang="en-US" dirty="0"/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B49A0769-613F-982C-9535-6E2DB778C9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0732149"/>
              </p:ext>
            </p:extLst>
          </p:nvPr>
        </p:nvGraphicFramePr>
        <p:xfrm>
          <a:off x="348726" y="640721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525BD4CD-20F8-64C6-DAE9-171E05F730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7266655"/>
              </p:ext>
            </p:extLst>
          </p:nvPr>
        </p:nvGraphicFramePr>
        <p:xfrm>
          <a:off x="5208064" y="640721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207A43C3-B2D6-671B-6321-807174CDCB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7999946"/>
              </p:ext>
            </p:extLst>
          </p:nvPr>
        </p:nvGraphicFramePr>
        <p:xfrm>
          <a:off x="602726" y="3634117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8FC7DAD1-19E4-204E-4B33-078C49FFDD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3680427"/>
              </p:ext>
            </p:extLst>
          </p:nvPr>
        </p:nvGraphicFramePr>
        <p:xfrm>
          <a:off x="4954064" y="3634117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1077231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4E174B81-F8E3-D1A0-9334-B3434010FC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9024440"/>
              </p:ext>
            </p:extLst>
          </p:nvPr>
        </p:nvGraphicFramePr>
        <p:xfrm>
          <a:off x="1236662" y="588962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ABD0438F-EE31-FE7B-9BB3-E60238F39F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0219033"/>
              </p:ext>
            </p:extLst>
          </p:nvPr>
        </p:nvGraphicFramePr>
        <p:xfrm>
          <a:off x="6096000" y="627302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BF5B1B32-00D7-04D2-E81B-F7D34285FF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9039541"/>
              </p:ext>
            </p:extLst>
          </p:nvPr>
        </p:nvGraphicFramePr>
        <p:xfrm>
          <a:off x="1236662" y="3551237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DCE3C9A8-CDA9-65E1-D23F-ADF905EA86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8535212"/>
              </p:ext>
            </p:extLst>
          </p:nvPr>
        </p:nvGraphicFramePr>
        <p:xfrm>
          <a:off x="6350001" y="3551237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2751708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AA48750B-11BD-17A0-9893-F88601C8D9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3083238"/>
              </p:ext>
            </p:extLst>
          </p:nvPr>
        </p:nvGraphicFramePr>
        <p:xfrm>
          <a:off x="664609" y="588963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D8077894-BA53-6DD9-CD1B-63BD1948A4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0974025"/>
              </p:ext>
            </p:extLst>
          </p:nvPr>
        </p:nvGraphicFramePr>
        <p:xfrm>
          <a:off x="5269947" y="469106"/>
          <a:ext cx="4605338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ACA764AE-AFF7-C1AD-D8E4-1A97B45BC1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575030"/>
              </p:ext>
            </p:extLst>
          </p:nvPr>
        </p:nvGraphicFramePr>
        <p:xfrm>
          <a:off x="664609" y="3555999"/>
          <a:ext cx="4605337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400F5D96-2806-A019-2707-C91AA2DF5C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23840"/>
              </p:ext>
            </p:extLst>
          </p:nvPr>
        </p:nvGraphicFramePr>
        <p:xfrm>
          <a:off x="5242106" y="3551238"/>
          <a:ext cx="4605338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215643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CD46DD10-B70F-AA50-A11A-7A5B05B411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191254"/>
              </p:ext>
            </p:extLst>
          </p:nvPr>
        </p:nvGraphicFramePr>
        <p:xfrm>
          <a:off x="584305" y="517345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958405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56295-9241-A199-1450-A0F2E82E8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AC2EA1-EC42-1836-487C-86FB396CD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スポット市場</a:t>
            </a:r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FBBD361A-E957-EA2D-46A9-88D1ABDBCF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7868492"/>
              </p:ext>
            </p:extLst>
          </p:nvPr>
        </p:nvGraphicFramePr>
        <p:xfrm>
          <a:off x="365979" y="812800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B2846141-8357-A1EC-E863-B948A51442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6361185"/>
              </p:ext>
            </p:extLst>
          </p:nvPr>
        </p:nvGraphicFramePr>
        <p:xfrm>
          <a:off x="5225317" y="812800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C3DAB6C5-FE59-0782-9C58-6BCA02E948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7952741"/>
              </p:ext>
            </p:extLst>
          </p:nvPr>
        </p:nvGraphicFramePr>
        <p:xfrm>
          <a:off x="365979" y="3775075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E9E1295F-86E5-067A-76EA-55A395665B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2268518"/>
              </p:ext>
            </p:extLst>
          </p:nvPr>
        </p:nvGraphicFramePr>
        <p:xfrm>
          <a:off x="4834462" y="3775075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8239642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9C60B77E-921E-40D9-725C-DE22FF80FF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8564842"/>
              </p:ext>
            </p:extLst>
          </p:nvPr>
        </p:nvGraphicFramePr>
        <p:xfrm>
          <a:off x="636064" y="610049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C1587EB-5D63-95C8-DCB2-ACBB451CA5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8767187"/>
              </p:ext>
            </p:extLst>
          </p:nvPr>
        </p:nvGraphicFramePr>
        <p:xfrm>
          <a:off x="5241401" y="612416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FCB81EFD-2AFD-5359-ABE7-E5C624E867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0554673"/>
              </p:ext>
            </p:extLst>
          </p:nvPr>
        </p:nvGraphicFramePr>
        <p:xfrm>
          <a:off x="636063" y="3429000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C04F4B90-9F45-6D80-F8A8-A3D58FE0B8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6024946"/>
              </p:ext>
            </p:extLst>
          </p:nvPr>
        </p:nvGraphicFramePr>
        <p:xfrm>
          <a:off x="5241402" y="3527784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4248939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53915D17-F64F-391B-F5ED-6B11F049A1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6463990"/>
              </p:ext>
            </p:extLst>
          </p:nvPr>
        </p:nvGraphicFramePr>
        <p:xfrm>
          <a:off x="423069" y="838199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B834FEC-08DA-B1FC-CE16-8237A1396A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6937471"/>
              </p:ext>
            </p:extLst>
          </p:nvPr>
        </p:nvGraphicFramePr>
        <p:xfrm>
          <a:off x="5028407" y="595223"/>
          <a:ext cx="4605338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79D6095F-2F7F-34C7-4A52-19BDD01D39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5333834"/>
              </p:ext>
            </p:extLst>
          </p:nvPr>
        </p:nvGraphicFramePr>
        <p:xfrm>
          <a:off x="423069" y="3555999"/>
          <a:ext cx="4605337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DBBC4CBC-6473-5FCA-3462-B416C518C8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2864924"/>
              </p:ext>
            </p:extLst>
          </p:nvPr>
        </p:nvGraphicFramePr>
        <p:xfrm>
          <a:off x="5028406" y="3487018"/>
          <a:ext cx="4605338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378094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BB733F4A-41FD-F7F3-CE97-AA638A15DF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6312191"/>
              </p:ext>
            </p:extLst>
          </p:nvPr>
        </p:nvGraphicFramePr>
        <p:xfrm>
          <a:off x="1490662" y="1121194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266051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A0508-5A92-9D36-C078-91B7826E0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BE3479-D6A0-BE76-A492-E9B48C77D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1</a:t>
            </a:r>
            <a:r>
              <a:rPr kumimoji="1" lang="ja-JP" altLang="en-US" dirty="0"/>
              <a:t>次</a:t>
            </a:r>
            <a:r>
              <a:rPr kumimoji="1" lang="en-US" altLang="ja-JP" dirty="0"/>
              <a:t>2</a:t>
            </a:r>
            <a:r>
              <a:rPr kumimoji="1" lang="ja-JP" altLang="en-US" dirty="0"/>
              <a:t>次</a:t>
            </a:r>
          </a:p>
        </p:txBody>
      </p: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FA9E177C-AD3D-904A-175C-5EDC4BC785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3968622"/>
              </p:ext>
            </p:extLst>
          </p:nvPr>
        </p:nvGraphicFramePr>
        <p:xfrm>
          <a:off x="2143124" y="812798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785408D1-C3B0-8723-5011-E01536375A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3079843"/>
              </p:ext>
            </p:extLst>
          </p:nvPr>
        </p:nvGraphicFramePr>
        <p:xfrm>
          <a:off x="6748462" y="800101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24C1789A-9023-1BAA-2DF8-8D2A8FE77B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9249740"/>
              </p:ext>
            </p:extLst>
          </p:nvPr>
        </p:nvGraphicFramePr>
        <p:xfrm>
          <a:off x="2163836" y="3775075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52F926D8-DEE4-9630-0952-1EF639A07D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9583000"/>
              </p:ext>
            </p:extLst>
          </p:nvPr>
        </p:nvGraphicFramePr>
        <p:xfrm>
          <a:off x="6748462" y="3754435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2513868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49033C7E-D11F-E6BC-56EA-B457A01DA6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6438547"/>
              </p:ext>
            </p:extLst>
          </p:nvPr>
        </p:nvGraphicFramePr>
        <p:xfrm>
          <a:off x="1137564" y="588962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9DCAEBF1-D649-616A-DE44-7B224C225E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8295773"/>
              </p:ext>
            </p:extLst>
          </p:nvPr>
        </p:nvGraphicFramePr>
        <p:xfrm>
          <a:off x="5742901" y="588962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A66AD921-C5A5-8BA0-DD83-A2A1F8D7EA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3505651"/>
              </p:ext>
            </p:extLst>
          </p:nvPr>
        </p:nvGraphicFramePr>
        <p:xfrm>
          <a:off x="1137564" y="3551237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C5D7A79A-B54D-F3F5-5C46-26562F5D2F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420045"/>
              </p:ext>
            </p:extLst>
          </p:nvPr>
        </p:nvGraphicFramePr>
        <p:xfrm>
          <a:off x="5742902" y="3551237"/>
          <a:ext cx="4605337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7503373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00F4F8FA-114A-0776-21D3-94C6A508C3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1191475"/>
              </p:ext>
            </p:extLst>
          </p:nvPr>
        </p:nvGraphicFramePr>
        <p:xfrm>
          <a:off x="405816" y="713567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DB6A922D-F35D-2EC9-8AE5-DF0F1696CE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7479294"/>
              </p:ext>
            </p:extLst>
          </p:nvPr>
        </p:nvGraphicFramePr>
        <p:xfrm>
          <a:off x="5472817" y="588963"/>
          <a:ext cx="4605338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FA1D15F7-BF14-D19D-44FC-77227D4994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2121157"/>
              </p:ext>
            </p:extLst>
          </p:nvPr>
        </p:nvGraphicFramePr>
        <p:xfrm>
          <a:off x="405817" y="3555999"/>
          <a:ext cx="4605337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グラフ 6">
            <a:extLst>
              <a:ext uri="{FF2B5EF4-FFF2-40B4-BE49-F238E27FC236}">
                <a16:creationId xmlns:a16="http://schemas.microsoft.com/office/drawing/2014/main" id="{C1EE27F4-9DE3-47FB-A6AC-4196DA6162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6094690"/>
              </p:ext>
            </p:extLst>
          </p:nvPr>
        </p:nvGraphicFramePr>
        <p:xfrm>
          <a:off x="5472817" y="3555999"/>
          <a:ext cx="4605338" cy="2713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469091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DC57617A-A72A-087B-3458-4BBAD1A13D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6326467"/>
              </p:ext>
            </p:extLst>
          </p:nvPr>
        </p:nvGraphicFramePr>
        <p:xfrm>
          <a:off x="963866" y="711200"/>
          <a:ext cx="4605338" cy="271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99635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19AD96-D278-105F-3F13-AC2595AD6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36D62C-DDBA-FDE6-17B3-AC907C8CE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9473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11730</TotalTime>
  <Words>1711</Words>
  <Application>Microsoft Office PowerPoint</Application>
  <PresentationFormat>ワイド画面</PresentationFormat>
  <Paragraphs>158</Paragraphs>
  <Slides>46</Slides>
  <Notes>2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46</vt:i4>
      </vt:variant>
    </vt:vector>
  </HeadingPairs>
  <TitlesOfParts>
    <vt:vector size="51" baseType="lpstr">
      <vt:lpstr>游ゴシック</vt:lpstr>
      <vt:lpstr>游ゴシック Light</vt:lpstr>
      <vt:lpstr>Arial</vt:lpstr>
      <vt:lpstr>Office テーマ</vt:lpstr>
      <vt:lpstr>Worksheet</vt:lpstr>
      <vt:lpstr>5月と6月の劣化あり</vt:lpstr>
      <vt:lpstr>目的関数値</vt:lpstr>
      <vt:lpstr>SOC</vt:lpstr>
      <vt:lpstr>スポット市場</vt:lpstr>
      <vt:lpstr>スポット市場</vt:lpstr>
      <vt:lpstr>1次2次</vt:lpstr>
      <vt:lpstr>PowerPoint プレゼンテーション</vt:lpstr>
      <vt:lpstr>5月と6月の劣化なし</vt:lpstr>
      <vt:lpstr>目的関数値</vt:lpstr>
      <vt:lpstr>SOC</vt:lpstr>
      <vt:lpstr>スポット市場</vt:lpstr>
      <vt:lpstr>スポット市場</vt:lpstr>
      <vt:lpstr>1次2次</vt:lpstr>
      <vt:lpstr>PowerPoint プレゼンテーション</vt:lpstr>
      <vt:lpstr>劣化有無比較</vt:lpstr>
      <vt:lpstr>PowerPoint プレゼンテーション</vt:lpstr>
      <vt:lpstr>13日分の劣化あり</vt:lpstr>
      <vt:lpstr>目的関数値</vt:lpstr>
      <vt:lpstr>SOC</vt:lpstr>
      <vt:lpstr>PowerPoint プレゼンテーション</vt:lpstr>
      <vt:lpstr>PowerPoint プレゼンテーション</vt:lpstr>
      <vt:lpstr>PowerPoint プレゼンテーション</vt:lpstr>
      <vt:lpstr>スポット市場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13日分の劣化なし</vt:lpstr>
      <vt:lpstr>目的関数値</vt:lpstr>
      <vt:lpstr>SOC</vt:lpstr>
      <vt:lpstr>PowerPoint プレゼンテーション</vt:lpstr>
      <vt:lpstr>PowerPoint プレゼンテーション</vt:lpstr>
      <vt:lpstr>PowerPoint プレゼンテーション</vt:lpstr>
      <vt:lpstr>スポット市場</vt:lpstr>
      <vt:lpstr>PowerPoint プレゼンテーション</vt:lpstr>
      <vt:lpstr>PowerPoint プレゼンテーション</vt:lpstr>
      <vt:lpstr>PowerPoint プレゼンテーション</vt:lpstr>
      <vt:lpstr>1次2次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kitn.lzh →</dc:creator>
  <cp:lastModifiedBy>kitn.lzh →</cp:lastModifiedBy>
  <cp:revision>3</cp:revision>
  <dcterms:created xsi:type="dcterms:W3CDTF">2026-03-02T12:33:01Z</dcterms:created>
  <dcterms:modified xsi:type="dcterms:W3CDTF">2026-03-11T05:33:18Z</dcterms:modified>
</cp:coreProperties>
</file>