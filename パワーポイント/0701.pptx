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4660"/>
  </p:normalViewPr>
  <p:slideViewPr>
    <p:cSldViewPr snapToGrid="0">
      <p:cViewPr varScale="1">
        <p:scale>
          <a:sx n="54" d="100"/>
          <a:sy n="54" d="100"/>
        </p:scale>
        <p:origin x="45" y="68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7/1/2025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7/1/2025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7/1/2025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7/1/2025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7/1/2025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7/1/2025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7/1/2025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7/1/2025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7/1/2025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7/1/2025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7/1/2025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7/1/2025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kumimoji="1"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kumimoji="1"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kumimoji="1"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kumimoji="1"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kumimoji="1"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kumimoji="1"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kumimoji="1"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kumimoji="1"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kumimoji="1"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kumimoji="1"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C650DC8-FE12-6643-EF5F-CEE2E16052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AD0DF67-9001-D91C-29C7-77942B88B6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ja-JP" dirty="0"/>
              <a:t>0701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38711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C893B0-9254-6DC2-EA91-77E984863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6</a:t>
            </a:r>
            <a:r>
              <a:rPr kumimoji="1" lang="ja-JP" altLang="en-US" dirty="0"/>
              <a:t>月のデータ</a:t>
            </a:r>
            <a:br>
              <a:rPr kumimoji="1" lang="en-US" altLang="ja-JP" dirty="0"/>
            </a:br>
            <a:r>
              <a:rPr lang="ja-JP" altLang="en-US" dirty="0"/>
              <a:t>劣化あり　 </a:t>
            </a:r>
            <a:r>
              <a:rPr lang="en-US" altLang="ja-JP" dirty="0"/>
              <a:t>-243840.108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5C932775-44BC-2135-26BF-2635562518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73363" y="2116187"/>
            <a:ext cx="7796212" cy="3870227"/>
          </a:xfrm>
        </p:spPr>
      </p:pic>
    </p:spTree>
    <p:extLst>
      <p:ext uri="{BB962C8B-B14F-4D97-AF65-F5344CB8AC3E}">
        <p14:creationId xmlns:p14="http://schemas.microsoft.com/office/powerpoint/2010/main" val="1413269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EF59F1-332D-13D2-2966-F5A4448A8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AE0DA077-BB60-FB59-BF9D-3B83111647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17781" y="2052638"/>
            <a:ext cx="6707375" cy="3997325"/>
          </a:xfrm>
        </p:spPr>
      </p:pic>
    </p:spTree>
    <p:extLst>
      <p:ext uri="{BB962C8B-B14F-4D97-AF65-F5344CB8AC3E}">
        <p14:creationId xmlns:p14="http://schemas.microsoft.com/office/powerpoint/2010/main" val="1014725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CB2C356-4946-D578-2A11-6D1CD61D4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C1D831E4-ED24-FE11-BD1C-D190E1F26D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73363" y="2117814"/>
            <a:ext cx="7796212" cy="3866973"/>
          </a:xfrm>
        </p:spPr>
      </p:pic>
    </p:spTree>
    <p:extLst>
      <p:ext uri="{BB962C8B-B14F-4D97-AF65-F5344CB8AC3E}">
        <p14:creationId xmlns:p14="http://schemas.microsoft.com/office/powerpoint/2010/main" val="774223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20257B-5785-647D-85AA-731A95DEC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6</a:t>
            </a:r>
            <a:r>
              <a:rPr lang="ja-JP" altLang="en-US" dirty="0"/>
              <a:t>月のデータ</a:t>
            </a:r>
            <a:br>
              <a:rPr lang="en-US" altLang="ja-JP" dirty="0"/>
            </a:br>
            <a:r>
              <a:rPr lang="ja-JP" altLang="en-US" dirty="0"/>
              <a:t>劣化なし　</a:t>
            </a:r>
            <a:r>
              <a:rPr lang="en-US" altLang="ja-JP" dirty="0"/>
              <a:t>-243866.271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C2397FB1-9AAC-5D70-F60B-86938A42CE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73363" y="2116187"/>
            <a:ext cx="7796212" cy="3870227"/>
          </a:xfrm>
        </p:spPr>
      </p:pic>
    </p:spTree>
    <p:extLst>
      <p:ext uri="{BB962C8B-B14F-4D97-AF65-F5344CB8AC3E}">
        <p14:creationId xmlns:p14="http://schemas.microsoft.com/office/powerpoint/2010/main" val="3740188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D5184E-E220-30B6-C8A7-557A629DE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D8DD0D6C-1F76-0620-B159-5753E82BAC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17781" y="2052638"/>
            <a:ext cx="6707375" cy="3997325"/>
          </a:xfrm>
        </p:spPr>
      </p:pic>
    </p:spTree>
    <p:extLst>
      <p:ext uri="{BB962C8B-B14F-4D97-AF65-F5344CB8AC3E}">
        <p14:creationId xmlns:p14="http://schemas.microsoft.com/office/powerpoint/2010/main" val="247401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C04A119-2AE1-8D04-1C5D-F6391BDC3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324225E9-0987-49D0-233A-29A7491A5F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73363" y="2117814"/>
            <a:ext cx="7796212" cy="3866973"/>
          </a:xfrm>
        </p:spPr>
      </p:pic>
    </p:spTree>
    <p:extLst>
      <p:ext uri="{BB962C8B-B14F-4D97-AF65-F5344CB8AC3E}">
        <p14:creationId xmlns:p14="http://schemas.microsoft.com/office/powerpoint/2010/main" val="25350761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7CE740B-B002-8E32-710A-1D933AC4D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D = 100 * </a:t>
            </a:r>
            <a:r>
              <a:rPr lang="en-US" altLang="ja-JP" dirty="0" err="1"/>
              <a:t>B_const</a:t>
            </a:r>
            <a:r>
              <a:rPr lang="en-US" altLang="ja-JP" dirty="0"/>
              <a:t> / 0.2</a:t>
            </a:r>
            <a:br>
              <a:rPr lang="en-US" altLang="ja-JP" dirty="0"/>
            </a:br>
            <a:r>
              <a:rPr lang="en-US" altLang="ja-JP" dirty="0"/>
              <a:t>-243604.635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4E8FAAB-0E48-7195-6423-44650F7731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9249540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マディソン">
  <a:themeElements>
    <a:clrScheme name="Madison">
      <a:dk1>
        <a:sysClr val="windowText" lastClr="000000"/>
      </a:dk1>
      <a:lt1>
        <a:sysClr val="window" lastClr="FFFFFF"/>
      </a:lt1>
      <a:dk2>
        <a:srgbClr val="2D251F"/>
      </a:dk2>
      <a:lt2>
        <a:srgbClr val="FAE9C5"/>
      </a:lt2>
      <a:accent1>
        <a:srgbClr val="ED3846"/>
      </a:accent1>
      <a:accent2>
        <a:srgbClr val="F87184"/>
      </a:accent2>
      <a:accent3>
        <a:srgbClr val="EC9DA9"/>
      </a:accent3>
      <a:accent4>
        <a:srgbClr val="ECC190"/>
      </a:accent4>
      <a:accent5>
        <a:srgbClr val="FFB268"/>
      </a:accent5>
      <a:accent6>
        <a:srgbClr val="F98657"/>
      </a:accent6>
      <a:hlink>
        <a:srgbClr val="B97669"/>
      </a:hlink>
      <a:folHlink>
        <a:srgbClr val="9E94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BCCF8060-3FCB-4641-B728-8A589529B13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TM16401375[[fn=マディソン]]</Template>
  <TotalTime>4359</TotalTime>
  <Words>31</Words>
  <Application>Microsoft Office PowerPoint</Application>
  <PresentationFormat>ワイド画面</PresentationFormat>
  <Paragraphs>4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3" baseType="lpstr">
      <vt:lpstr>Arial</vt:lpstr>
      <vt:lpstr>MS Shell Dlg 2</vt:lpstr>
      <vt:lpstr>Wingdings</vt:lpstr>
      <vt:lpstr>Wingdings 3</vt:lpstr>
      <vt:lpstr>マディソン</vt:lpstr>
      <vt:lpstr>PowerPoint プレゼンテーション</vt:lpstr>
      <vt:lpstr>6月のデータ 劣化あり　 -243840.108</vt:lpstr>
      <vt:lpstr>PowerPoint プレゼンテーション</vt:lpstr>
      <vt:lpstr>PowerPoint プレゼンテーション</vt:lpstr>
      <vt:lpstr>6月のデータ 劣化なし　-243866.271</vt:lpstr>
      <vt:lpstr>PowerPoint プレゼンテーション</vt:lpstr>
      <vt:lpstr>PowerPoint プレゼンテーション</vt:lpstr>
      <vt:lpstr>D = 100 * B_const / 0.2 -243604.635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kitn.lzh →</dc:creator>
  <cp:lastModifiedBy>kitn.lzh →</cp:lastModifiedBy>
  <cp:revision>1</cp:revision>
  <dcterms:created xsi:type="dcterms:W3CDTF">2025-07-01T05:39:36Z</dcterms:created>
  <dcterms:modified xsi:type="dcterms:W3CDTF">2025-07-04T06:21:14Z</dcterms:modified>
</cp:coreProperties>
</file>