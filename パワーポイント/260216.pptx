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3" r:id="rId7"/>
    <p:sldId id="264" r:id="rId8"/>
    <p:sldId id="261" r:id="rId9"/>
    <p:sldId id="265" r:id="rId10"/>
    <p:sldId id="266" r:id="rId11"/>
    <p:sldId id="260" r:id="rId12"/>
    <p:sldId id="267" r:id="rId13"/>
    <p:sldId id="268" r:id="rId14"/>
    <p:sldId id="269" r:id="rId15"/>
    <p:sldId id="270" r:id="rId16"/>
    <p:sldId id="273" r:id="rId17"/>
    <p:sldId id="271" r:id="rId18"/>
    <p:sldId id="272" r:id="rId19"/>
    <p:sldId id="274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C2FFE07E-B172-4D0C-844E-AB65A907BC8F}">
          <p14:sldIdLst>
            <p14:sldId id="256"/>
            <p14:sldId id="257"/>
            <p14:sldId id="259"/>
            <p14:sldId id="258"/>
            <p14:sldId id="262"/>
            <p14:sldId id="263"/>
            <p14:sldId id="264"/>
            <p14:sldId id="261"/>
            <p14:sldId id="265"/>
            <p14:sldId id="266"/>
            <p14:sldId id="260"/>
            <p14:sldId id="267"/>
            <p14:sldId id="268"/>
            <p14:sldId id="269"/>
            <p14:sldId id="270"/>
            <p14:sldId id="273"/>
            <p14:sldId id="271"/>
            <p14:sldId id="272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46" d="100"/>
          <a:sy n="46" d="100"/>
        </p:scale>
        <p:origin x="60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C53E141C-B797-4BD5-B97C-FF93ADA80928}"/>
    <pc:docChg chg="undo custSel modSld">
      <pc:chgData name="kitn.lzh →" userId="aae51206e0f3c209" providerId="LiveId" clId="{C53E141C-B797-4BD5-B97C-FF93ADA80928}" dt="2026-02-20T03:13:48.497" v="168" actId="207"/>
      <pc:docMkLst>
        <pc:docMk/>
      </pc:docMkLst>
      <pc:sldChg chg="modSp mod">
        <pc:chgData name="kitn.lzh →" userId="aae51206e0f3c209" providerId="LiveId" clId="{C53E141C-B797-4BD5-B97C-FF93ADA80928}" dt="2026-02-18T03:16:05.108" v="158" actId="20577"/>
        <pc:sldMkLst>
          <pc:docMk/>
          <pc:sldMk cId="3468462708" sldId="256"/>
        </pc:sldMkLst>
        <pc:spChg chg="mod">
          <ac:chgData name="kitn.lzh →" userId="aae51206e0f3c209" providerId="LiveId" clId="{C53E141C-B797-4BD5-B97C-FF93ADA80928}" dt="2026-02-18T03:16:05.108" v="158" actId="20577"/>
          <ac:spMkLst>
            <pc:docMk/>
            <pc:sldMk cId="3468462708" sldId="256"/>
            <ac:spMk id="3" creationId="{A628B612-B3D6-F8DB-34A7-C34839C8AEAE}"/>
          </ac:spMkLst>
        </pc:spChg>
      </pc:sldChg>
      <pc:sldChg chg="modSp mod">
        <pc:chgData name="kitn.lzh →" userId="aae51206e0f3c209" providerId="LiveId" clId="{C53E141C-B797-4BD5-B97C-FF93ADA80928}" dt="2026-02-20T03:13:48.497" v="168" actId="207"/>
        <pc:sldMkLst>
          <pc:docMk/>
          <pc:sldMk cId="596454376" sldId="257"/>
        </pc:sldMkLst>
        <pc:graphicFrameChg chg="modGraphic">
          <ac:chgData name="kitn.lzh →" userId="aae51206e0f3c209" providerId="LiveId" clId="{C53E141C-B797-4BD5-B97C-FF93ADA80928}" dt="2026-02-20T03:13:27.073" v="166" actId="207"/>
          <ac:graphicFrameMkLst>
            <pc:docMk/>
            <pc:sldMk cId="596454376" sldId="257"/>
            <ac:graphicFrameMk id="4" creationId="{2AECE758-71A3-E0A6-DE55-678DAC18BD10}"/>
          </ac:graphicFrameMkLst>
        </pc:graphicFrameChg>
        <pc:graphicFrameChg chg="modGraphic">
          <ac:chgData name="kitn.lzh →" userId="aae51206e0f3c209" providerId="LiveId" clId="{C53E141C-B797-4BD5-B97C-FF93ADA80928}" dt="2026-02-20T03:13:48.497" v="168" actId="207"/>
          <ac:graphicFrameMkLst>
            <pc:docMk/>
            <pc:sldMk cId="596454376" sldId="257"/>
            <ac:graphicFrameMk id="5" creationId="{B7CBBA39-DF3D-3CB0-2117-858FE91B0B0D}"/>
          </ac:graphicFrameMkLst>
        </pc:graphicFrameChg>
      </pc:sldChg>
    </pc:docChg>
  </pc:docChgLst>
  <pc:docChgLst>
    <pc:chgData name="kitn.lzh →" userId="aae51206e0f3c209" providerId="LiveId" clId="{2B599A23-E6BC-4D57-BA0D-73F904748290}"/>
    <pc:docChg chg="undo custSel addSld modSld sldOrd addSection delSection modSection">
      <pc:chgData name="kitn.lzh →" userId="aae51206e0f3c209" providerId="LiveId" clId="{2B599A23-E6BC-4D57-BA0D-73F904748290}" dt="2026-02-15T20:14:53.697" v="813" actId="12"/>
      <pc:docMkLst>
        <pc:docMk/>
      </pc:docMkLst>
      <pc:sldChg chg="addSp delSp modSp mod">
        <pc:chgData name="kitn.lzh →" userId="aae51206e0f3c209" providerId="LiveId" clId="{2B599A23-E6BC-4D57-BA0D-73F904748290}" dt="2026-02-15T18:02:10.651" v="17" actId="20577"/>
        <pc:sldMkLst>
          <pc:docMk/>
          <pc:sldMk cId="3876163338" sldId="258"/>
        </pc:sldMkLst>
        <pc:spChg chg="mod">
          <ac:chgData name="kitn.lzh →" userId="aae51206e0f3c209" providerId="LiveId" clId="{2B599A23-E6BC-4D57-BA0D-73F904748290}" dt="2026-02-15T18:02:10.651" v="17" actId="20577"/>
          <ac:spMkLst>
            <pc:docMk/>
            <pc:sldMk cId="3876163338" sldId="258"/>
            <ac:spMk id="2" creationId="{ECDB30BB-E9E3-103A-0245-43C589C09DE6}"/>
          </ac:spMkLst>
        </pc:spChg>
        <pc:graphicFrameChg chg="add mod">
          <ac:chgData name="kitn.lzh →" userId="aae51206e0f3c209" providerId="LiveId" clId="{2B599A23-E6BC-4D57-BA0D-73F904748290}" dt="2026-02-15T18:01:55.214" v="1"/>
          <ac:graphicFrameMkLst>
            <pc:docMk/>
            <pc:sldMk cId="3876163338" sldId="258"/>
            <ac:graphicFrameMk id="4" creationId="{71122CAF-D4FA-0C2A-3892-9595A4E8C324}"/>
          </ac:graphicFrameMkLst>
        </pc:graphicFrameChg>
      </pc:sldChg>
      <pc:sldChg chg="addSp delSp modSp new mod ord">
        <pc:chgData name="kitn.lzh →" userId="aae51206e0f3c209" providerId="LiveId" clId="{2B599A23-E6BC-4D57-BA0D-73F904748290}" dt="2026-02-15T18:06:18.948" v="34"/>
        <pc:sldMkLst>
          <pc:docMk/>
          <pc:sldMk cId="3000635382" sldId="259"/>
        </pc:sldMkLst>
        <pc:spChg chg="mod">
          <ac:chgData name="kitn.lzh →" userId="aae51206e0f3c209" providerId="LiveId" clId="{2B599A23-E6BC-4D57-BA0D-73F904748290}" dt="2026-02-15T18:02:16.833" v="30" actId="20577"/>
          <ac:spMkLst>
            <pc:docMk/>
            <pc:sldMk cId="3000635382" sldId="259"/>
            <ac:spMk id="2" creationId="{81D72E37-77BF-5076-7453-E39521AF6565}"/>
          </ac:spMkLst>
        </pc:spChg>
        <pc:graphicFrameChg chg="add mod">
          <ac:chgData name="kitn.lzh →" userId="aae51206e0f3c209" providerId="LiveId" clId="{2B599A23-E6BC-4D57-BA0D-73F904748290}" dt="2026-02-15T18:06:18.948" v="34"/>
          <ac:graphicFrameMkLst>
            <pc:docMk/>
            <pc:sldMk cId="3000635382" sldId="259"/>
            <ac:graphicFrameMk id="4" creationId="{B964025F-07EB-0C34-3246-AB02F1010A6E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2-15T19:12:32.131" v="96" actId="27918"/>
        <pc:sldMkLst>
          <pc:docMk/>
          <pc:sldMk cId="2840402270" sldId="260"/>
        </pc:sldMkLst>
        <pc:spChg chg="mod">
          <ac:chgData name="kitn.lzh →" userId="aae51206e0f3c209" providerId="LiveId" clId="{2B599A23-E6BC-4D57-BA0D-73F904748290}" dt="2026-02-15T19:03:58.163" v="58" actId="20577"/>
          <ac:spMkLst>
            <pc:docMk/>
            <pc:sldMk cId="2840402270" sldId="260"/>
            <ac:spMk id="2" creationId="{D4773A75-4F3B-6335-40C4-FAD5F1B3D53D}"/>
          </ac:spMkLst>
        </pc:spChg>
        <pc:graphicFrameChg chg="add mod">
          <ac:chgData name="kitn.lzh →" userId="aae51206e0f3c209" providerId="LiveId" clId="{2B599A23-E6BC-4D57-BA0D-73F904748290}" dt="2026-02-15T19:05:14.001" v="73" actId="1076"/>
          <ac:graphicFrameMkLst>
            <pc:docMk/>
            <pc:sldMk cId="2840402270" sldId="260"/>
            <ac:graphicFrameMk id="9" creationId="{759A4A38-AB56-B43A-77A8-1FCD8E6922C3}"/>
          </ac:graphicFrameMkLst>
        </pc:graphicFrameChg>
        <pc:graphicFrameChg chg="add mod">
          <ac:chgData name="kitn.lzh →" userId="aae51206e0f3c209" providerId="LiveId" clId="{2B599A23-E6BC-4D57-BA0D-73F904748290}" dt="2026-02-15T19:05:33.628" v="77" actId="1076"/>
          <ac:graphicFrameMkLst>
            <pc:docMk/>
            <pc:sldMk cId="2840402270" sldId="260"/>
            <ac:graphicFrameMk id="10" creationId="{C2CBB41E-2339-7F07-B4BC-518376886562}"/>
          </ac:graphicFrameMkLst>
        </pc:graphicFrameChg>
      </pc:sldChg>
      <pc:sldChg chg="addSp delSp modSp new mod ord">
        <pc:chgData name="kitn.lzh →" userId="aae51206e0f3c209" providerId="LiveId" clId="{2B599A23-E6BC-4D57-BA0D-73F904748290}" dt="2026-02-15T19:10:33.729" v="94" actId="27918"/>
        <pc:sldMkLst>
          <pc:docMk/>
          <pc:sldMk cId="3128662733" sldId="261"/>
        </pc:sldMkLst>
        <pc:spChg chg="mod">
          <ac:chgData name="kitn.lzh →" userId="aae51206e0f3c209" providerId="LiveId" clId="{2B599A23-E6BC-4D57-BA0D-73F904748290}" dt="2026-02-15T19:06:13.217" v="81" actId="20577"/>
          <ac:spMkLst>
            <pc:docMk/>
            <pc:sldMk cId="3128662733" sldId="261"/>
            <ac:spMk id="2" creationId="{ED5CA899-E5C0-DCBB-A267-AC9A5DBE83EE}"/>
          </ac:spMkLst>
        </pc:spChg>
        <pc:graphicFrameChg chg="add mod">
          <ac:chgData name="kitn.lzh →" userId="aae51206e0f3c209" providerId="LiveId" clId="{2B599A23-E6BC-4D57-BA0D-73F904748290}" dt="2026-02-15T19:08:30.288" v="84" actId="1076"/>
          <ac:graphicFrameMkLst>
            <pc:docMk/>
            <pc:sldMk cId="3128662733" sldId="261"/>
            <ac:graphicFrameMk id="4" creationId="{E4E6D5F2-A164-EEBD-54FE-734CA3FA6198}"/>
          </ac:graphicFrameMkLst>
        </pc:graphicFrameChg>
        <pc:graphicFrameChg chg="add mod">
          <ac:chgData name="kitn.lzh →" userId="aae51206e0f3c209" providerId="LiveId" clId="{2B599A23-E6BC-4D57-BA0D-73F904748290}" dt="2026-02-15T19:08:40.037" v="88" actId="1076"/>
          <ac:graphicFrameMkLst>
            <pc:docMk/>
            <pc:sldMk cId="3128662733" sldId="261"/>
            <ac:graphicFrameMk id="5" creationId="{85E0E5BD-A389-5A44-49D7-2ABD18949C43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2-15T19:13:43.867" v="114" actId="1076"/>
        <pc:sldMkLst>
          <pc:docMk/>
          <pc:sldMk cId="2080235755" sldId="262"/>
        </pc:sldMkLst>
        <pc:spChg chg="mod">
          <ac:chgData name="kitn.lzh →" userId="aae51206e0f3c209" providerId="LiveId" clId="{2B599A23-E6BC-4D57-BA0D-73F904748290}" dt="2026-02-15T19:13:09.787" v="99" actId="20577"/>
          <ac:spMkLst>
            <pc:docMk/>
            <pc:sldMk cId="2080235755" sldId="262"/>
            <ac:spMk id="2" creationId="{263C6FF5-FD64-623B-15F7-46ACC16BC054}"/>
          </ac:spMkLst>
        </pc:spChg>
        <pc:graphicFrameChg chg="add mod">
          <ac:chgData name="kitn.lzh →" userId="aae51206e0f3c209" providerId="LiveId" clId="{2B599A23-E6BC-4D57-BA0D-73F904748290}" dt="2026-02-15T19:13:43.867" v="114" actId="1076"/>
          <ac:graphicFrameMkLst>
            <pc:docMk/>
            <pc:sldMk cId="2080235755" sldId="262"/>
            <ac:graphicFrameMk id="5" creationId="{B98EA5D5-E755-3BD3-1FE1-17D49728F26F}"/>
          </ac:graphicFrameMkLst>
        </pc:graphicFrameChg>
      </pc:sldChg>
      <pc:sldChg chg="modSp new mod">
        <pc:chgData name="kitn.lzh →" userId="aae51206e0f3c209" providerId="LiveId" clId="{2B599A23-E6BC-4D57-BA0D-73F904748290}" dt="2026-02-15T19:14:20.853" v="117" actId="20577"/>
        <pc:sldMkLst>
          <pc:docMk/>
          <pc:sldMk cId="3023742475" sldId="263"/>
        </pc:sldMkLst>
        <pc:spChg chg="mod">
          <ac:chgData name="kitn.lzh →" userId="aae51206e0f3c209" providerId="LiveId" clId="{2B599A23-E6BC-4D57-BA0D-73F904748290}" dt="2026-02-15T19:14:20.853" v="117" actId="20577"/>
          <ac:spMkLst>
            <pc:docMk/>
            <pc:sldMk cId="3023742475" sldId="263"/>
            <ac:spMk id="2" creationId="{36ED6AB7-FA87-590E-1412-23769502329E}"/>
          </ac:spMkLst>
        </pc:spChg>
      </pc:sldChg>
      <pc:sldChg chg="modSp new mod">
        <pc:chgData name="kitn.lzh →" userId="aae51206e0f3c209" providerId="LiveId" clId="{2B599A23-E6BC-4D57-BA0D-73F904748290}" dt="2026-02-15T19:14:28.156" v="122" actId="20577"/>
        <pc:sldMkLst>
          <pc:docMk/>
          <pc:sldMk cId="3259363310" sldId="264"/>
        </pc:sldMkLst>
        <pc:spChg chg="mod">
          <ac:chgData name="kitn.lzh →" userId="aae51206e0f3c209" providerId="LiveId" clId="{2B599A23-E6BC-4D57-BA0D-73F904748290}" dt="2026-02-15T19:14:28.156" v="122" actId="20577"/>
          <ac:spMkLst>
            <pc:docMk/>
            <pc:sldMk cId="3259363310" sldId="264"/>
            <ac:spMk id="2" creationId="{BECE6366-FAA3-3ED4-3745-793AA46B2663}"/>
          </ac:spMkLst>
        </pc:spChg>
      </pc:sldChg>
      <pc:sldChg chg="addSp delSp modSp new mod">
        <pc:chgData name="kitn.lzh →" userId="aae51206e0f3c209" providerId="LiveId" clId="{2B599A23-E6BC-4D57-BA0D-73F904748290}" dt="2026-02-15T19:15:36.514" v="135" actId="1076"/>
        <pc:sldMkLst>
          <pc:docMk/>
          <pc:sldMk cId="3393155834" sldId="265"/>
        </pc:sldMkLst>
        <pc:spChg chg="mod">
          <ac:chgData name="kitn.lzh →" userId="aae51206e0f3c209" providerId="LiveId" clId="{2B599A23-E6BC-4D57-BA0D-73F904748290}" dt="2026-02-15T19:14:55.899" v="125" actId="20577"/>
          <ac:spMkLst>
            <pc:docMk/>
            <pc:sldMk cId="3393155834" sldId="265"/>
            <ac:spMk id="2" creationId="{34270D98-2E8D-771D-6F8C-19A87DB930A3}"/>
          </ac:spMkLst>
        </pc:spChg>
        <pc:graphicFrameChg chg="add mod">
          <ac:chgData name="kitn.lzh →" userId="aae51206e0f3c209" providerId="LiveId" clId="{2B599A23-E6BC-4D57-BA0D-73F904748290}" dt="2026-02-15T19:15:24.923" v="132" actId="1076"/>
          <ac:graphicFrameMkLst>
            <pc:docMk/>
            <pc:sldMk cId="3393155834" sldId="265"/>
            <ac:graphicFrameMk id="4" creationId="{CF3D2697-B7FF-F24C-D7CB-937FE9772CE9}"/>
          </ac:graphicFrameMkLst>
        </pc:graphicFrameChg>
        <pc:graphicFrameChg chg="add mod">
          <ac:chgData name="kitn.lzh →" userId="aae51206e0f3c209" providerId="LiveId" clId="{2B599A23-E6BC-4D57-BA0D-73F904748290}" dt="2026-02-15T19:15:36.514" v="135" actId="1076"/>
          <ac:graphicFrameMkLst>
            <pc:docMk/>
            <pc:sldMk cId="3393155834" sldId="265"/>
            <ac:graphicFrameMk id="5" creationId="{452D1E60-41D4-8CC4-905B-F2F621108CDA}"/>
          </ac:graphicFrameMkLst>
        </pc:graphicFrameChg>
      </pc:sldChg>
      <pc:sldChg chg="modSp new mod">
        <pc:chgData name="kitn.lzh →" userId="aae51206e0f3c209" providerId="LiveId" clId="{2B599A23-E6BC-4D57-BA0D-73F904748290}" dt="2026-02-15T19:15:01.042" v="128" actId="20577"/>
        <pc:sldMkLst>
          <pc:docMk/>
          <pc:sldMk cId="809346783" sldId="266"/>
        </pc:sldMkLst>
        <pc:spChg chg="mod">
          <ac:chgData name="kitn.lzh →" userId="aae51206e0f3c209" providerId="LiveId" clId="{2B599A23-E6BC-4D57-BA0D-73F904748290}" dt="2026-02-15T19:15:01.042" v="128" actId="20577"/>
          <ac:spMkLst>
            <pc:docMk/>
            <pc:sldMk cId="809346783" sldId="266"/>
            <ac:spMk id="2" creationId="{3BA986E4-C6A6-A7AB-14DE-EEAEFF9CF751}"/>
          </ac:spMkLst>
        </pc:spChg>
      </pc:sldChg>
      <pc:sldChg chg="addSp delSp modSp new mod">
        <pc:chgData name="kitn.lzh →" userId="aae51206e0f3c209" providerId="LiveId" clId="{2B599A23-E6BC-4D57-BA0D-73F904748290}" dt="2026-02-15T19:37:58.946" v="184" actId="1076"/>
        <pc:sldMkLst>
          <pc:docMk/>
          <pc:sldMk cId="1838435625" sldId="267"/>
        </pc:sldMkLst>
        <pc:spChg chg="mod">
          <ac:chgData name="kitn.lzh →" userId="aae51206e0f3c209" providerId="LiveId" clId="{2B599A23-E6BC-4D57-BA0D-73F904748290}" dt="2026-02-15T19:26:31.553" v="138" actId="20577"/>
          <ac:spMkLst>
            <pc:docMk/>
            <pc:sldMk cId="1838435625" sldId="267"/>
            <ac:spMk id="2" creationId="{7C5B5270-654B-BA76-3EA7-0197FDE8B2F1}"/>
          </ac:spMkLst>
        </pc:spChg>
        <pc:graphicFrameChg chg="add mod">
          <ac:chgData name="kitn.lzh →" userId="aae51206e0f3c209" providerId="LiveId" clId="{2B599A23-E6BC-4D57-BA0D-73F904748290}" dt="2026-02-15T19:37:58.946" v="184" actId="1076"/>
          <ac:graphicFrameMkLst>
            <pc:docMk/>
            <pc:sldMk cId="1838435625" sldId="267"/>
            <ac:graphicFrameMk id="5" creationId="{F98AF33A-2CD2-CB68-E29E-75A367ABE615}"/>
          </ac:graphicFrameMkLst>
        </pc:graphicFrameChg>
      </pc:sldChg>
      <pc:sldChg chg="modSp new mod">
        <pc:chgData name="kitn.lzh →" userId="aae51206e0f3c209" providerId="LiveId" clId="{2B599A23-E6BC-4D57-BA0D-73F904748290}" dt="2026-02-15T19:26:39.004" v="141" actId="20577"/>
        <pc:sldMkLst>
          <pc:docMk/>
          <pc:sldMk cId="3499731367" sldId="268"/>
        </pc:sldMkLst>
        <pc:spChg chg="mod">
          <ac:chgData name="kitn.lzh →" userId="aae51206e0f3c209" providerId="LiveId" clId="{2B599A23-E6BC-4D57-BA0D-73F904748290}" dt="2026-02-15T19:26:39.004" v="141" actId="20577"/>
          <ac:spMkLst>
            <pc:docMk/>
            <pc:sldMk cId="3499731367" sldId="268"/>
            <ac:spMk id="2" creationId="{460AB6C1-3F09-8046-36FD-8B5411FA65E2}"/>
          </ac:spMkLst>
        </pc:spChg>
      </pc:sldChg>
      <pc:sldChg chg="modSp new mod">
        <pc:chgData name="kitn.lzh →" userId="aae51206e0f3c209" providerId="LiveId" clId="{2B599A23-E6BC-4D57-BA0D-73F904748290}" dt="2026-02-15T19:26:43.933" v="144" actId="20577"/>
        <pc:sldMkLst>
          <pc:docMk/>
          <pc:sldMk cId="47219831" sldId="269"/>
        </pc:sldMkLst>
        <pc:spChg chg="mod">
          <ac:chgData name="kitn.lzh →" userId="aae51206e0f3c209" providerId="LiveId" clId="{2B599A23-E6BC-4D57-BA0D-73F904748290}" dt="2026-02-15T19:26:43.933" v="144" actId="20577"/>
          <ac:spMkLst>
            <pc:docMk/>
            <pc:sldMk cId="47219831" sldId="269"/>
            <ac:spMk id="2" creationId="{BF29B352-52F0-6BAA-FFFA-582B6CAEB4C1}"/>
          </ac:spMkLst>
        </pc:spChg>
      </pc:sldChg>
      <pc:sldChg chg="addSp delSp modSp new mod">
        <pc:chgData name="kitn.lzh →" userId="aae51206e0f3c209" providerId="LiveId" clId="{2B599A23-E6BC-4D57-BA0D-73F904748290}" dt="2026-02-15T19:35:56.224" v="172" actId="1076"/>
        <pc:sldMkLst>
          <pc:docMk/>
          <pc:sldMk cId="97405430" sldId="270"/>
        </pc:sldMkLst>
        <pc:spChg chg="mod">
          <ac:chgData name="kitn.lzh →" userId="aae51206e0f3c209" providerId="LiveId" clId="{2B599A23-E6BC-4D57-BA0D-73F904748290}" dt="2026-02-15T19:26:48.964" v="147" actId="20577"/>
          <ac:spMkLst>
            <pc:docMk/>
            <pc:sldMk cId="97405430" sldId="270"/>
            <ac:spMk id="2" creationId="{C57524FF-B82E-6F61-3621-C565B139755D}"/>
          </ac:spMkLst>
        </pc:spChg>
        <pc:graphicFrameChg chg="add mod">
          <ac:chgData name="kitn.lzh →" userId="aae51206e0f3c209" providerId="LiveId" clId="{2B599A23-E6BC-4D57-BA0D-73F904748290}" dt="2026-02-15T19:33:34.264" v="169" actId="1076"/>
          <ac:graphicFrameMkLst>
            <pc:docMk/>
            <pc:sldMk cId="97405430" sldId="270"/>
            <ac:graphicFrameMk id="4" creationId="{710EB8A9-7C59-F637-CCC5-95E068582068}"/>
          </ac:graphicFrameMkLst>
        </pc:graphicFrameChg>
        <pc:graphicFrameChg chg="add mod">
          <ac:chgData name="kitn.lzh →" userId="aae51206e0f3c209" providerId="LiveId" clId="{2B599A23-E6BC-4D57-BA0D-73F904748290}" dt="2026-02-15T19:35:56.224" v="172" actId="1076"/>
          <ac:graphicFrameMkLst>
            <pc:docMk/>
            <pc:sldMk cId="97405430" sldId="270"/>
            <ac:graphicFrameMk id="5" creationId="{B364DF2C-0C54-A2C5-DC0B-A5E21AEBB743}"/>
          </ac:graphicFrameMkLst>
        </pc:graphicFrameChg>
      </pc:sldChg>
      <pc:sldChg chg="modSp new mod">
        <pc:chgData name="kitn.lzh →" userId="aae51206e0f3c209" providerId="LiveId" clId="{2B599A23-E6BC-4D57-BA0D-73F904748290}" dt="2026-02-15T19:27:06.219" v="152" actId="20577"/>
        <pc:sldMkLst>
          <pc:docMk/>
          <pc:sldMk cId="4071766787" sldId="271"/>
        </pc:sldMkLst>
        <pc:spChg chg="mod">
          <ac:chgData name="kitn.lzh →" userId="aae51206e0f3c209" providerId="LiveId" clId="{2B599A23-E6BC-4D57-BA0D-73F904748290}" dt="2026-02-15T19:27:06.219" v="152" actId="20577"/>
          <ac:spMkLst>
            <pc:docMk/>
            <pc:sldMk cId="4071766787" sldId="271"/>
            <ac:spMk id="2" creationId="{B1392645-9730-38D1-6D05-7AEC1769376C}"/>
          </ac:spMkLst>
        </pc:spChg>
      </pc:sldChg>
      <pc:sldChg chg="addSp delSp modSp new mod">
        <pc:chgData name="kitn.lzh →" userId="aae51206e0f3c209" providerId="LiveId" clId="{2B599A23-E6BC-4D57-BA0D-73F904748290}" dt="2026-02-15T19:32:41.491" v="165" actId="1076"/>
        <pc:sldMkLst>
          <pc:docMk/>
          <pc:sldMk cId="965954033" sldId="272"/>
        </pc:sldMkLst>
        <pc:spChg chg="mod">
          <ac:chgData name="kitn.lzh →" userId="aae51206e0f3c209" providerId="LiveId" clId="{2B599A23-E6BC-4D57-BA0D-73F904748290}" dt="2026-02-15T19:27:10.598" v="155" actId="20577"/>
          <ac:spMkLst>
            <pc:docMk/>
            <pc:sldMk cId="965954033" sldId="272"/>
            <ac:spMk id="2" creationId="{E0B437EE-EF32-5386-C9B9-2C43C9CD76DF}"/>
          </ac:spMkLst>
        </pc:spChg>
        <pc:graphicFrameChg chg="add mod">
          <ac:chgData name="kitn.lzh →" userId="aae51206e0f3c209" providerId="LiveId" clId="{2B599A23-E6BC-4D57-BA0D-73F904748290}" dt="2026-02-15T19:32:25.195" v="161" actId="1076"/>
          <ac:graphicFrameMkLst>
            <pc:docMk/>
            <pc:sldMk cId="965954033" sldId="272"/>
            <ac:graphicFrameMk id="4" creationId="{AF37521F-80EC-553B-41FA-AD7FCD3B688E}"/>
          </ac:graphicFrameMkLst>
        </pc:graphicFrameChg>
        <pc:graphicFrameChg chg="add mod">
          <ac:chgData name="kitn.lzh →" userId="aae51206e0f3c209" providerId="LiveId" clId="{2B599A23-E6BC-4D57-BA0D-73F904748290}" dt="2026-02-15T19:32:41.491" v="165" actId="1076"/>
          <ac:graphicFrameMkLst>
            <pc:docMk/>
            <pc:sldMk cId="965954033" sldId="272"/>
            <ac:graphicFrameMk id="5" creationId="{072FFA24-178D-13DA-6D04-3B7A99E482AC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2-15T19:37:04.526" v="179" actId="1076"/>
        <pc:sldMkLst>
          <pc:docMk/>
          <pc:sldMk cId="1570218394" sldId="273"/>
        </pc:sldMkLst>
        <pc:spChg chg="mod">
          <ac:chgData name="kitn.lzh →" userId="aae51206e0f3c209" providerId="LiveId" clId="{2B599A23-E6BC-4D57-BA0D-73F904748290}" dt="2026-02-15T19:27:22.561" v="158" actId="20577"/>
          <ac:spMkLst>
            <pc:docMk/>
            <pc:sldMk cId="1570218394" sldId="273"/>
            <ac:spMk id="2" creationId="{89039073-EFBE-5CDE-6F05-887FD314E562}"/>
          </ac:spMkLst>
        </pc:spChg>
        <pc:graphicFrameChg chg="add mod">
          <ac:chgData name="kitn.lzh →" userId="aae51206e0f3c209" providerId="LiveId" clId="{2B599A23-E6BC-4D57-BA0D-73F904748290}" dt="2026-02-15T19:36:51.649" v="176" actId="1076"/>
          <ac:graphicFrameMkLst>
            <pc:docMk/>
            <pc:sldMk cId="1570218394" sldId="273"/>
            <ac:graphicFrameMk id="4" creationId="{44DD24BE-3C85-1BF3-1C2F-F04FC52F7CD8}"/>
          </ac:graphicFrameMkLst>
        </pc:graphicFrameChg>
        <pc:graphicFrameChg chg="add mod">
          <ac:chgData name="kitn.lzh →" userId="aae51206e0f3c209" providerId="LiveId" clId="{2B599A23-E6BC-4D57-BA0D-73F904748290}" dt="2026-02-15T19:37:04.526" v="179" actId="1076"/>
          <ac:graphicFrameMkLst>
            <pc:docMk/>
            <pc:sldMk cId="1570218394" sldId="273"/>
            <ac:graphicFrameMk id="5" creationId="{05A79C76-9FDA-FA8C-0E73-24B354BB2A35}"/>
          </ac:graphicFrameMkLst>
        </pc:graphicFrameChg>
      </pc:sldChg>
      <pc:sldChg chg="addSp delSp modSp new mod">
        <pc:chgData name="kitn.lzh →" userId="aae51206e0f3c209" providerId="LiveId" clId="{2B599A23-E6BC-4D57-BA0D-73F904748290}" dt="2026-02-15T20:14:53.697" v="813" actId="12"/>
        <pc:sldMkLst>
          <pc:docMk/>
          <pc:sldMk cId="1812916042" sldId="274"/>
        </pc:sldMkLst>
        <pc:spChg chg="add del mod">
          <ac:chgData name="kitn.lzh →" userId="aae51206e0f3c209" providerId="LiveId" clId="{2B599A23-E6BC-4D57-BA0D-73F904748290}" dt="2026-02-15T20:14:53.697" v="813" actId="12"/>
          <ac:spMkLst>
            <pc:docMk/>
            <pc:sldMk cId="1812916042" sldId="274"/>
            <ac:spMk id="3" creationId="{E6297095-76CB-9C21-C97D-9F86BE05C34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AtoG_26021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Documents/A%5eFG_26021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34442/batch_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34442/batch_resul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34442/batch_resul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34442/batch_resul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34442/batch_resul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34442/batch_resul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34442/batch_result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42905/batch_result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42905/batch_result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42905/batch_result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42905/batch_result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42905/batch_result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42905/batch_result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0260216_042905/batch_result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'SOC5'!$B$1</c:f>
              <c:strCache>
                <c:ptCount val="1"/>
                <c:pt idx="0">
                  <c:v>A5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'SOC5'!$B$2:$B$50</c:f>
              <c:numCache>
                <c:formatCode>0.00E+00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0.69999999999999896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2C-43E2-8CBB-48794A5ED553}"/>
            </c:ext>
          </c:extLst>
        </c:ser>
        <c:ser>
          <c:idx val="1"/>
          <c:order val="1"/>
          <c:tx>
            <c:strRef>
              <c:f>'SOC5'!$C$1</c:f>
              <c:strCache>
                <c:ptCount val="1"/>
                <c:pt idx="0">
                  <c:v>B5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'SOC5'!$C$2:$C$50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2C-43E2-8CBB-48794A5ED553}"/>
            </c:ext>
          </c:extLst>
        </c:ser>
        <c:ser>
          <c:idx val="2"/>
          <c:order val="2"/>
          <c:tx>
            <c:strRef>
              <c:f>'SOC5'!$D$1</c:f>
              <c:strCache>
                <c:ptCount val="1"/>
                <c:pt idx="0">
                  <c:v>C5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'SOC5'!$D$2:$D$50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2C-43E2-8CBB-48794A5ED553}"/>
            </c:ext>
          </c:extLst>
        </c:ser>
        <c:ser>
          <c:idx val="3"/>
          <c:order val="3"/>
          <c:tx>
            <c:strRef>
              <c:f>'SOC5'!$E$1</c:f>
              <c:strCache>
                <c:ptCount val="1"/>
                <c:pt idx="0">
                  <c:v>D5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'SOC5'!$E$2:$E$50</c:f>
              <c:numCache>
                <c:formatCode>0.00E+00</c:formatCode>
                <c:ptCount val="49"/>
                <c:pt idx="0">
                  <c:v>0.5</c:v>
                </c:pt>
                <c:pt idx="1">
                  <c:v>0.49519166666666597</c:v>
                </c:pt>
                <c:pt idx="2">
                  <c:v>0.490383333333333</c:v>
                </c:pt>
                <c:pt idx="3">
                  <c:v>0.48557499999999998</c:v>
                </c:pt>
                <c:pt idx="4">
                  <c:v>0.48076666666666601</c:v>
                </c:pt>
                <c:pt idx="5">
                  <c:v>0.47595833333333298</c:v>
                </c:pt>
                <c:pt idx="6">
                  <c:v>0.47114999999999901</c:v>
                </c:pt>
                <c:pt idx="7">
                  <c:v>0.47114999999999901</c:v>
                </c:pt>
                <c:pt idx="8">
                  <c:v>0.47114999999999901</c:v>
                </c:pt>
                <c:pt idx="9">
                  <c:v>0.47114999999999901</c:v>
                </c:pt>
                <c:pt idx="10">
                  <c:v>0.47114999999999901</c:v>
                </c:pt>
                <c:pt idx="11">
                  <c:v>0.47114999999999901</c:v>
                </c:pt>
                <c:pt idx="12">
                  <c:v>0.47114999999999901</c:v>
                </c:pt>
                <c:pt idx="13">
                  <c:v>0.42836249999999998</c:v>
                </c:pt>
                <c:pt idx="14">
                  <c:v>0.385575</c:v>
                </c:pt>
                <c:pt idx="15">
                  <c:v>0.34278750000000002</c:v>
                </c:pt>
                <c:pt idx="16">
                  <c:v>0.29999999999999899</c:v>
                </c:pt>
                <c:pt idx="17">
                  <c:v>0.25721250000000001</c:v>
                </c:pt>
                <c:pt idx="18">
                  <c:v>0.214425</c:v>
                </c:pt>
                <c:pt idx="19">
                  <c:v>0.214425</c:v>
                </c:pt>
                <c:pt idx="20">
                  <c:v>0.214425</c:v>
                </c:pt>
                <c:pt idx="21">
                  <c:v>0.214425</c:v>
                </c:pt>
                <c:pt idx="22">
                  <c:v>0.214425</c:v>
                </c:pt>
                <c:pt idx="23">
                  <c:v>0.214425</c:v>
                </c:pt>
                <c:pt idx="24">
                  <c:v>0.214425</c:v>
                </c:pt>
                <c:pt idx="25">
                  <c:v>0.21442499999999901</c:v>
                </c:pt>
                <c:pt idx="26">
                  <c:v>0.21442499999999901</c:v>
                </c:pt>
                <c:pt idx="27">
                  <c:v>0.21442499999999901</c:v>
                </c:pt>
                <c:pt idx="28">
                  <c:v>0.21442499999999901</c:v>
                </c:pt>
                <c:pt idx="29">
                  <c:v>0.21442499999999901</c:v>
                </c:pt>
                <c:pt idx="30">
                  <c:v>0.88294006088825205</c:v>
                </c:pt>
                <c:pt idx="31">
                  <c:v>0.86346704871060098</c:v>
                </c:pt>
                <c:pt idx="32">
                  <c:v>0.86346704871060098</c:v>
                </c:pt>
                <c:pt idx="33">
                  <c:v>0.84399403653295102</c:v>
                </c:pt>
                <c:pt idx="34">
                  <c:v>0.86346704871060098</c:v>
                </c:pt>
                <c:pt idx="35">
                  <c:v>0.86346704871060098</c:v>
                </c:pt>
                <c:pt idx="36">
                  <c:v>0.84399403653295102</c:v>
                </c:pt>
                <c:pt idx="37">
                  <c:v>0.59726916641523098</c:v>
                </c:pt>
                <c:pt idx="38">
                  <c:v>0.35054429629751199</c:v>
                </c:pt>
                <c:pt idx="39">
                  <c:v>0.13062042518337</c:v>
                </c:pt>
                <c:pt idx="40">
                  <c:v>0.121758065773007</c:v>
                </c:pt>
                <c:pt idx="41">
                  <c:v>0.112895706362644</c:v>
                </c:pt>
                <c:pt idx="42">
                  <c:v>0.10403334695228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0.10403334695228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A2C-43E2-8CBB-48794A5ED553}"/>
            </c:ext>
          </c:extLst>
        </c:ser>
        <c:ser>
          <c:idx val="4"/>
          <c:order val="4"/>
          <c:tx>
            <c:strRef>
              <c:f>'SOC5'!$F$1</c:f>
              <c:strCache>
                <c:ptCount val="1"/>
                <c:pt idx="0">
                  <c:v>E5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'SOC5'!$F$2:$F$50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0.45721249999999902</c:v>
                </c:pt>
                <c:pt idx="14">
                  <c:v>0.41442499999999899</c:v>
                </c:pt>
                <c:pt idx="15">
                  <c:v>0.37163749999999901</c:v>
                </c:pt>
                <c:pt idx="16">
                  <c:v>0.32884999999999998</c:v>
                </c:pt>
                <c:pt idx="17">
                  <c:v>0.286062499999999</c:v>
                </c:pt>
                <c:pt idx="18">
                  <c:v>0.24327499999999899</c:v>
                </c:pt>
                <c:pt idx="19">
                  <c:v>0.221181974291626</c:v>
                </c:pt>
                <c:pt idx="20">
                  <c:v>0.2</c:v>
                </c:pt>
                <c:pt idx="21">
                  <c:v>0.17699592287488</c:v>
                </c:pt>
                <c:pt idx="22">
                  <c:v>0.15490289716650699</c:v>
                </c:pt>
                <c:pt idx="23">
                  <c:v>0.132809871458134</c:v>
                </c:pt>
                <c:pt idx="24">
                  <c:v>0.110716845749761</c:v>
                </c:pt>
                <c:pt idx="25">
                  <c:v>0.110716845749761</c:v>
                </c:pt>
                <c:pt idx="26">
                  <c:v>0.110716845749761</c:v>
                </c:pt>
                <c:pt idx="27">
                  <c:v>0.110716845749761</c:v>
                </c:pt>
                <c:pt idx="28">
                  <c:v>0.110716845749761</c:v>
                </c:pt>
                <c:pt idx="29">
                  <c:v>0.110716845749761</c:v>
                </c:pt>
                <c:pt idx="30">
                  <c:v>0.93955692096485099</c:v>
                </c:pt>
                <c:pt idx="31">
                  <c:v>0.92950216762192805</c:v>
                </c:pt>
                <c:pt idx="32">
                  <c:v>0.92950216762192805</c:v>
                </c:pt>
                <c:pt idx="33">
                  <c:v>0.919447414279006</c:v>
                </c:pt>
                <c:pt idx="34">
                  <c:v>0.92950216762192805</c:v>
                </c:pt>
                <c:pt idx="35">
                  <c:v>0.92950216762192805</c:v>
                </c:pt>
                <c:pt idx="36">
                  <c:v>0.919447414279006</c:v>
                </c:pt>
                <c:pt idx="37">
                  <c:v>0.64695565416462997</c:v>
                </c:pt>
                <c:pt idx="38">
                  <c:v>0.37446389405025399</c:v>
                </c:pt>
                <c:pt idx="39">
                  <c:v>0.115810641911248</c:v>
                </c:pt>
                <c:pt idx="40">
                  <c:v>0.111234624749927</c:v>
                </c:pt>
                <c:pt idx="41">
                  <c:v>0.106658607588607</c:v>
                </c:pt>
                <c:pt idx="42">
                  <c:v>0.102082590427286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0.102082590427286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A2C-43E2-8CBB-48794A5ED553}"/>
            </c:ext>
          </c:extLst>
        </c:ser>
        <c:ser>
          <c:idx val="5"/>
          <c:order val="5"/>
          <c:tx>
            <c:strRef>
              <c:f>'SOC5'!$G$1</c:f>
              <c:strCache>
                <c:ptCount val="1"/>
                <c:pt idx="0">
                  <c:v>F5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'SOC5'!$G$2:$G$50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A2C-43E2-8CBB-48794A5ED553}"/>
            </c:ext>
          </c:extLst>
        </c:ser>
        <c:ser>
          <c:idx val="6"/>
          <c:order val="6"/>
          <c:tx>
            <c:strRef>
              <c:f>'SOC5'!$H$1</c:f>
              <c:strCache>
                <c:ptCount val="1"/>
                <c:pt idx="0">
                  <c:v>G5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'SOC5'!$H$2:$H$50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0.45700000000000002</c:v>
                </c:pt>
                <c:pt idx="14">
                  <c:v>0.41399999999999998</c:v>
                </c:pt>
                <c:pt idx="15">
                  <c:v>0.372</c:v>
                </c:pt>
                <c:pt idx="16">
                  <c:v>0.32900000000000001</c:v>
                </c:pt>
                <c:pt idx="17">
                  <c:v>0.28599999999999998</c:v>
                </c:pt>
                <c:pt idx="18">
                  <c:v>0.24299999999999999</c:v>
                </c:pt>
                <c:pt idx="19">
                  <c:v>0.221</c:v>
                </c:pt>
                <c:pt idx="20">
                  <c:v>0.2</c:v>
                </c:pt>
                <c:pt idx="21">
                  <c:v>0.17699999999999999</c:v>
                </c:pt>
                <c:pt idx="22">
                  <c:v>0.155</c:v>
                </c:pt>
                <c:pt idx="23">
                  <c:v>0.13300000000000001</c:v>
                </c:pt>
                <c:pt idx="24">
                  <c:v>0.111</c:v>
                </c:pt>
                <c:pt idx="25">
                  <c:v>0.111</c:v>
                </c:pt>
                <c:pt idx="26">
                  <c:v>0.111</c:v>
                </c:pt>
                <c:pt idx="27">
                  <c:v>0.111</c:v>
                </c:pt>
                <c:pt idx="28">
                  <c:v>0.111</c:v>
                </c:pt>
                <c:pt idx="29">
                  <c:v>0.111</c:v>
                </c:pt>
                <c:pt idx="30">
                  <c:v>0.94</c:v>
                </c:pt>
                <c:pt idx="31">
                  <c:v>0.93</c:v>
                </c:pt>
                <c:pt idx="32">
                  <c:v>0.93</c:v>
                </c:pt>
                <c:pt idx="33">
                  <c:v>0.91900000000000004</c:v>
                </c:pt>
                <c:pt idx="34">
                  <c:v>0.93</c:v>
                </c:pt>
                <c:pt idx="35">
                  <c:v>0.93</c:v>
                </c:pt>
                <c:pt idx="36">
                  <c:v>0.91900000000000004</c:v>
                </c:pt>
                <c:pt idx="37">
                  <c:v>0.64700000000000002</c:v>
                </c:pt>
                <c:pt idx="38">
                  <c:v>0.374</c:v>
                </c:pt>
                <c:pt idx="39">
                  <c:v>0.11600000000000001</c:v>
                </c:pt>
                <c:pt idx="40">
                  <c:v>0.111</c:v>
                </c:pt>
                <c:pt idx="41">
                  <c:v>0.107</c:v>
                </c:pt>
                <c:pt idx="42">
                  <c:v>0.10199999999999999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0.10199999999999999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A2C-43E2-8CBB-48794A5ED5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9447056"/>
        <c:axId val="1049446096"/>
      </c:lineChart>
      <c:catAx>
        <c:axId val="10494470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9446096"/>
        <c:crosses val="autoZero"/>
        <c:auto val="1"/>
        <c:lblAlgn val="ctr"/>
        <c:lblOffset val="100"/>
        <c:noMultiLvlLbl val="0"/>
      </c:catAx>
      <c:valAx>
        <c:axId val="104944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9447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'SOC6'!$B$1</c:f>
              <c:strCache>
                <c:ptCount val="1"/>
                <c:pt idx="0">
                  <c:v>A6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'SOC6'!$B$2:$B$50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0.69999999999999896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0.9</c:v>
                </c:pt>
                <c:pt idx="38">
                  <c:v>0.59999999999999898</c:v>
                </c:pt>
                <c:pt idx="39">
                  <c:v>0.29999999999999899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C0-44ED-A1EC-E1AC0471DE85}"/>
            </c:ext>
          </c:extLst>
        </c:ser>
        <c:ser>
          <c:idx val="1"/>
          <c:order val="1"/>
          <c:tx>
            <c:strRef>
              <c:f>'SOC6'!$C$1</c:f>
              <c:strCache>
                <c:ptCount val="1"/>
                <c:pt idx="0">
                  <c:v>B6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'SOC6'!$C$2:$C$50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6C0-44ED-A1EC-E1AC0471DE85}"/>
            </c:ext>
          </c:extLst>
        </c:ser>
        <c:ser>
          <c:idx val="2"/>
          <c:order val="2"/>
          <c:tx>
            <c:strRef>
              <c:f>'SOC6'!$D$1</c:f>
              <c:strCache>
                <c:ptCount val="1"/>
                <c:pt idx="0">
                  <c:v>C6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'SOC6'!$D$2:$D$50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6C0-44ED-A1EC-E1AC0471DE85}"/>
            </c:ext>
          </c:extLst>
        </c:ser>
        <c:ser>
          <c:idx val="3"/>
          <c:order val="3"/>
          <c:tx>
            <c:strRef>
              <c:f>'SOC6'!$E$1</c:f>
              <c:strCache>
                <c:ptCount val="1"/>
                <c:pt idx="0">
                  <c:v>D6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'SOC6'!$E$2:$E$50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0.69999999999999896</c:v>
                </c:pt>
                <c:pt idx="14">
                  <c:v>0.65721249999999898</c:v>
                </c:pt>
                <c:pt idx="15">
                  <c:v>0.69999999999999896</c:v>
                </c:pt>
                <c:pt idx="16">
                  <c:v>0.69999999999999896</c:v>
                </c:pt>
                <c:pt idx="17">
                  <c:v>0.69999999999999896</c:v>
                </c:pt>
                <c:pt idx="18">
                  <c:v>0.65721249999999898</c:v>
                </c:pt>
                <c:pt idx="19">
                  <c:v>0.49002237145813399</c:v>
                </c:pt>
                <c:pt idx="20">
                  <c:v>0.322832242916268</c:v>
                </c:pt>
                <c:pt idx="21">
                  <c:v>0.17699592287488</c:v>
                </c:pt>
                <c:pt idx="22">
                  <c:v>0.15490289716650699</c:v>
                </c:pt>
                <c:pt idx="23">
                  <c:v>0.132809871458134</c:v>
                </c:pt>
                <c:pt idx="24">
                  <c:v>0.110716845749761</c:v>
                </c:pt>
                <c:pt idx="25">
                  <c:v>0.92950216762192805</c:v>
                </c:pt>
                <c:pt idx="26">
                  <c:v>0.92950216762192805</c:v>
                </c:pt>
                <c:pt idx="27">
                  <c:v>0.92950216762192805</c:v>
                </c:pt>
                <c:pt idx="28">
                  <c:v>0.92950216762192805</c:v>
                </c:pt>
                <c:pt idx="29">
                  <c:v>0.92950216762192805</c:v>
                </c:pt>
                <c:pt idx="30">
                  <c:v>0.919447414279006</c:v>
                </c:pt>
                <c:pt idx="31">
                  <c:v>0.919447414279006</c:v>
                </c:pt>
                <c:pt idx="32">
                  <c:v>0.919447414279006</c:v>
                </c:pt>
                <c:pt idx="33">
                  <c:v>0.919447414279006</c:v>
                </c:pt>
                <c:pt idx="34">
                  <c:v>0.919447414279006</c:v>
                </c:pt>
                <c:pt idx="35">
                  <c:v>0.919447414279006</c:v>
                </c:pt>
                <c:pt idx="36">
                  <c:v>0.919447414279006</c:v>
                </c:pt>
                <c:pt idx="37">
                  <c:v>0.64695565416462997</c:v>
                </c:pt>
                <c:pt idx="38">
                  <c:v>0.47446389405025402</c:v>
                </c:pt>
                <c:pt idx="39">
                  <c:v>0.20197213393587801</c:v>
                </c:pt>
                <c:pt idx="40">
                  <c:v>0.111234624749927</c:v>
                </c:pt>
                <c:pt idx="41">
                  <c:v>0.106658607588607</c:v>
                </c:pt>
                <c:pt idx="42">
                  <c:v>0.102082590427286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6C0-44ED-A1EC-E1AC0471DE85}"/>
            </c:ext>
          </c:extLst>
        </c:ser>
        <c:ser>
          <c:idx val="4"/>
          <c:order val="4"/>
          <c:tx>
            <c:strRef>
              <c:f>'SOC6'!$F$1</c:f>
              <c:strCache>
                <c:ptCount val="1"/>
                <c:pt idx="0">
                  <c:v>E6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'SOC6'!$F$2:$F$50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0.97109521618463301</c:v>
                </c:pt>
                <c:pt idx="5">
                  <c:v>0.97109521618463301</c:v>
                </c:pt>
                <c:pt idx="6">
                  <c:v>0.97109521618463301</c:v>
                </c:pt>
                <c:pt idx="7">
                  <c:v>0.97109521618463301</c:v>
                </c:pt>
                <c:pt idx="8">
                  <c:v>0.97109521618463301</c:v>
                </c:pt>
                <c:pt idx="9">
                  <c:v>0.97109521618463301</c:v>
                </c:pt>
                <c:pt idx="10">
                  <c:v>0.97109521618463301</c:v>
                </c:pt>
                <c:pt idx="11">
                  <c:v>0.97109521618463301</c:v>
                </c:pt>
                <c:pt idx="12">
                  <c:v>0.97109521618463301</c:v>
                </c:pt>
                <c:pt idx="13">
                  <c:v>0.96628688285130004</c:v>
                </c:pt>
                <c:pt idx="14">
                  <c:v>0.96147854951796596</c:v>
                </c:pt>
                <c:pt idx="15">
                  <c:v>0.95667021618463299</c:v>
                </c:pt>
                <c:pt idx="16">
                  <c:v>0.95186188285130002</c:v>
                </c:pt>
                <c:pt idx="17">
                  <c:v>0.94705354951796705</c:v>
                </c:pt>
                <c:pt idx="18">
                  <c:v>0.67595833333333299</c:v>
                </c:pt>
                <c:pt idx="19">
                  <c:v>0.63317083333333302</c:v>
                </c:pt>
                <c:pt idx="20">
                  <c:v>0.59038333333333304</c:v>
                </c:pt>
                <c:pt idx="21">
                  <c:v>0.54759583333333295</c:v>
                </c:pt>
                <c:pt idx="22">
                  <c:v>0.50480833333333297</c:v>
                </c:pt>
                <c:pt idx="23">
                  <c:v>0.46202083333333299</c:v>
                </c:pt>
                <c:pt idx="24">
                  <c:v>0.41923333333333301</c:v>
                </c:pt>
                <c:pt idx="25">
                  <c:v>0.86346704871060098</c:v>
                </c:pt>
                <c:pt idx="26">
                  <c:v>0.86346704871060098</c:v>
                </c:pt>
                <c:pt idx="27">
                  <c:v>0.86346704871060098</c:v>
                </c:pt>
                <c:pt idx="28">
                  <c:v>0.86346704871060098</c:v>
                </c:pt>
                <c:pt idx="29">
                  <c:v>0.86346704871060098</c:v>
                </c:pt>
                <c:pt idx="30">
                  <c:v>0.84399403653295102</c:v>
                </c:pt>
                <c:pt idx="31">
                  <c:v>0.83513167712258696</c:v>
                </c:pt>
                <c:pt idx="32">
                  <c:v>0.82626931771222401</c:v>
                </c:pt>
                <c:pt idx="33">
                  <c:v>0.81740695830186105</c:v>
                </c:pt>
                <c:pt idx="34">
                  <c:v>0.80854459889149699</c:v>
                </c:pt>
                <c:pt idx="35">
                  <c:v>0.79968223948113404</c:v>
                </c:pt>
                <c:pt idx="36">
                  <c:v>0.79081988007077098</c:v>
                </c:pt>
                <c:pt idx="37">
                  <c:v>0.69999999999999896</c:v>
                </c:pt>
                <c:pt idx="38">
                  <c:v>0.59999999999999898</c:v>
                </c:pt>
                <c:pt idx="39">
                  <c:v>0.29999999999999899</c:v>
                </c:pt>
                <c:pt idx="40">
                  <c:v>0.10403334695228</c:v>
                </c:pt>
                <c:pt idx="41">
                  <c:v>0.10403334695228</c:v>
                </c:pt>
                <c:pt idx="42">
                  <c:v>0.10403334695228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6C0-44ED-A1EC-E1AC0471DE85}"/>
            </c:ext>
          </c:extLst>
        </c:ser>
        <c:ser>
          <c:idx val="5"/>
          <c:order val="5"/>
          <c:tx>
            <c:strRef>
              <c:f>'SOC6'!$G$1</c:f>
              <c:strCache>
                <c:ptCount val="1"/>
                <c:pt idx="0">
                  <c:v>F6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'SOC6'!$G$2:$G$50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6C0-44ED-A1EC-E1AC0471DE85}"/>
            </c:ext>
          </c:extLst>
        </c:ser>
        <c:ser>
          <c:idx val="6"/>
          <c:order val="6"/>
          <c:tx>
            <c:strRef>
              <c:f>'SOC6'!$H$1</c:f>
              <c:strCache>
                <c:ptCount val="1"/>
                <c:pt idx="0">
                  <c:v>G6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'SOC6'!$H$2:$H$50</c:f>
              <c:numCache>
                <c:formatCode>0.00E+00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0.69999999999999896</c:v>
                </c:pt>
                <c:pt idx="14">
                  <c:v>0.65721249999999898</c:v>
                </c:pt>
                <c:pt idx="15">
                  <c:v>0.69999999999999896</c:v>
                </c:pt>
                <c:pt idx="16">
                  <c:v>0.69999999999999896</c:v>
                </c:pt>
                <c:pt idx="17">
                  <c:v>0.677167757083731</c:v>
                </c:pt>
                <c:pt idx="18">
                  <c:v>0.63438025708373103</c:v>
                </c:pt>
                <c:pt idx="19">
                  <c:v>0.46719012854186498</c:v>
                </c:pt>
                <c:pt idx="20">
                  <c:v>0.3</c:v>
                </c:pt>
                <c:pt idx="21">
                  <c:v>0.17699592287488</c:v>
                </c:pt>
                <c:pt idx="22">
                  <c:v>0.15490289716650699</c:v>
                </c:pt>
                <c:pt idx="23">
                  <c:v>0.132809871458134</c:v>
                </c:pt>
                <c:pt idx="24">
                  <c:v>0.110716845749761</c:v>
                </c:pt>
                <c:pt idx="25">
                  <c:v>0.92950216762192805</c:v>
                </c:pt>
                <c:pt idx="26">
                  <c:v>0.92950216762192805</c:v>
                </c:pt>
                <c:pt idx="27">
                  <c:v>0.92950216762192805</c:v>
                </c:pt>
                <c:pt idx="28">
                  <c:v>0.92950216762192805</c:v>
                </c:pt>
                <c:pt idx="29">
                  <c:v>0.92950216762192805</c:v>
                </c:pt>
                <c:pt idx="30">
                  <c:v>0.919447414279006</c:v>
                </c:pt>
                <c:pt idx="31">
                  <c:v>0.919447414279006</c:v>
                </c:pt>
                <c:pt idx="32">
                  <c:v>0.919447414279006</c:v>
                </c:pt>
                <c:pt idx="33">
                  <c:v>0.919447414279006</c:v>
                </c:pt>
                <c:pt idx="34">
                  <c:v>0.919447414279006</c:v>
                </c:pt>
                <c:pt idx="35">
                  <c:v>0.919447414279006</c:v>
                </c:pt>
                <c:pt idx="36">
                  <c:v>0.919447414279006</c:v>
                </c:pt>
                <c:pt idx="37">
                  <c:v>0.64695565416462997</c:v>
                </c:pt>
                <c:pt idx="38">
                  <c:v>0.47446389405025402</c:v>
                </c:pt>
                <c:pt idx="39">
                  <c:v>0.20197213393587801</c:v>
                </c:pt>
                <c:pt idx="40">
                  <c:v>0.111234624749927</c:v>
                </c:pt>
                <c:pt idx="41">
                  <c:v>0.106658607588607</c:v>
                </c:pt>
                <c:pt idx="42">
                  <c:v>0.102082590427286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6C0-44ED-A1EC-E1AC0471D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2716848"/>
        <c:axId val="1032713968"/>
      </c:lineChart>
      <c:catAx>
        <c:axId val="103271684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32713968"/>
        <c:crosses val="autoZero"/>
        <c:auto val="1"/>
        <c:lblAlgn val="ctr"/>
        <c:lblOffset val="100"/>
        <c:noMultiLvlLbl val="0"/>
      </c:catAx>
      <c:valAx>
        <c:axId val="103271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32716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A_k0Fk1Zk2Z!$B$103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A_k0Fk1Zk2Z!$B$104:$B$151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526.3157894736629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947.36842105263167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421.0526315789474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64-4D3F-8DB6-2DC2B52AC2BF}"/>
            </c:ext>
          </c:extLst>
        </c:ser>
        <c:ser>
          <c:idx val="1"/>
          <c:order val="1"/>
          <c:tx>
            <c:strRef>
              <c:f>A_k0Fk1Zk2Z!$C$103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A_k0Fk1Zk2Z!$C$104:$C$151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270.75</c:v>
                </c:pt>
                <c:pt idx="18">
                  <c:v>270.75</c:v>
                </c:pt>
                <c:pt idx="19">
                  <c:v>270.75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90.25</c:v>
                </c:pt>
                <c:pt idx="37">
                  <c:v>270.75</c:v>
                </c:pt>
                <c:pt idx="38">
                  <c:v>270.75</c:v>
                </c:pt>
                <c:pt idx="39">
                  <c:v>180.5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64-4D3F-8DB6-2DC2B52AC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202527"/>
        <c:axId val="531303151"/>
      </c:lineChart>
      <c:catAx>
        <c:axId val="61720252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31303151"/>
        <c:crosses val="autoZero"/>
        <c:auto val="1"/>
        <c:lblAlgn val="ctr"/>
        <c:lblOffset val="100"/>
        <c:noMultiLvlLbl val="0"/>
      </c:catAx>
      <c:valAx>
        <c:axId val="531303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17202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D_k0Fk1Fk2Z!$B$103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D_k0Fk1Fk2Z!$B$104:$B$151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255.56578947368419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90.078947368421112</c:v>
                </c:pt>
                <c:pt idx="15">
                  <c:v>45.039473684210442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872.46323706851581</c:v>
                </c:pt>
                <c:pt idx="25">
                  <c:v>10.583950887286701</c:v>
                </c:pt>
                <c:pt idx="26">
                  <c:v>10.583950887286701</c:v>
                </c:pt>
                <c:pt idx="27">
                  <c:v>10.58395088728682</c:v>
                </c:pt>
                <c:pt idx="28">
                  <c:v>10.583950887286701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2.1922004497755072</c:v>
                </c:pt>
                <c:pt idx="44">
                  <c:v>2.1922004497755072</c:v>
                </c:pt>
                <c:pt idx="45">
                  <c:v>2.1922004497755072</c:v>
                </c:pt>
                <c:pt idx="46">
                  <c:v>2.1922004497755072</c:v>
                </c:pt>
                <c:pt idx="47">
                  <c:v>423.2448320287229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65-45B7-A1FB-9191C91CE172}"/>
            </c:ext>
          </c:extLst>
        </c:ser>
        <c:ser>
          <c:idx val="1"/>
          <c:order val="1"/>
          <c:tx>
            <c:strRef>
              <c:f>D_k0Fk1Fk2Z!$C$103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D_k0Fk1Fk2Z!$C$104:$C$151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130.95013530722721</c:v>
                </c:pt>
                <c:pt idx="19">
                  <c:v>130.95013530722721</c:v>
                </c:pt>
                <c:pt idx="20">
                  <c:v>73.062604385545711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241.79395801513249</c:v>
                </c:pt>
                <c:pt idx="37">
                  <c:v>218.74762239548721</c:v>
                </c:pt>
                <c:pt idx="38">
                  <c:v>241.79395801513249</c:v>
                </c:pt>
                <c:pt idx="39">
                  <c:v>10.55708217187421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65-45B7-A1FB-9191C91CE1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2282655"/>
        <c:axId val="562281215"/>
      </c:lineChart>
      <c:catAx>
        <c:axId val="5622826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62281215"/>
        <c:crosses val="autoZero"/>
        <c:auto val="1"/>
        <c:lblAlgn val="ctr"/>
        <c:lblOffset val="100"/>
        <c:noMultiLvlLbl val="0"/>
      </c:catAx>
      <c:valAx>
        <c:axId val="562281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62282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D_k0Fk1Fk2Z!$B$153</c:f>
              <c:strCache>
                <c:ptCount val="1"/>
                <c:pt idx="0">
                  <c:v>delta_kW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D_k0Fk1Fk2Z!$B$154:$B$161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254.49717488483759</c:v>
                </c:pt>
                <c:pt idx="5">
                  <c:v>0</c:v>
                </c:pt>
                <c:pt idx="6">
                  <c:v>115.8241679394699</c:v>
                </c:pt>
                <c:pt idx="7">
                  <c:v>52.712718264715747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91-4EBA-9FE4-63531FB8488B}"/>
            </c:ext>
          </c:extLst>
        </c:ser>
        <c:ser>
          <c:idx val="1"/>
          <c:order val="1"/>
          <c:tx>
            <c:strRef>
              <c:f>D_k0Fk1Fk2Z!$C$153</c:f>
              <c:strCache>
                <c:ptCount val="1"/>
                <c:pt idx="0">
                  <c:v>delta_kW2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D_k0Fk1Fk2Z!$C$154:$C$161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91-4EBA-9FE4-63531FB848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1809791"/>
        <c:axId val="531812671"/>
      </c:lineChart>
      <c:catAx>
        <c:axId val="5318097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31812671"/>
        <c:crosses val="autoZero"/>
        <c:auto val="1"/>
        <c:lblAlgn val="ctr"/>
        <c:lblOffset val="100"/>
        <c:noMultiLvlLbl val="0"/>
      </c:catAx>
      <c:valAx>
        <c:axId val="53181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31809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E_k0Fk1Zk2F!$B$103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E_k0Fk1Zk2F!$B$104:$B$151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280.30198194873708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703.70006409289715</c:v>
                </c:pt>
                <c:pt idx="25">
                  <c:v>20.49790755542146</c:v>
                </c:pt>
                <c:pt idx="26">
                  <c:v>20.497907555421701</c:v>
                </c:pt>
                <c:pt idx="27">
                  <c:v>20.497907555421101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4.2456283708220317</c:v>
                </c:pt>
                <c:pt idx="44">
                  <c:v>4.2456283708220317</c:v>
                </c:pt>
                <c:pt idx="45">
                  <c:v>4.2456283708220388</c:v>
                </c:pt>
                <c:pt idx="46">
                  <c:v>4.2456283708220237</c:v>
                </c:pt>
                <c:pt idx="47">
                  <c:v>425.29825994976937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256-4757-9071-6EFBD1B57C72}"/>
            </c:ext>
          </c:extLst>
        </c:ser>
        <c:ser>
          <c:idx val="1"/>
          <c:order val="1"/>
          <c:tx>
            <c:strRef>
              <c:f>E_k0Fk1Zk2F!$C$103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E_k0Fk1Zk2F!$C$104:$C$151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240.32391177329839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154.6405482735415</c:v>
                </c:pt>
                <c:pt idx="37">
                  <c:v>90.25</c:v>
                </c:pt>
                <c:pt idx="38">
                  <c:v>270.75</c:v>
                </c:pt>
                <c:pt idx="39">
                  <c:v>86.60990437556643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256-4757-9071-6EFBD1B57C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204447"/>
        <c:axId val="618838367"/>
      </c:lineChart>
      <c:catAx>
        <c:axId val="6172044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18838367"/>
        <c:crosses val="autoZero"/>
        <c:auto val="1"/>
        <c:lblAlgn val="ctr"/>
        <c:lblOffset val="100"/>
        <c:noMultiLvlLbl val="0"/>
      </c:catAx>
      <c:valAx>
        <c:axId val="618838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17204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E_k0Fk1Zk2F!$B$153</c:f>
              <c:strCache>
                <c:ptCount val="1"/>
                <c:pt idx="0">
                  <c:v>delta_kW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E_k0Fk1Zk2F!$B$154:$B$161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E6-4F82-AB30-26294EA0B15E}"/>
            </c:ext>
          </c:extLst>
        </c:ser>
        <c:ser>
          <c:idx val="1"/>
          <c:order val="1"/>
          <c:tx>
            <c:strRef>
              <c:f>E_k0Fk1Zk2F!$C$153</c:f>
              <c:strCache>
                <c:ptCount val="1"/>
                <c:pt idx="0">
                  <c:v>delta_kW2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E_k0Fk1Zk2F!$C$154:$C$161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121.70435290680631</c:v>
                </c:pt>
                <c:pt idx="3">
                  <c:v>1083</c:v>
                </c:pt>
                <c:pt idx="4">
                  <c:v>492.88395415472758</c:v>
                </c:pt>
                <c:pt idx="5">
                  <c:v>224.3163363464447</c:v>
                </c:pt>
                <c:pt idx="6">
                  <c:v>0</c:v>
                </c:pt>
                <c:pt idx="7">
                  <c:v>102.0885714126847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E6-4F82-AB30-26294EA0B1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5366079"/>
        <c:axId val="645360799"/>
      </c:lineChart>
      <c:catAx>
        <c:axId val="64536607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45360799"/>
        <c:crosses val="autoZero"/>
        <c:auto val="1"/>
        <c:lblAlgn val="ctr"/>
        <c:lblOffset val="100"/>
        <c:noMultiLvlLbl val="0"/>
      </c:catAx>
      <c:valAx>
        <c:axId val="645360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45366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G_k0Fk1Fk2F!$B$103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G_k0Fk1Fk2F!$B$104:$B$151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255.56578947368419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90.07894736842114</c:v>
                </c:pt>
                <c:pt idx="15">
                  <c:v>45.039473684210428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872.46323706851558</c:v>
                </c:pt>
                <c:pt idx="25">
                  <c:v>10.58395088728682</c:v>
                </c:pt>
                <c:pt idx="26">
                  <c:v>10.58395088728682</c:v>
                </c:pt>
                <c:pt idx="27">
                  <c:v>10.583950887286701</c:v>
                </c:pt>
                <c:pt idx="28">
                  <c:v>10.58395088728682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2.1922004497755072</c:v>
                </c:pt>
                <c:pt idx="44">
                  <c:v>2.1922004497755072</c:v>
                </c:pt>
                <c:pt idx="45">
                  <c:v>2.192200449775493</c:v>
                </c:pt>
                <c:pt idx="46">
                  <c:v>2.1922004497755072</c:v>
                </c:pt>
                <c:pt idx="47">
                  <c:v>423.24483202872278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DD-4F60-9537-43E27BDA1D72}"/>
            </c:ext>
          </c:extLst>
        </c:ser>
        <c:ser>
          <c:idx val="1"/>
          <c:order val="1"/>
          <c:tx>
            <c:strRef>
              <c:f>G_k0Fk1Fk2F!$C$103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G_k0Fk1Fk2F!$C$104:$C$151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130.95013530722721</c:v>
                </c:pt>
                <c:pt idx="19">
                  <c:v>130.9501353072271</c:v>
                </c:pt>
                <c:pt idx="20">
                  <c:v>73.062604385545754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241.79395801513249</c:v>
                </c:pt>
                <c:pt idx="37">
                  <c:v>218.7476223954871</c:v>
                </c:pt>
                <c:pt idx="38">
                  <c:v>241.79395801513249</c:v>
                </c:pt>
                <c:pt idx="39">
                  <c:v>10.55708217187428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DD-4F60-9537-43E27BDA1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3243391"/>
        <c:axId val="563241471"/>
      </c:lineChart>
      <c:catAx>
        <c:axId val="5632433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63241471"/>
        <c:crosses val="autoZero"/>
        <c:auto val="1"/>
        <c:lblAlgn val="ctr"/>
        <c:lblOffset val="100"/>
        <c:noMultiLvlLbl val="0"/>
      </c:catAx>
      <c:valAx>
        <c:axId val="563241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63243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G_k0Fk1Fk2F!$B$153</c:f>
              <c:strCache>
                <c:ptCount val="1"/>
                <c:pt idx="0">
                  <c:v>delta_kW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G_k0Fk1Fk2F!$B$154:$B$161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254.49717488483759</c:v>
                </c:pt>
                <c:pt idx="5">
                  <c:v>0</c:v>
                </c:pt>
                <c:pt idx="6">
                  <c:v>115.82416793947</c:v>
                </c:pt>
                <c:pt idx="7">
                  <c:v>52.712718264715782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49-4935-A6C3-3450164C086D}"/>
            </c:ext>
          </c:extLst>
        </c:ser>
        <c:ser>
          <c:idx val="1"/>
          <c:order val="1"/>
          <c:tx>
            <c:strRef>
              <c:f>G_k0Fk1Fk2F!$C$153</c:f>
              <c:strCache>
                <c:ptCount val="1"/>
                <c:pt idx="0">
                  <c:v>delta_kW2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G_k0Fk1Fk2F!$C$154:$C$161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49-4935-A6C3-3450164C08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4429215"/>
        <c:axId val="574429695"/>
      </c:lineChart>
      <c:catAx>
        <c:axId val="5744292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74429695"/>
        <c:crosses val="autoZero"/>
        <c:auto val="1"/>
        <c:lblAlgn val="ctr"/>
        <c:lblOffset val="100"/>
        <c:noMultiLvlLbl val="0"/>
      </c:catAx>
      <c:valAx>
        <c:axId val="574429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74429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'c04_k0Fk1Zk2Z'!$B$103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'c04_k0Fk1Zk2Z'!$B$104:$B$151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947.36842105263167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421.0526315789474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DF-4496-A383-ADC0C65FE55F}"/>
            </c:ext>
          </c:extLst>
        </c:ser>
        <c:ser>
          <c:idx val="1"/>
          <c:order val="1"/>
          <c:tx>
            <c:strRef>
              <c:f>'c04_k0Fk1Zk2Z'!$C$103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'c04_k0Fk1Zk2Z'!$C$104:$C$151</c:f>
              <c:numCache>
                <c:formatCode>General</c:formatCode>
                <c:ptCount val="48"/>
                <c:pt idx="0">
                  <c:v>270.75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90.25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270.75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DF-4496-A383-ADC0C65FE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8130703"/>
        <c:axId val="658131183"/>
      </c:lineChart>
      <c:catAx>
        <c:axId val="65813070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58131183"/>
        <c:crosses val="autoZero"/>
        <c:auto val="1"/>
        <c:lblAlgn val="ctr"/>
        <c:lblOffset val="100"/>
        <c:noMultiLvlLbl val="0"/>
      </c:catAx>
      <c:valAx>
        <c:axId val="658131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58130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'c02_k0Fk1Fk2Z'!$B$103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'c02_k0Fk1Fk2Z'!$B$104:$B$151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703.70006409289715</c:v>
                </c:pt>
                <c:pt idx="30">
                  <c:v>0</c:v>
                </c:pt>
                <c:pt idx="31">
                  <c:v>20.49790755542146</c:v>
                </c:pt>
                <c:pt idx="32">
                  <c:v>0</c:v>
                </c:pt>
                <c:pt idx="33">
                  <c:v>40.995815110843047</c:v>
                </c:pt>
                <c:pt idx="34">
                  <c:v>20.49790755542146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4.2456283708220388</c:v>
                </c:pt>
                <c:pt idx="44">
                  <c:v>4.2456283708220317</c:v>
                </c:pt>
                <c:pt idx="45">
                  <c:v>8.4912567416440634</c:v>
                </c:pt>
                <c:pt idx="46">
                  <c:v>0</c:v>
                </c:pt>
                <c:pt idx="47">
                  <c:v>425.29825994976937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08-4F84-B955-5A3B3FAC23DE}"/>
            </c:ext>
          </c:extLst>
        </c:ser>
        <c:ser>
          <c:idx val="1"/>
          <c:order val="1"/>
          <c:tx>
            <c:strRef>
              <c:f>'c02_k0Fk1Fk2Z'!$C$103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'c02_k0Fk1Fk2Z'!$C$104:$C$151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214.67091591338891</c:v>
                </c:pt>
                <c:pt idx="37">
                  <c:v>214.67091591338891</c:v>
                </c:pt>
                <c:pt idx="38">
                  <c:v>190.48301431265969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408-4F84-B955-5A3B3FAC2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2223215"/>
        <c:axId val="112595807"/>
      </c:lineChart>
      <c:catAx>
        <c:axId val="5722232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2595807"/>
        <c:crosses val="autoZero"/>
        <c:auto val="1"/>
        <c:lblAlgn val="ctr"/>
        <c:lblOffset val="100"/>
        <c:noMultiLvlLbl val="0"/>
      </c:catAx>
      <c:valAx>
        <c:axId val="112595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72223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'c02_k0Fk1Fk2Z'!$B$153</c:f>
              <c:strCache>
                <c:ptCount val="1"/>
                <c:pt idx="0">
                  <c:v>delta_kW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'c02_k0Fk1Fk2Z'!$B$154:$B$161</c:f>
              <c:numCache>
                <c:formatCode>General</c:formatCode>
                <c:ptCount val="8"/>
                <c:pt idx="0">
                  <c:v>121.70435290680621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492.88395415472769</c:v>
                </c:pt>
                <c:pt idx="6">
                  <c:v>224.3163363464447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3F-4F40-935D-D36DFD995D3B}"/>
            </c:ext>
          </c:extLst>
        </c:ser>
        <c:ser>
          <c:idx val="1"/>
          <c:order val="1"/>
          <c:tx>
            <c:strRef>
              <c:f>'c02_k0Fk1Fk2Z'!$C$153</c:f>
              <c:strCache>
                <c:ptCount val="1"/>
                <c:pt idx="0">
                  <c:v>delta_kW2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'c02_k0Fk1Fk2Z'!$C$154:$C$161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3F-4F40-935D-D36DFD995D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59186911"/>
        <c:axId val="2059193151"/>
      </c:lineChart>
      <c:catAx>
        <c:axId val="205918691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59193151"/>
        <c:crosses val="autoZero"/>
        <c:auto val="1"/>
        <c:lblAlgn val="ctr"/>
        <c:lblOffset val="100"/>
        <c:noMultiLvlLbl val="0"/>
      </c:catAx>
      <c:valAx>
        <c:axId val="2059193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59186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'c03_k0Fk1Zk2F'!$B$103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'c03_k0Fk1Zk2F'!$B$104:$B$151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872.46323706851581</c:v>
                </c:pt>
                <c:pt idx="30">
                  <c:v>0</c:v>
                </c:pt>
                <c:pt idx="31">
                  <c:v>10.583950887286701</c:v>
                </c:pt>
                <c:pt idx="32">
                  <c:v>0</c:v>
                </c:pt>
                <c:pt idx="33">
                  <c:v>21.16790177457365</c:v>
                </c:pt>
                <c:pt idx="34">
                  <c:v>10.583950887286701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2.1922004497755072</c:v>
                </c:pt>
                <c:pt idx="44">
                  <c:v>2.1922004497755072</c:v>
                </c:pt>
                <c:pt idx="45">
                  <c:v>4.3844008995510144</c:v>
                </c:pt>
                <c:pt idx="46">
                  <c:v>0</c:v>
                </c:pt>
                <c:pt idx="47">
                  <c:v>423.2448320287229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E1-4388-BD0E-74BA8D198D67}"/>
            </c:ext>
          </c:extLst>
        </c:ser>
        <c:ser>
          <c:idx val="1"/>
          <c:order val="1"/>
          <c:tx>
            <c:strRef>
              <c:f>'c03_k0Fk1Zk2F'!$C$103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'c03_k0Fk1Zk2F'!$C$104:$C$151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241.79395801513249</c:v>
                </c:pt>
                <c:pt idx="37">
                  <c:v>241.79395801513249</c:v>
                </c:pt>
                <c:pt idx="38">
                  <c:v>229.3047045673614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E1-4388-BD0E-74BA8D198D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1850879"/>
        <c:axId val="531852319"/>
      </c:lineChart>
      <c:catAx>
        <c:axId val="53185087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31852319"/>
        <c:crosses val="autoZero"/>
        <c:auto val="1"/>
        <c:lblAlgn val="ctr"/>
        <c:lblOffset val="100"/>
        <c:noMultiLvlLbl val="0"/>
      </c:catAx>
      <c:valAx>
        <c:axId val="531852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31850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'c03_k0Fk1Zk2F'!$B$153</c:f>
              <c:strCache>
                <c:ptCount val="1"/>
                <c:pt idx="0">
                  <c:v>delta_kW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'c03_k0Fk1Zk2F'!$B$154:$B$161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AB-4E74-A9C8-BCD1117FF9F3}"/>
            </c:ext>
          </c:extLst>
        </c:ser>
        <c:ser>
          <c:idx val="1"/>
          <c:order val="1"/>
          <c:tx>
            <c:strRef>
              <c:f>'c03_k0Fk1Zk2F'!$C$153</c:f>
              <c:strCache>
                <c:ptCount val="1"/>
                <c:pt idx="0">
                  <c:v>delta_kW2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'c03_k0Fk1Zk2F'!$C$154:$C$161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0</c:v>
                </c:pt>
                <c:pt idx="5">
                  <c:v>254.49717488483759</c:v>
                </c:pt>
                <c:pt idx="6">
                  <c:v>115.82416793947</c:v>
                </c:pt>
                <c:pt idx="7">
                  <c:v>52.712718264715747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AB-4E74-A9C8-BCD1117FF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2963631"/>
        <c:axId val="482964591"/>
      </c:lineChart>
      <c:catAx>
        <c:axId val="48296363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82964591"/>
        <c:crosses val="autoZero"/>
        <c:auto val="1"/>
        <c:lblAlgn val="ctr"/>
        <c:lblOffset val="100"/>
        <c:noMultiLvlLbl val="0"/>
      </c:catAx>
      <c:valAx>
        <c:axId val="482964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82963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'c01_k0Fk1Fk2F'!$B$103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'c01_k0Fk1Fk2F'!$B$104:$B$151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872.46323706851581</c:v>
                </c:pt>
                <c:pt idx="30">
                  <c:v>0</c:v>
                </c:pt>
                <c:pt idx="31">
                  <c:v>10.583950887286701</c:v>
                </c:pt>
                <c:pt idx="32">
                  <c:v>0</c:v>
                </c:pt>
                <c:pt idx="33">
                  <c:v>21.167901774573529</c:v>
                </c:pt>
                <c:pt idx="34">
                  <c:v>10.58395088728682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2.1922004497755072</c:v>
                </c:pt>
                <c:pt idx="44">
                  <c:v>2.1922004497755072</c:v>
                </c:pt>
                <c:pt idx="45">
                  <c:v>4.3844008995510002</c:v>
                </c:pt>
                <c:pt idx="46">
                  <c:v>0</c:v>
                </c:pt>
                <c:pt idx="47">
                  <c:v>423.2448320287229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54-457E-B83E-5CDA86F53349}"/>
            </c:ext>
          </c:extLst>
        </c:ser>
        <c:ser>
          <c:idx val="1"/>
          <c:order val="1"/>
          <c:tx>
            <c:strRef>
              <c:f>'c01_k0Fk1Fk2F'!$C$103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'c01_k0Fk1Fk2F'!$C$104:$C$151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241.79395801513249</c:v>
                </c:pt>
                <c:pt idx="37">
                  <c:v>241.79395801513249</c:v>
                </c:pt>
                <c:pt idx="38">
                  <c:v>229.3047045673614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54-457E-B83E-5CDA86F533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7610591"/>
        <c:axId val="477611071"/>
      </c:lineChart>
      <c:catAx>
        <c:axId val="47761059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77611071"/>
        <c:crosses val="autoZero"/>
        <c:auto val="1"/>
        <c:lblAlgn val="ctr"/>
        <c:lblOffset val="100"/>
        <c:noMultiLvlLbl val="0"/>
      </c:catAx>
      <c:valAx>
        <c:axId val="477611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77610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'c01_k0Fk1Fk2F'!$B$153</c:f>
              <c:strCache>
                <c:ptCount val="1"/>
                <c:pt idx="0">
                  <c:v>delta_kW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'c01_k0Fk1Fk2F'!$B$154:$B$161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E4-46C0-A56D-FB975CEF261E}"/>
            </c:ext>
          </c:extLst>
        </c:ser>
        <c:ser>
          <c:idx val="1"/>
          <c:order val="1"/>
          <c:tx>
            <c:strRef>
              <c:f>'c01_k0Fk1Fk2F'!$C$153</c:f>
              <c:strCache>
                <c:ptCount val="1"/>
                <c:pt idx="0">
                  <c:v>delta_kW2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'c01_k0Fk1Fk2F'!$C$154:$C$161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0</c:v>
                </c:pt>
                <c:pt idx="5">
                  <c:v>254.49717488483759</c:v>
                </c:pt>
                <c:pt idx="6">
                  <c:v>115.82416793947</c:v>
                </c:pt>
                <c:pt idx="7">
                  <c:v>52.712718264715747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E4-46C0-A56D-FB975CEF26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8765359"/>
        <c:axId val="618762959"/>
      </c:lineChart>
      <c:catAx>
        <c:axId val="61876535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18762959"/>
        <c:crosses val="autoZero"/>
        <c:auto val="1"/>
        <c:lblAlgn val="ctr"/>
        <c:lblOffset val="100"/>
        <c:noMultiLvlLbl val="0"/>
      </c:catAx>
      <c:valAx>
        <c:axId val="618762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6187653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D8A7FA-D060-AA56-3F21-3940A7A4A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932D56D-DF0D-437E-D65E-453C20DC1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855946-77AE-AC46-4ACB-FEE3205B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390840-F5B9-B3AD-41B9-4FC50C6F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F89456-0BD5-B8E8-D4DE-3CFC0FA4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79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0C3F6-B1C6-DEC6-47DE-5741F6A4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9F18EE-A2F8-6F21-6281-4DDBC5F14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9A28D-5C3C-883F-24FE-E9EB3A5C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AA02C2-21CB-FEEC-F32B-781E9EA6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A139CF-B279-A3B8-2E5E-B9337419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8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84933E-5298-2517-E9A3-81A5A2E4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4CA2F1-DB25-61D9-59E2-92DC3BC5B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140F1D-857B-E6CA-F6BE-9AF05818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A697FA-AE46-D72B-269D-03765535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BA7F09-E823-1842-F07A-2576FAE1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8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78DF2C-1CBD-DAA9-7FE1-D465D0E8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9E8E11-0502-180B-B775-78A22ADA7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E1D145-D488-5977-9ADB-E2B392F86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274005-7BF7-64A4-0698-3B3E5C88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900F1B-4932-CD07-D50F-F825AEC0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2FC569-2C25-5DE9-9F51-39A49493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18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DF6157-9B99-47FE-D389-8163DE00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237AF0-82EB-8E22-1032-F73B023DC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35A1E0-7FA6-ED94-9E58-CE3F9AD21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97758C-1CCC-868C-BF5F-1C45633B5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9EF741A-4648-DAF8-DEC2-AC6B402DA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9D32BA-BCF6-D55E-62E8-3275BDBB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512992-ECD2-A97C-30E9-34C616E0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A4E688-2067-930F-65DF-23BC5130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960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437EE-3570-BBE1-16AD-D447D697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D60362D-E999-0388-BE18-1F04F6E3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D321E8-DA82-0430-1F80-53A914EF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F6FDF6-C731-2757-58FB-0FEDDB037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98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7B8BD8F-2FB2-BDB9-9FF6-3FBF89B7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93C3A1-D57C-4D0A-7CF0-00F7B5CB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97262C-F17C-E8EE-4752-6C6E1F5E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75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7BC990-1091-B9E1-A238-8CD2BD34E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91BFBE-073E-54C6-4937-07D6B5297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BAD669-674A-44F1-38A9-25AF9776A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B06676-47FB-6321-75FE-F3B4EDC0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606632-A0D8-3CD6-2246-59D33B5F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B03063-54B2-0B18-EE4C-C337CDF6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82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9B543-91A9-0ABE-572D-CF5E03A8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394B29D-E321-E3E1-53B8-0A71C5D35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485F70-CF34-3334-AE88-55507E230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265AA7-3F1F-05A8-4F51-7C346397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453D9E-A5A3-AA84-CCBC-005A8E93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E69854-34E5-417F-8901-62793FBC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07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7441C-91BC-84B3-465E-C3116E2F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FB26AF-61E3-F2B5-6860-C7407FC1C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E2500B-A104-F636-EE88-2C62F1BB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0A8C51-848D-8BB3-4A24-9AEBDD3F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E97D89-23BE-A6D9-646F-76D6D1BE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81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73E42F-E802-B083-DC23-8CA715E53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44567F-83F8-6FA5-289D-DC7FA98BF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E482C1-337A-3A9E-0430-00F128BB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BDD8C-14A6-9E06-6FD5-5DB44A6D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712B64-7339-F2E2-D931-B11B6E1E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607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676309-E921-0A38-9811-4AECD5E6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5ACBE5-B5C1-1253-BDF9-4E3724516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95880D-40B8-55B0-7790-5E458029B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1F52D-B366-4148-B2A4-BBD173988A88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51665F-0021-C307-2A84-D2BA56676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0BEB48-B113-DA2E-FC3D-0A57F7947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3B213-F079-4882-B63F-B8AE2AD2EC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01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B1117-EC61-BF4A-16CF-1BCD45364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28B612-B3D6-F8DB-34A7-C34839C8AE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ADE</a:t>
            </a:r>
            <a:r>
              <a:rPr kumimoji="1" lang="ja-JP" altLang="en-US" dirty="0"/>
              <a:t>で劣化考慮としない場合の</a:t>
            </a:r>
            <a:r>
              <a:rPr kumimoji="1" lang="en-US" altLang="ja-JP" dirty="0"/>
              <a:t>SOC</a:t>
            </a:r>
            <a:r>
              <a:rPr kumimoji="1" lang="ja-JP" altLang="en-US" dirty="0"/>
              <a:t>と売買量のグラフ　</a:t>
            </a:r>
            <a:r>
              <a:rPr kumimoji="1" lang="en-US" altLang="ja-JP" dirty="0"/>
              <a:t>6×</a:t>
            </a:r>
            <a:r>
              <a:rPr kumimoji="1" lang="ja-JP" altLang="en-US" dirty="0"/>
              <a:t>２</a:t>
            </a:r>
            <a:br>
              <a:rPr kumimoji="1" lang="en-US" altLang="ja-JP" dirty="0"/>
            </a:br>
            <a:r>
              <a:rPr kumimoji="1" lang="ja-JP" altLang="en-US" dirty="0"/>
              <a:t>点を入れる　考察</a:t>
            </a:r>
            <a:endParaRPr kumimoji="1" lang="en-US" altLang="ja-JP" dirty="0"/>
          </a:p>
          <a:p>
            <a:r>
              <a:rPr lang="en-US" altLang="ja-JP" dirty="0"/>
              <a:t>1</a:t>
            </a:r>
            <a:r>
              <a:rPr lang="ja-JP" altLang="en-US" dirty="0"/>
              <a:t>年分のスポット市場価格をクラスタリング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6846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D29336-D777-36DC-AE8D-68E12149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2AECE758-71A3-E0A6-DE55-678DAC18B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85993"/>
              </p:ext>
            </p:extLst>
          </p:nvPr>
        </p:nvGraphicFramePr>
        <p:xfrm>
          <a:off x="838200" y="2406316"/>
          <a:ext cx="4975059" cy="30820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353">
                  <a:extLst>
                    <a:ext uri="{9D8B030D-6E8A-4147-A177-3AD203B41FA5}">
                      <a16:colId xmlns:a16="http://schemas.microsoft.com/office/drawing/2014/main" val="121742051"/>
                    </a:ext>
                  </a:extLst>
                </a:gridCol>
                <a:gridCol w="1658353">
                  <a:extLst>
                    <a:ext uri="{9D8B030D-6E8A-4147-A177-3AD203B41FA5}">
                      <a16:colId xmlns:a16="http://schemas.microsoft.com/office/drawing/2014/main" val="2526852368"/>
                    </a:ext>
                  </a:extLst>
                </a:gridCol>
                <a:gridCol w="1658353">
                  <a:extLst>
                    <a:ext uri="{9D8B030D-6E8A-4147-A177-3AD203B41FA5}">
                      <a16:colId xmlns:a16="http://schemas.microsoft.com/office/drawing/2014/main" val="390509764"/>
                    </a:ext>
                  </a:extLst>
                </a:gridCol>
              </a:tblGrid>
              <a:tr h="5282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000" u="none" strike="noStrike">
                          <a:effectLst/>
                        </a:rPr>
                        <a:t>目的関数値</a:t>
                      </a:r>
                      <a:endParaRPr lang="ja-JP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5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6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1148507"/>
                  </a:ext>
                </a:extLst>
              </a:tr>
              <a:tr h="364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-11621.3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-4959.86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1941381"/>
                  </a:ext>
                </a:extLst>
              </a:tr>
              <a:tr h="364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8359061"/>
                  </a:ext>
                </a:extLst>
              </a:tr>
              <a:tr h="364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5148746"/>
                  </a:ext>
                </a:extLst>
              </a:tr>
              <a:tr h="364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effectLst/>
                        </a:rPr>
                        <a:t>-134861</a:t>
                      </a:r>
                      <a:endParaRPr lang="en-US" altLang="ja-JP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-151469</a:t>
                      </a:r>
                      <a:endParaRPr lang="en-US" altLang="ja-JP" sz="2000" b="0" i="0" u="none" strike="noStrike" dirty="0">
                        <a:solidFill>
                          <a:srgbClr val="0070C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7342627"/>
                  </a:ext>
                </a:extLst>
              </a:tr>
              <a:tr h="364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-155528</a:t>
                      </a:r>
                      <a:endParaRPr lang="en-US" altLang="ja-JP" sz="2000" b="0" i="0" u="none" strike="noStrike" dirty="0">
                        <a:solidFill>
                          <a:srgbClr val="FF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effectLst/>
                        </a:rPr>
                        <a:t>-130619</a:t>
                      </a:r>
                      <a:endParaRPr lang="en-US" altLang="ja-JP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9749913"/>
                  </a:ext>
                </a:extLst>
              </a:tr>
              <a:tr h="364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5287729"/>
                  </a:ext>
                </a:extLst>
              </a:tr>
              <a:tr h="3648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-155528</a:t>
                      </a:r>
                      <a:endParaRPr lang="en-US" altLang="ja-JP" sz="2000" b="0" i="0" u="none" strike="noStrike" dirty="0">
                        <a:solidFill>
                          <a:srgbClr val="FF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-151469</a:t>
                      </a:r>
                      <a:endParaRPr lang="en-US" altLang="ja-JP" sz="2000" b="0" i="0" u="none" strike="noStrike" dirty="0">
                        <a:solidFill>
                          <a:srgbClr val="0070C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5575708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7CBBA39-DF3D-3CB0-2117-858FE91B0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748076"/>
              </p:ext>
            </p:extLst>
          </p:nvPr>
        </p:nvGraphicFramePr>
        <p:xfrm>
          <a:off x="6703594" y="2441409"/>
          <a:ext cx="4814637" cy="3011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4879">
                  <a:extLst>
                    <a:ext uri="{9D8B030D-6E8A-4147-A177-3AD203B41FA5}">
                      <a16:colId xmlns:a16="http://schemas.microsoft.com/office/drawing/2014/main" val="3509752115"/>
                    </a:ext>
                  </a:extLst>
                </a:gridCol>
                <a:gridCol w="1604879">
                  <a:extLst>
                    <a:ext uri="{9D8B030D-6E8A-4147-A177-3AD203B41FA5}">
                      <a16:colId xmlns:a16="http://schemas.microsoft.com/office/drawing/2014/main" val="3848779683"/>
                    </a:ext>
                  </a:extLst>
                </a:gridCol>
                <a:gridCol w="1604879">
                  <a:extLst>
                    <a:ext uri="{9D8B030D-6E8A-4147-A177-3AD203B41FA5}">
                      <a16:colId xmlns:a16="http://schemas.microsoft.com/office/drawing/2014/main" val="815650467"/>
                    </a:ext>
                  </a:extLst>
                </a:gridCol>
              </a:tblGrid>
              <a:tr h="376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2000" u="none" strike="noStrike">
                          <a:effectLst/>
                        </a:rPr>
                        <a:t>劣化</a:t>
                      </a:r>
                      <a:endParaRPr lang="ja-JP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5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6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0583864"/>
                  </a:ext>
                </a:extLst>
              </a:tr>
              <a:tr h="376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A</a:t>
                      </a:r>
                      <a:endParaRPr lang="ja-JP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95.49293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219.4721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8797762"/>
                  </a:ext>
                </a:extLst>
              </a:tr>
              <a:tr h="376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B</a:t>
                      </a:r>
                      <a:endParaRPr lang="ja-JP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40739090"/>
                  </a:ext>
                </a:extLst>
              </a:tr>
              <a:tr h="376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C</a:t>
                      </a:r>
                      <a:endParaRPr lang="ja-JP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>
                          <a:effectLst/>
                        </a:rPr>
                        <a:t>125.5173</a:t>
                      </a:r>
                      <a:endParaRPr lang="en-US" altLang="ja-JP" sz="20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effectLst/>
                        </a:rPr>
                        <a:t>125.5173</a:t>
                      </a:r>
                      <a:endParaRPr lang="en-US" altLang="ja-JP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8532505"/>
                  </a:ext>
                </a:extLst>
              </a:tr>
              <a:tr h="376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</a:t>
                      </a:r>
                      <a:endParaRPr lang="ja-JP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effectLst/>
                        </a:rPr>
                        <a:t>188.7409</a:t>
                      </a:r>
                      <a:endParaRPr lang="en-US" altLang="ja-JP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254.8706</a:t>
                      </a:r>
                      <a:endParaRPr lang="en-US" altLang="ja-JP" sz="2000" b="0" i="0" u="none" strike="noStrike" dirty="0">
                        <a:solidFill>
                          <a:srgbClr val="0070C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9132391"/>
                  </a:ext>
                </a:extLst>
              </a:tr>
              <a:tr h="376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E</a:t>
                      </a:r>
                      <a:endParaRPr lang="ja-JP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176.1862</a:t>
                      </a:r>
                      <a:endParaRPr lang="en-US" altLang="ja-JP" sz="2000" b="0" i="0" u="none" strike="noStrike" dirty="0">
                        <a:solidFill>
                          <a:srgbClr val="FF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effectLst/>
                        </a:rPr>
                        <a:t>277.33</a:t>
                      </a:r>
                      <a:endParaRPr lang="en-US" altLang="ja-JP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2469522"/>
                  </a:ext>
                </a:extLst>
              </a:tr>
              <a:tr h="376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F</a:t>
                      </a:r>
                      <a:endParaRPr lang="ja-JP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effectLst/>
                        </a:rPr>
                        <a:t>125.5173</a:t>
                      </a:r>
                      <a:endParaRPr lang="en-US" altLang="ja-JP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effectLst/>
                        </a:rPr>
                        <a:t>125.5173</a:t>
                      </a:r>
                      <a:endParaRPr lang="en-US" altLang="ja-JP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8112159"/>
                  </a:ext>
                </a:extLst>
              </a:tr>
              <a:tr h="376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G</a:t>
                      </a:r>
                      <a:endParaRPr lang="ja-JP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176.1862</a:t>
                      </a:r>
                      <a:endParaRPr lang="en-US" altLang="ja-JP" sz="2000" b="0" i="0" u="none" strike="noStrike" dirty="0">
                        <a:solidFill>
                          <a:srgbClr val="FF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2000" u="none" strike="noStrike" dirty="0">
                          <a:solidFill>
                            <a:srgbClr val="0070C0"/>
                          </a:solidFill>
                          <a:effectLst/>
                        </a:rPr>
                        <a:t>253.476</a:t>
                      </a:r>
                      <a:endParaRPr lang="en-US" altLang="ja-JP" sz="2000" b="0" i="0" u="none" strike="noStrike" dirty="0">
                        <a:solidFill>
                          <a:srgbClr val="0070C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204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45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D72E37-77BF-5076-7453-E39521AF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５月</a:t>
            </a:r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B964025F-07EB-0C34-3246-AB02F1010A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0063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DB30BB-E9E3-103A-0245-43C589C0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６月</a:t>
            </a:r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71122CAF-D4FA-0C2A-3892-9595A4E8C3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616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3C6FF5-FD64-623B-15F7-46ACC16B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6A</a:t>
            </a:r>
            <a:endParaRPr kumimoji="1" lang="ja-JP" altLang="en-US" dirty="0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98EA5D5-E755-3BD3-1FE1-17D49728F2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7031535"/>
              </p:ext>
            </p:extLst>
          </p:nvPr>
        </p:nvGraphicFramePr>
        <p:xfrm>
          <a:off x="1066800" y="252262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023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ED6AB7-FA87-590E-1412-23769502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6B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CDA2A5-33E3-5E98-E15C-5AA8423C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374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CE6366-FAA3-3ED4-3745-793AA46B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6C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4178AD-C807-4640-72BB-0A5B9112F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5936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CA899-E5C0-DCBB-A267-AC9A5DBE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6D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E4E6D5F2-A164-EEBD-54FE-734CA3FA61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5208567"/>
              </p:ext>
            </p:extLst>
          </p:nvPr>
        </p:nvGraphicFramePr>
        <p:xfrm>
          <a:off x="489284" y="2971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5E0E5BD-A389-5A44-49D7-2ABD18949C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1259613"/>
              </p:ext>
            </p:extLst>
          </p:nvPr>
        </p:nvGraphicFramePr>
        <p:xfrm>
          <a:off x="6264442" y="282742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28662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270D98-2E8D-771D-6F8C-19A87DB9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6E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CF3D2697-B7FF-F24C-D7CB-937FE9772C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7516996"/>
              </p:ext>
            </p:extLst>
          </p:nvPr>
        </p:nvGraphicFramePr>
        <p:xfrm>
          <a:off x="838200" y="274721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52D1E60-41D4-8CC4-905B-F2F621108C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25899"/>
              </p:ext>
            </p:extLst>
          </p:nvPr>
        </p:nvGraphicFramePr>
        <p:xfrm>
          <a:off x="6096000" y="274721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9315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A986E4-C6A6-A7AB-14DE-EEAEFF9C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6F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42451E-AD99-CA0B-AB78-9387AD439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346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773A75-4F3B-6335-40C4-FAD5F1B3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6G</a:t>
            </a:r>
            <a:endParaRPr kumimoji="1" lang="ja-JP" altLang="en-US" dirty="0"/>
          </a:p>
        </p:txBody>
      </p:sp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759A4A38-AB56-B43A-77A8-1FCD8E6922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3311530"/>
              </p:ext>
            </p:extLst>
          </p:nvPr>
        </p:nvGraphicFramePr>
        <p:xfrm>
          <a:off x="838200" y="319639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C2CBB41E-2339-7F07-B4BC-5183768865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228148"/>
              </p:ext>
            </p:extLst>
          </p:nvPr>
        </p:nvGraphicFramePr>
        <p:xfrm>
          <a:off x="6456947" y="319639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0402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B5270-654B-BA76-3EA7-0197FDE8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5A</a:t>
            </a:r>
            <a:endParaRPr kumimoji="1" lang="ja-JP" altLang="en-US" dirty="0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98AF33A-2CD2-CB68-E29E-75A367ABE6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9682174"/>
              </p:ext>
            </p:extLst>
          </p:nvPr>
        </p:nvGraphicFramePr>
        <p:xfrm>
          <a:off x="1524000" y="24424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38435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0AB6C1-3F09-8046-36FD-8B5411FA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5B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14AA2C-DEFF-D471-3A8D-EAB3E6A23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731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9B352-52F0-6BAA-FFFA-582B6CAE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5C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9F4481-31B2-F717-B4AE-A8385040D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19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7524FF-B82E-6F61-3621-C565B139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5D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710EB8A9-7C59-F637-CCC5-95E0685820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957260"/>
              </p:ext>
            </p:extLst>
          </p:nvPr>
        </p:nvGraphicFramePr>
        <p:xfrm>
          <a:off x="838200" y="27953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364DF2C-0C54-A2C5-DC0B-A5E21AEBB7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3304490"/>
              </p:ext>
            </p:extLst>
          </p:nvPr>
        </p:nvGraphicFramePr>
        <p:xfrm>
          <a:off x="6096000" y="26188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7405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039073-EFBE-5CDE-6F05-887FD314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5E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44DD24BE-3C85-1BF3-1C2F-F04FC52F7C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67077"/>
              </p:ext>
            </p:extLst>
          </p:nvPr>
        </p:nvGraphicFramePr>
        <p:xfrm>
          <a:off x="1243263" y="277929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5A79C76-9FDA-FA8C-0E73-24B354BB2A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2226529"/>
              </p:ext>
            </p:extLst>
          </p:nvPr>
        </p:nvGraphicFramePr>
        <p:xfrm>
          <a:off x="6096000" y="277929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70218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392645-9730-38D1-6D05-7AEC1769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5F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5C1FE1-7299-370D-7E7A-033573998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766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B437EE-EF32-5386-C9B9-2C43C9CD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5G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AF37521F-80EC-553B-41FA-AD7FCD3B68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219783"/>
              </p:ext>
            </p:extLst>
          </p:nvPr>
        </p:nvGraphicFramePr>
        <p:xfrm>
          <a:off x="328864" y="284346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72FFA24-178D-13DA-6D04-3B7A99E482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8966571"/>
              </p:ext>
            </p:extLst>
          </p:nvPr>
        </p:nvGraphicFramePr>
        <p:xfrm>
          <a:off x="6096000" y="268304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5954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F1DA3-4801-2415-B27D-C6EA8577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297095-76CB-9C21-C97D-9F86BE05C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BCF</a:t>
            </a:r>
            <a:r>
              <a:rPr kumimoji="1" lang="ja-JP" altLang="en-US" dirty="0"/>
              <a:t>は売買が起きない</a:t>
            </a:r>
            <a:endParaRPr kumimoji="1" lang="en-US" altLang="ja-JP" dirty="0"/>
          </a:p>
          <a:p>
            <a:r>
              <a:rPr kumimoji="1" lang="en-US" altLang="ja-JP" dirty="0" err="1"/>
              <a:t>ΔkW</a:t>
            </a:r>
            <a:r>
              <a:rPr kumimoji="1" lang="ja-JP" altLang="en-US" dirty="0"/>
              <a:t>より</a:t>
            </a:r>
            <a:r>
              <a:rPr kumimoji="1" lang="en-US" altLang="ja-JP" dirty="0"/>
              <a:t>ΔkW2</a:t>
            </a:r>
            <a:r>
              <a:rPr kumimoji="1" lang="ja-JP" altLang="en-US" dirty="0"/>
              <a:t>の方が売るタイミングが遅い</a:t>
            </a:r>
            <a:endParaRPr lang="en-US" altLang="ja-JP" dirty="0"/>
          </a:p>
          <a:p>
            <a:r>
              <a:rPr kumimoji="1" lang="en-US" altLang="ja-JP" dirty="0"/>
              <a:t>DE</a:t>
            </a:r>
            <a:r>
              <a:rPr kumimoji="1" lang="ja-JP" altLang="en-US" dirty="0"/>
              <a:t>の比較の場合、劣化量の優劣は電力価格に左右される。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12916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3113</TotalTime>
  <Words>165</Words>
  <Application>Microsoft Office PowerPoint</Application>
  <PresentationFormat>ワイド画面</PresentationFormat>
  <Paragraphs>85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５月SOC</vt:lpstr>
      <vt:lpstr>６月SOC</vt:lpstr>
      <vt:lpstr>6A</vt:lpstr>
      <vt:lpstr>6B</vt:lpstr>
      <vt:lpstr>6C</vt:lpstr>
      <vt:lpstr>6D</vt:lpstr>
      <vt:lpstr>6E</vt:lpstr>
      <vt:lpstr>6F</vt:lpstr>
      <vt:lpstr>6G</vt:lpstr>
      <vt:lpstr>5A</vt:lpstr>
      <vt:lpstr>5B</vt:lpstr>
      <vt:lpstr>5C</vt:lpstr>
      <vt:lpstr>5D</vt:lpstr>
      <vt:lpstr>5E</vt:lpstr>
      <vt:lpstr>5F</vt:lpstr>
      <vt:lpstr>5G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1</cp:revision>
  <dcterms:created xsi:type="dcterms:W3CDTF">2026-02-15T17:52:34Z</dcterms:created>
  <dcterms:modified xsi:type="dcterms:W3CDTF">2026-02-20T03:13:50Z</dcterms:modified>
</cp:coreProperties>
</file>