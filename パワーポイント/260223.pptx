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0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C5D064-095E-4EA2-B6D1-722747B38E29}" v="38" dt="2026-03-01T08:01:32.8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94660"/>
  </p:normalViewPr>
  <p:slideViewPr>
    <p:cSldViewPr snapToGrid="0">
      <p:cViewPr varScale="1">
        <p:scale>
          <a:sx n="56" d="100"/>
          <a:sy n="56" d="100"/>
        </p:scale>
        <p:origin x="7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tn.lzh →" userId="aae51206e0f3c209" providerId="LiveId" clId="{2B599A23-E6BC-4D57-BA0D-73F904748290}"/>
    <pc:docChg chg="undo custSel addSld delSld modSld">
      <pc:chgData name="kitn.lzh →" userId="aae51206e0f3c209" providerId="LiveId" clId="{2B599A23-E6BC-4D57-BA0D-73F904748290}" dt="2026-03-01T08:01:32.875" v="152" actId="14100"/>
      <pc:docMkLst>
        <pc:docMk/>
      </pc:docMkLst>
      <pc:sldChg chg="modSp mod">
        <pc:chgData name="kitn.lzh →" userId="aae51206e0f3c209" providerId="LiveId" clId="{2B599A23-E6BC-4D57-BA0D-73F904748290}" dt="2026-02-23T13:04:34.647" v="60" actId="20577"/>
        <pc:sldMkLst>
          <pc:docMk/>
          <pc:sldMk cId="413155326" sldId="256"/>
        </pc:sldMkLst>
        <pc:spChg chg="mod">
          <ac:chgData name="kitn.lzh →" userId="aae51206e0f3c209" providerId="LiveId" clId="{2B599A23-E6BC-4D57-BA0D-73F904748290}" dt="2026-02-23T13:04:34.647" v="60" actId="20577"/>
          <ac:spMkLst>
            <pc:docMk/>
            <pc:sldMk cId="413155326" sldId="256"/>
            <ac:spMk id="2" creationId="{D67A7F87-EBEA-3D94-12DD-5407BBD72914}"/>
          </ac:spMkLst>
        </pc:spChg>
      </pc:sldChg>
      <pc:sldChg chg="addSp delSp modSp new mod">
        <pc:chgData name="kitn.lzh →" userId="aae51206e0f3c209" providerId="LiveId" clId="{2B599A23-E6BC-4D57-BA0D-73F904748290}" dt="2026-02-23T13:07:47.968" v="92" actId="14100"/>
        <pc:sldMkLst>
          <pc:docMk/>
          <pc:sldMk cId="4279519514" sldId="257"/>
        </pc:sldMkLst>
        <pc:spChg chg="mod">
          <ac:chgData name="kitn.lzh →" userId="aae51206e0f3c209" providerId="LiveId" clId="{2B599A23-E6BC-4D57-BA0D-73F904748290}" dt="2026-02-23T13:03:55.005" v="27" actId="20577"/>
          <ac:spMkLst>
            <pc:docMk/>
            <pc:sldMk cId="4279519514" sldId="257"/>
            <ac:spMk id="2" creationId="{D2222C3B-80D0-237C-0868-4DE850D8BF49}"/>
          </ac:spMkLst>
        </pc:spChg>
        <pc:graphicFrameChg chg="add mod">
          <ac:chgData name="kitn.lzh →" userId="aae51206e0f3c209" providerId="LiveId" clId="{2B599A23-E6BC-4D57-BA0D-73F904748290}" dt="2026-02-23T13:07:47.968" v="92" actId="14100"/>
          <ac:graphicFrameMkLst>
            <pc:docMk/>
            <pc:sldMk cId="4279519514" sldId="257"/>
            <ac:graphicFrameMk id="10" creationId="{05BC7B07-21F4-A725-4576-B0891B63F3D5}"/>
          </ac:graphicFrameMkLst>
        </pc:graphicFrameChg>
      </pc:sldChg>
      <pc:sldChg chg="modSp new mod">
        <pc:chgData name="kitn.lzh →" userId="aae51206e0f3c209" providerId="LiveId" clId="{2B599A23-E6BC-4D57-BA0D-73F904748290}" dt="2026-02-23T13:04:41.713" v="66" actId="20577"/>
        <pc:sldMkLst>
          <pc:docMk/>
          <pc:sldMk cId="2184962968" sldId="258"/>
        </pc:sldMkLst>
        <pc:spChg chg="mod">
          <ac:chgData name="kitn.lzh →" userId="aae51206e0f3c209" providerId="LiveId" clId="{2B599A23-E6BC-4D57-BA0D-73F904748290}" dt="2026-02-23T13:04:41.713" v="66" actId="20577"/>
          <ac:spMkLst>
            <pc:docMk/>
            <pc:sldMk cId="2184962968" sldId="258"/>
            <ac:spMk id="2" creationId="{7488F524-E83C-267E-EA23-6F928138565D}"/>
          </ac:spMkLst>
        </pc:spChg>
      </pc:sldChg>
      <pc:sldChg chg="addSp delSp modSp add mod">
        <pc:chgData name="kitn.lzh →" userId="aae51206e0f3c209" providerId="LiveId" clId="{2B599A23-E6BC-4D57-BA0D-73F904748290}" dt="2026-02-23T13:08:09.865" v="98" actId="14100"/>
        <pc:sldMkLst>
          <pc:docMk/>
          <pc:sldMk cId="1689420326" sldId="260"/>
        </pc:sldMkLst>
        <pc:graphicFrameChg chg="add mod">
          <ac:chgData name="kitn.lzh →" userId="aae51206e0f3c209" providerId="LiveId" clId="{2B599A23-E6BC-4D57-BA0D-73F904748290}" dt="2026-02-23T13:08:09.865" v="98" actId="14100"/>
          <ac:graphicFrameMkLst>
            <pc:docMk/>
            <pc:sldMk cId="1689420326" sldId="260"/>
            <ac:graphicFrameMk id="4" creationId="{C5DF17F5-7FE1-9764-C6D6-6701B6F9B8FB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3-01T08:01:05.821" v="148" actId="14100"/>
        <pc:sldMkLst>
          <pc:docMk/>
          <pc:sldMk cId="3749688643" sldId="261"/>
        </pc:sldMkLst>
        <pc:spChg chg="mod">
          <ac:chgData name="kitn.lzh →" userId="aae51206e0f3c209" providerId="LiveId" clId="{2B599A23-E6BC-4D57-BA0D-73F904748290}" dt="2026-02-23T13:08:40.600" v="127" actId="20577"/>
          <ac:spMkLst>
            <pc:docMk/>
            <pc:sldMk cId="3749688643" sldId="261"/>
            <ac:spMk id="2" creationId="{19C82C1A-C4EF-6E4A-4A3D-EBCC3BB34370}"/>
          </ac:spMkLst>
        </pc:spChg>
        <pc:spChg chg="add del">
          <ac:chgData name="kitn.lzh →" userId="aae51206e0f3c209" providerId="LiveId" clId="{2B599A23-E6BC-4D57-BA0D-73F904748290}" dt="2026-03-01T08:00:27.433" v="140" actId="478"/>
          <ac:spMkLst>
            <pc:docMk/>
            <pc:sldMk cId="3749688643" sldId="261"/>
            <ac:spMk id="3" creationId="{616539E0-98C2-F664-1F70-8BE460B5A1D7}"/>
          </ac:spMkLst>
        </pc:spChg>
        <pc:graphicFrameChg chg="add mod">
          <ac:chgData name="kitn.lzh →" userId="aae51206e0f3c209" providerId="LiveId" clId="{2B599A23-E6BC-4D57-BA0D-73F904748290}" dt="2026-03-01T07:58:22.441" v="133"/>
          <ac:graphicFrameMkLst>
            <pc:docMk/>
            <pc:sldMk cId="3749688643" sldId="261"/>
            <ac:graphicFrameMk id="4" creationId="{FCDB5069-D70F-6A1F-F0D4-5B858F88F542}"/>
          </ac:graphicFrameMkLst>
        </pc:graphicFrameChg>
        <pc:graphicFrameChg chg="add mod">
          <ac:chgData name="kitn.lzh →" userId="aae51206e0f3c209" providerId="LiveId" clId="{2B599A23-E6BC-4D57-BA0D-73F904748290}" dt="2026-03-01T07:58:31.908" v="136" actId="14100"/>
          <ac:graphicFrameMkLst>
            <pc:docMk/>
            <pc:sldMk cId="3749688643" sldId="261"/>
            <ac:graphicFrameMk id="5" creationId="{833B5220-B546-6655-229B-944E82B63942}"/>
          </ac:graphicFrameMkLst>
        </pc:graphicFrameChg>
        <pc:graphicFrameChg chg="add del mod">
          <ac:chgData name="kitn.lzh →" userId="aae51206e0f3c209" providerId="LiveId" clId="{2B599A23-E6BC-4D57-BA0D-73F904748290}" dt="2026-03-01T08:00:59.686" v="144" actId="478"/>
          <ac:graphicFrameMkLst>
            <pc:docMk/>
            <pc:sldMk cId="3749688643" sldId="261"/>
            <ac:graphicFrameMk id="6" creationId="{D417932F-D1CC-8A96-1973-6C258178977D}"/>
          </ac:graphicFrameMkLst>
        </pc:graphicFrameChg>
        <pc:graphicFrameChg chg="add mod">
          <ac:chgData name="kitn.lzh →" userId="aae51206e0f3c209" providerId="LiveId" clId="{2B599A23-E6BC-4D57-BA0D-73F904748290}" dt="2026-03-01T08:01:05.821" v="148" actId="14100"/>
          <ac:graphicFrameMkLst>
            <pc:docMk/>
            <pc:sldMk cId="3749688643" sldId="261"/>
            <ac:graphicFrameMk id="7" creationId="{C86E374C-9E67-4288-FF41-24FA474578B7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3-01T08:01:32.875" v="152" actId="14100"/>
        <pc:sldMkLst>
          <pc:docMk/>
          <pc:sldMk cId="4060800952" sldId="262"/>
        </pc:sldMkLst>
        <pc:spChg chg="mod">
          <ac:chgData name="kitn.lzh →" userId="aae51206e0f3c209" providerId="LiveId" clId="{2B599A23-E6BC-4D57-BA0D-73F904748290}" dt="2026-02-23T13:08:46.772" v="131"/>
          <ac:spMkLst>
            <pc:docMk/>
            <pc:sldMk cId="4060800952" sldId="262"/>
            <ac:spMk id="2" creationId="{C4A48AA3-B3DC-4DDC-3129-7461932FA5E9}"/>
          </ac:spMkLst>
        </pc:spChg>
        <pc:spChg chg="del mod">
          <ac:chgData name="kitn.lzh →" userId="aae51206e0f3c209" providerId="LiveId" clId="{2B599A23-E6BC-4D57-BA0D-73F904748290}" dt="2026-03-01T08:00:42.406" v="141" actId="478"/>
          <ac:spMkLst>
            <pc:docMk/>
            <pc:sldMk cId="4060800952" sldId="262"/>
            <ac:spMk id="3" creationId="{2C4D7749-A198-F204-64F7-B97AF7AB45AE}"/>
          </ac:spMkLst>
        </pc:spChg>
        <pc:graphicFrameChg chg="add del mod">
          <ac:chgData name="kitn.lzh →" userId="aae51206e0f3c209" providerId="LiveId" clId="{2B599A23-E6BC-4D57-BA0D-73F904748290}" dt="2026-03-01T08:01:18.089" v="149" actId="478"/>
          <ac:graphicFrameMkLst>
            <pc:docMk/>
            <pc:sldMk cId="4060800952" sldId="262"/>
            <ac:graphicFrameMk id="4" creationId="{7470A83B-37F8-CA2C-2396-8D15F0D206B8}"/>
          </ac:graphicFrameMkLst>
        </pc:graphicFrameChg>
        <pc:graphicFrameChg chg="add mod">
          <ac:chgData name="kitn.lzh →" userId="aae51206e0f3c209" providerId="LiveId" clId="{2B599A23-E6BC-4D57-BA0D-73F904748290}" dt="2026-03-01T08:01:32.875" v="152" actId="14100"/>
          <ac:graphicFrameMkLst>
            <pc:docMk/>
            <pc:sldMk cId="4060800952" sldId="262"/>
            <ac:graphicFrameMk id="5" creationId="{40EC1DF1-3CCD-3336-9B1C-457C76714D5A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7B861D-997E-8715-54B1-BC8E73E2E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5A4D1EE-452D-9650-D99F-C7D40FBB2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FF558C-1077-E867-AED8-7B0F085D6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13BA-3270-440D-9B69-22E6FDA3B8B7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A42458-B8B2-9A65-5E56-00B5645E4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F85FF1-DD97-E0FA-2F92-15414B84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3417-766D-4C9E-8378-35EC468DB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9437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67BE4C-1631-4A54-B1A9-D98E38827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D04F2C-A0AA-A3B6-0B2A-8D4506A98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EF8FB7-1343-74D7-C35A-BAB45CD97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13BA-3270-440D-9B69-22E6FDA3B8B7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2C6B96-619A-B588-6F13-9DC6024EB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149FBE-EAD8-E6EF-5980-A1054A19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3417-766D-4C9E-8378-35EC468DB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6686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E0DFC3-E0C2-1DB7-B729-07BEBB37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01690F-1385-8707-A6CB-70C9456B5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28E384-B145-0D5F-B192-0A52700C0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13BA-3270-440D-9B69-22E6FDA3B8B7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090CC5-4495-1144-F51F-D48955E7D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643F69-0535-34AF-F3D4-A3AE1E19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3417-766D-4C9E-8378-35EC468DB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4977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8A3275-99F4-D3A9-8283-B5D23A856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820776-EFD3-560D-9F6D-68E68447CB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701A68-AF20-B3FE-3D21-A9434A65C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BBBD47-EE94-16F1-E451-D5CC5ABC9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13BA-3270-440D-9B69-22E6FDA3B8B7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E504C2-F273-9E5D-4A54-E02529EF4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B8D4759-F5DB-B89E-8B8D-B6EB1C9A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3417-766D-4C9E-8378-35EC468DB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647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52046C-83C2-4331-338E-905D29313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E37D82D-EF1D-9D58-E91F-E3E10B4D3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5E68DC-B87A-0567-40F7-EF4D3657C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E6EB1C0-F78E-4718-0688-C1B83488A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A4B5AA9-8973-47B7-1F02-409B21CD80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7DD9CFC-8FF9-5251-B66D-4097D7B4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13BA-3270-440D-9B69-22E6FDA3B8B7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AC6E66-D4F6-6422-EBDA-B739B2C19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A2BD3F5-62F2-6BCB-5AA6-F611AA9F4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3417-766D-4C9E-8378-35EC468DB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2392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68319D-26E4-FF0D-9C3A-AB32A1E1E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5B0A01E-3867-3B92-BE5E-CE95E738B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13BA-3270-440D-9B69-22E6FDA3B8B7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058559-1EDE-8462-9D46-56D68DB97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3CB1EAF-8FF0-9AF0-1E63-22281E3A8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3417-766D-4C9E-8378-35EC468DB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8597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1F9C5A8-7A11-F23E-129D-3A7B17AAC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13BA-3270-440D-9B69-22E6FDA3B8B7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15BE74F-20F8-9D32-8D9B-803A6742B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4C795F-5534-6924-DBC9-1D59F3EB9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3417-766D-4C9E-8378-35EC468DB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8882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CD1860-0E68-F471-7C9A-4A8759F08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0DEB55-3028-BCCB-D7C8-EA7C34711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2B2F38-454F-F618-9190-9D25BBEAD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040B806-60D0-F2A8-D3B0-6F11576C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13BA-3270-440D-9B69-22E6FDA3B8B7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E31C07-54D5-B75C-F5E1-B7A8B016C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AB7043-2C7F-450B-3397-57FCAB5B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3417-766D-4C9E-8378-35EC468DB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1949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AD49A2-DCC3-8507-AF65-4EF2A20A7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62EBBFE-EB4E-7103-8FDF-3FC906D2F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D3BBB39-8339-B9AE-38D1-90A27002A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9006C8-AFE5-EF23-7A2D-507AA53DF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13BA-3270-440D-9B69-22E6FDA3B8B7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A5EE22-533B-FC44-8492-CC75A6649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8940AB-1609-3EC0-0C9A-B8E2BF42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3417-766D-4C9E-8378-35EC468DB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5432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9C2183-C29B-B073-DFA7-51FB93A14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C27152-71EC-07B7-F983-1D5D247F5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1D0899-8417-E94A-4C69-114EC03B4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13BA-3270-440D-9B69-22E6FDA3B8B7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78893F-5AEC-A7C7-EA0A-7B5989BA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0FA896-EA5C-62A4-48E0-5FCB2D642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3417-766D-4C9E-8378-35EC468DB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5981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2DAE461-E130-1EE2-3391-EBE252FFF2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1406B6F-7A64-E6E3-9580-03C5C3257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190636-656E-BDF9-1272-4D7BF4018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13BA-3270-440D-9B69-22E6FDA3B8B7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DCC23B-6986-04D4-B24C-2EB0B8D01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0526BA-C8DB-CA08-5A76-029B2A617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3417-766D-4C9E-8378-35EC468DB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4103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C537B5E-2E3E-C116-7C5B-380233A04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3147B14-033F-B69C-3534-986C502D2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2838AB-FB54-703E-0EB9-DF02225DB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913BA-3270-440D-9B69-22E6FDA3B8B7}" type="datetimeFigureOut">
              <a:rPr kumimoji="1" lang="ja-JP" altLang="en-US" smtClean="0"/>
              <a:t>2026/2/28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CC20EB-C6D5-2632-EC53-199DC337D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D8DD7D-570E-DDCA-3A46-DF100D712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83417-766D-4C9E-8378-35EC468DB3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1748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7A7F87-EBEA-3D94-12DD-5407BBD729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次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43176E7-0D23-9B43-B830-0957B3A969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155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222C3B-80D0-237C-0868-4DE850D8B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クラスタ分類数　８</a:t>
            </a:r>
          </a:p>
        </p:txBody>
      </p:sp>
      <p:graphicFrame>
        <p:nvGraphicFramePr>
          <p:cNvPr id="10" name="オブジェクト 9">
            <a:extLst>
              <a:ext uri="{FF2B5EF4-FFF2-40B4-BE49-F238E27FC236}">
                <a16:creationId xmlns:a16="http://schemas.microsoft.com/office/drawing/2014/main" id="{05BC7B07-21F4-A725-4576-B0891B63F3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9181379"/>
              </p:ext>
            </p:extLst>
          </p:nvPr>
        </p:nvGraphicFramePr>
        <p:xfrm>
          <a:off x="1036632" y="1483743"/>
          <a:ext cx="8267282" cy="5009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552800" imgH="2152624" progId="Excel.Sheet.12">
                  <p:embed/>
                </p:oleObj>
              </mc:Choice>
              <mc:Fallback>
                <p:oleObj name="Worksheet" r:id="rId2" imgW="3552800" imgH="2152624" progId="Excel.Sheet.12">
                  <p:embed/>
                  <p:pic>
                    <p:nvPicPr>
                      <p:cNvPr id="10" name="オブジェクト 9">
                        <a:extLst>
                          <a:ext uri="{FF2B5EF4-FFF2-40B4-BE49-F238E27FC236}">
                            <a16:creationId xmlns:a16="http://schemas.microsoft.com/office/drawing/2014/main" id="{05BC7B07-21F4-A725-4576-B0891B63F3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36632" y="1483743"/>
                        <a:ext cx="8267282" cy="50091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9519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C82C1A-C4EF-6E4A-4A3D-EBCC3BB3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重心該当日引用</a:t>
            </a:r>
          </a:p>
        </p:txBody>
      </p:sp>
      <p:graphicFrame>
        <p:nvGraphicFramePr>
          <p:cNvPr id="7" name="オブジェクト 6">
            <a:extLst>
              <a:ext uri="{FF2B5EF4-FFF2-40B4-BE49-F238E27FC236}">
                <a16:creationId xmlns:a16="http://schemas.microsoft.com/office/drawing/2014/main" id="{C86E374C-9E67-4288-FF41-24FA474578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1691358"/>
              </p:ext>
            </p:extLst>
          </p:nvPr>
        </p:nvGraphicFramePr>
        <p:xfrm>
          <a:off x="597461" y="1642970"/>
          <a:ext cx="10271821" cy="3843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753259" imgH="2152624" progId="Excel.Sheet.12">
                  <p:embed/>
                </p:oleObj>
              </mc:Choice>
              <mc:Fallback>
                <p:oleObj name="Worksheet" r:id="rId2" imgW="5753259" imgH="2152624" progId="Excel.Sheet.12">
                  <p:embed/>
                  <p:pic>
                    <p:nvPicPr>
                      <p:cNvPr id="7" name="オブジェクト 6">
                        <a:extLst>
                          <a:ext uri="{FF2B5EF4-FFF2-40B4-BE49-F238E27FC236}">
                            <a16:creationId xmlns:a16="http://schemas.microsoft.com/office/drawing/2014/main" id="{C86E374C-9E67-4288-FF41-24FA474578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7461" y="1642970"/>
                        <a:ext cx="10271821" cy="3843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9688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88F524-E83C-267E-EA23-6F9281385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A8680A-52EE-F3E2-6761-15EE49F9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4962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EBADC-C7A7-E9BD-9F36-4D3105A3C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EE361E-2DA7-1BE7-4F6B-D3E8FE8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クラスタ分類数　８</a:t>
            </a:r>
          </a:p>
        </p:txBody>
      </p:sp>
      <p:graphicFrame>
        <p:nvGraphicFramePr>
          <p:cNvPr id="4" name="オブジェクト 3">
            <a:extLst>
              <a:ext uri="{FF2B5EF4-FFF2-40B4-BE49-F238E27FC236}">
                <a16:creationId xmlns:a16="http://schemas.microsoft.com/office/drawing/2014/main" id="{C5DF17F5-7FE1-9764-C6D6-6701B6F9B8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157405"/>
              </p:ext>
            </p:extLst>
          </p:nvPr>
        </p:nvGraphicFramePr>
        <p:xfrm>
          <a:off x="1449238" y="2113299"/>
          <a:ext cx="6745856" cy="4223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438630" imgH="2152624" progId="Excel.Sheet.12">
                  <p:embed/>
                </p:oleObj>
              </mc:Choice>
              <mc:Fallback>
                <p:oleObj name="Worksheet" r:id="rId2" imgW="3438630" imgH="2152624" progId="Excel.Sheet.12">
                  <p:embed/>
                  <p:pic>
                    <p:nvPicPr>
                      <p:cNvPr id="4" name="オブジェクト 3">
                        <a:extLst>
                          <a:ext uri="{FF2B5EF4-FFF2-40B4-BE49-F238E27FC236}">
                            <a16:creationId xmlns:a16="http://schemas.microsoft.com/office/drawing/2014/main" id="{C5DF17F5-7FE1-9764-C6D6-6701B6F9B8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49238" y="2113299"/>
                        <a:ext cx="6745856" cy="42231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9420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A48AA3-B3DC-4DDC-3129-7461932FA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重心該当日引用</a:t>
            </a:r>
            <a:endParaRPr kumimoji="1" lang="ja-JP" altLang="en-US" dirty="0"/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40EC1DF1-3CCD-3336-9B1C-457C76714D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434619"/>
              </p:ext>
            </p:extLst>
          </p:nvPr>
        </p:nvGraphicFramePr>
        <p:xfrm>
          <a:off x="168015" y="1690688"/>
          <a:ext cx="11146799" cy="3709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753259" imgH="1914564" progId="Excel.Sheet.12">
                  <p:embed/>
                </p:oleObj>
              </mc:Choice>
              <mc:Fallback>
                <p:oleObj name="Worksheet" r:id="rId2" imgW="5753259" imgH="1914564" progId="Excel.Sheet.12">
                  <p:embed/>
                  <p:pic>
                    <p:nvPicPr>
                      <p:cNvPr id="5" name="オブジェクト 4">
                        <a:extLst>
                          <a:ext uri="{FF2B5EF4-FFF2-40B4-BE49-F238E27FC236}">
                            <a16:creationId xmlns:a16="http://schemas.microsoft.com/office/drawing/2014/main" id="{40EC1DF1-3CCD-3336-9B1C-457C76714D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8015" y="1690688"/>
                        <a:ext cx="11146799" cy="37094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0800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1912</TotalTime>
  <Words>18</Words>
  <Application>Microsoft Office PowerPoint</Application>
  <PresentationFormat>ワイド画面</PresentationFormat>
  <Paragraphs>6</Paragraphs>
  <Slides>6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2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Worksheet</vt:lpstr>
      <vt:lpstr>Microsoft Excel ワークシート</vt:lpstr>
      <vt:lpstr>1次</vt:lpstr>
      <vt:lpstr>クラスタ分類数　８</vt:lpstr>
      <vt:lpstr>重心該当日引用</vt:lpstr>
      <vt:lpstr>2次</vt:lpstr>
      <vt:lpstr>クラスタ分類数　８</vt:lpstr>
      <vt:lpstr>重心該当日引用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kitn.lzh →</dc:creator>
  <cp:lastModifiedBy>kitn.lzh →</cp:lastModifiedBy>
  <cp:revision>1</cp:revision>
  <dcterms:created xsi:type="dcterms:W3CDTF">2026-02-23T13:02:32Z</dcterms:created>
  <dcterms:modified xsi:type="dcterms:W3CDTF">2026-03-01T08:01:40Z</dcterms:modified>
</cp:coreProperties>
</file>