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45" y="6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1C43C2-CE5E-ADF1-8750-C094520CC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2784B9-5F4C-4F75-E72B-3A1A474F0B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888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F6460F-E131-AA4E-6AA3-A2C913DB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目的関数値</a:t>
            </a:r>
            <a:r>
              <a:rPr kumimoji="1" lang="en-US" altLang="ja-JP" dirty="0"/>
              <a:t>-9692.920</a:t>
            </a:r>
            <a:br>
              <a:rPr kumimoji="1" lang="en-US" altLang="ja-JP" dirty="0"/>
            </a:br>
            <a:r>
              <a:rPr kumimoji="1" lang="en-US" altLang="ja-JP" dirty="0"/>
              <a:t>5</a:t>
            </a:r>
            <a:r>
              <a:rPr kumimoji="1" lang="ja-JP" altLang="en-US" dirty="0"/>
              <a:t>月</a:t>
            </a:r>
            <a:r>
              <a:rPr kumimoji="1" lang="en-US" altLang="ja-JP" dirty="0"/>
              <a:t>2</a:t>
            </a:r>
            <a:r>
              <a:rPr kumimoji="1" lang="ja-JP" altLang="en-US" dirty="0"/>
              <a:t>日のデータ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E16BD94-594B-94B1-3A2C-C213527FB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2026210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03A0ED-A857-E953-E2F2-F9BDDAF5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目的関数値</a:t>
            </a:r>
            <a:r>
              <a:rPr lang="en-US" altLang="ja-JP" dirty="0"/>
              <a:t>-9754.651</a:t>
            </a:r>
            <a:br>
              <a:rPr kumimoji="1" lang="en-US" altLang="ja-JP" dirty="0"/>
            </a:br>
            <a:r>
              <a:rPr kumimoji="1" lang="en-US" altLang="ja-JP" dirty="0"/>
              <a:t>6</a:t>
            </a:r>
            <a:r>
              <a:rPr kumimoji="1" lang="ja-JP" altLang="en-US" dirty="0"/>
              <a:t>月</a:t>
            </a:r>
            <a:r>
              <a:rPr kumimoji="1" lang="en-US" altLang="ja-JP" dirty="0"/>
              <a:t>27</a:t>
            </a:r>
            <a:r>
              <a:rPr kumimoji="1" lang="ja-JP" altLang="en-US" dirty="0"/>
              <a:t>日のデータ</a:t>
            </a:r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7C66CA76-8BE8-0F82-2094-0C91AB697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26098776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マディソン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TM16401375[[fn=マディソン]]</Template>
  <TotalTime>139</TotalTime>
  <Words>22</Words>
  <Application>Microsoft Office PowerPoint</Application>
  <PresentationFormat>ワイド画面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Arial</vt:lpstr>
      <vt:lpstr>MS Shell Dlg 2</vt:lpstr>
      <vt:lpstr>Wingdings</vt:lpstr>
      <vt:lpstr>Wingdings 3</vt:lpstr>
      <vt:lpstr>マディソン</vt:lpstr>
      <vt:lpstr>PowerPoint プレゼンテーション</vt:lpstr>
      <vt:lpstr>目的関数値-9692.920 5月2日のデータ</vt:lpstr>
      <vt:lpstr>目的関数値-9754.651 6月27日のデータ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2</cp:revision>
  <dcterms:created xsi:type="dcterms:W3CDTF">2025-06-13T07:23:03Z</dcterms:created>
  <dcterms:modified xsi:type="dcterms:W3CDTF">2025-06-13T09:42:17Z</dcterms:modified>
</cp:coreProperties>
</file>