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54" d="100"/>
          <a:sy n="54" d="100"/>
        </p:scale>
        <p:origin x="45" y="6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6/24/2025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6/24/2025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E5059C3-6A89-4494-99FF-5A4D6FFD50EB}" type="datetimeFigureOut">
              <a:rPr lang="en-US" dirty="0"/>
              <a:t>6/24/2025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6/24/2025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609285" y="2851331"/>
            <a:ext cx="3893623"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666635" y="2851331"/>
            <a:ext cx="3899798" cy="307143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6/24/2025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6/24/2025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6/24/2025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D525BB-DA17-4BA0-B3C8-3AC3ABC827E6}" type="datetimeFigureOut">
              <a:rPr lang="en-US" dirty="0"/>
              <a:t>6/24/2025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16C4C9A-3960-41CF-A4E9-2A8FB932454B}" type="datetimeFigureOut">
              <a:rPr lang="en-US" dirty="0"/>
              <a:t>6/24/2025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6/24/2025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6/24/2025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6/24/2025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kumimoji="1"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kumimoji="1"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kumimoji="1" sz="1200" kern="120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1C2ED7-391D-DA98-5E9B-436071D43E9B}"/>
              </a:ext>
            </a:extLst>
          </p:cNvPr>
          <p:cNvSpPr>
            <a:spLocks noGrp="1"/>
          </p:cNvSpPr>
          <p:nvPr>
            <p:ph type="ctrTitle"/>
          </p:nvPr>
        </p:nvSpPr>
        <p:spPr/>
        <p:txBody>
          <a:bodyPr/>
          <a:lstStyle/>
          <a:p>
            <a:r>
              <a:rPr kumimoji="1" lang="en-US" altLang="ja-JP" dirty="0"/>
              <a:t>6</a:t>
            </a:r>
            <a:r>
              <a:rPr kumimoji="1" lang="ja-JP" altLang="en-US" dirty="0"/>
              <a:t>月</a:t>
            </a:r>
            <a:r>
              <a:rPr lang="en-US" altLang="ja-JP" dirty="0"/>
              <a:t>24</a:t>
            </a:r>
            <a:r>
              <a:rPr kumimoji="1" lang="ja-JP" altLang="en-US" dirty="0"/>
              <a:t>日</a:t>
            </a:r>
          </a:p>
        </p:txBody>
      </p:sp>
      <p:sp>
        <p:nvSpPr>
          <p:cNvPr id="3" name="字幕 2">
            <a:extLst>
              <a:ext uri="{FF2B5EF4-FFF2-40B4-BE49-F238E27FC236}">
                <a16:creationId xmlns:a16="http://schemas.microsoft.com/office/drawing/2014/main" id="{0934EBE7-37C4-DB29-9745-3CFEFEDE2CA5}"/>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2477428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BABA88-1397-D1BC-F9B8-3600DE9D73C4}"/>
              </a:ext>
            </a:extLst>
          </p:cNvPr>
          <p:cNvSpPr>
            <a:spLocks noGrp="1"/>
          </p:cNvSpPr>
          <p:nvPr>
            <p:ph type="title"/>
          </p:nvPr>
        </p:nvSpPr>
        <p:spPr/>
        <p:txBody>
          <a:bodyPr/>
          <a:lstStyle/>
          <a:p>
            <a:r>
              <a:rPr lang="en-US" altLang="ja-JP" dirty="0"/>
              <a:t>6</a:t>
            </a:r>
            <a:r>
              <a:rPr kumimoji="1" lang="ja-JP" altLang="en-US"/>
              <a:t>月</a:t>
            </a:r>
            <a:r>
              <a:rPr kumimoji="1" lang="ja-JP" altLang="en-US" dirty="0"/>
              <a:t>のデータ</a:t>
            </a:r>
            <a:br>
              <a:rPr lang="en-US" altLang="ja-JP" dirty="0"/>
            </a:br>
            <a:r>
              <a:rPr lang="en-US" altLang="ja-JP" dirty="0"/>
              <a:t>-9692.574</a:t>
            </a:r>
            <a:endParaRPr kumimoji="1" lang="ja-JP" altLang="en-US" dirty="0"/>
          </a:p>
        </p:txBody>
      </p:sp>
      <p:pic>
        <p:nvPicPr>
          <p:cNvPr id="7" name="コンテンツ プレースホルダー 6">
            <a:extLst>
              <a:ext uri="{FF2B5EF4-FFF2-40B4-BE49-F238E27FC236}">
                <a16:creationId xmlns:a16="http://schemas.microsoft.com/office/drawing/2014/main" id="{08E1B91F-5332-1F4A-F4ED-B80E690B94DD}"/>
              </a:ext>
            </a:extLst>
          </p:cNvPr>
          <p:cNvPicPr>
            <a:picLocks noGrp="1" noChangeAspect="1"/>
          </p:cNvPicPr>
          <p:nvPr>
            <p:ph idx="1"/>
          </p:nvPr>
        </p:nvPicPr>
        <p:blipFill>
          <a:blip r:embed="rId2"/>
          <a:stretch>
            <a:fillRect/>
          </a:stretch>
        </p:blipFill>
        <p:spPr>
          <a:xfrm>
            <a:off x="2773363" y="2116187"/>
            <a:ext cx="7796212" cy="3870227"/>
          </a:xfrm>
        </p:spPr>
      </p:pic>
    </p:spTree>
    <p:extLst>
      <p:ext uri="{BB962C8B-B14F-4D97-AF65-F5344CB8AC3E}">
        <p14:creationId xmlns:p14="http://schemas.microsoft.com/office/powerpoint/2010/main" val="1017463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E669B1-DC98-E734-F665-D37BD8C150E0}"/>
              </a:ext>
            </a:extLst>
          </p:cNvPr>
          <p:cNvSpPr>
            <a:spLocks noGrp="1"/>
          </p:cNvSpPr>
          <p:nvPr>
            <p:ph type="title"/>
          </p:nvPr>
        </p:nvSpPr>
        <p:spPr/>
        <p:txBody>
          <a:bodyPr>
            <a:normAutofit fontScale="90000"/>
          </a:bodyPr>
          <a:lstStyle/>
          <a:p>
            <a:r>
              <a:rPr lang="en-US" altLang="ja-JP" dirty="0"/>
              <a:t>5</a:t>
            </a:r>
            <a:r>
              <a:rPr kumimoji="1" lang="ja-JP" altLang="en-US" dirty="0"/>
              <a:t>月のデータ</a:t>
            </a:r>
            <a:br>
              <a:rPr lang="en-US" altLang="ja-JP" dirty="0"/>
            </a:br>
            <a:r>
              <a:rPr lang="en-US" altLang="ja-JP" dirty="0"/>
              <a:t>-9754.302</a:t>
            </a:r>
            <a:br>
              <a:rPr lang="en-US" altLang="ja-JP" dirty="0"/>
            </a:br>
            <a:endParaRPr kumimoji="1" lang="ja-JP" altLang="en-US" dirty="0"/>
          </a:p>
        </p:txBody>
      </p:sp>
      <p:pic>
        <p:nvPicPr>
          <p:cNvPr id="7" name="コンテンツ プレースホルダー 6">
            <a:extLst>
              <a:ext uri="{FF2B5EF4-FFF2-40B4-BE49-F238E27FC236}">
                <a16:creationId xmlns:a16="http://schemas.microsoft.com/office/drawing/2014/main" id="{127B4DCC-EF5D-065E-E82B-4A6DDF9DC2BE}"/>
              </a:ext>
            </a:extLst>
          </p:cNvPr>
          <p:cNvPicPr>
            <a:picLocks noGrp="1" noChangeAspect="1"/>
          </p:cNvPicPr>
          <p:nvPr>
            <p:ph idx="1"/>
          </p:nvPr>
        </p:nvPicPr>
        <p:blipFill>
          <a:blip r:embed="rId2"/>
          <a:stretch>
            <a:fillRect/>
          </a:stretch>
        </p:blipFill>
        <p:spPr>
          <a:xfrm>
            <a:off x="2773363" y="2116187"/>
            <a:ext cx="7796212" cy="3870227"/>
          </a:xfrm>
        </p:spPr>
      </p:pic>
    </p:spTree>
    <p:extLst>
      <p:ext uri="{BB962C8B-B14F-4D97-AF65-F5344CB8AC3E}">
        <p14:creationId xmlns:p14="http://schemas.microsoft.com/office/powerpoint/2010/main" val="274878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D607D5-D258-9491-DEDC-C9F131937E48}"/>
              </a:ext>
            </a:extLst>
          </p:cNvPr>
          <p:cNvSpPr>
            <a:spLocks noGrp="1"/>
          </p:cNvSpPr>
          <p:nvPr>
            <p:ph type="title"/>
          </p:nvPr>
        </p:nvSpPr>
        <p:spPr/>
        <p:txBody>
          <a:bodyPr/>
          <a:lstStyle/>
          <a:p>
            <a:r>
              <a:rPr lang="ja-JP" altLang="en-US"/>
              <a:t>考察</a:t>
            </a:r>
            <a:endParaRPr kumimoji="1" lang="ja-JP" altLang="en-US"/>
          </a:p>
        </p:txBody>
      </p:sp>
      <p:sp>
        <p:nvSpPr>
          <p:cNvPr id="3" name="コンテンツ プレースホルダー 2">
            <a:extLst>
              <a:ext uri="{FF2B5EF4-FFF2-40B4-BE49-F238E27FC236}">
                <a16:creationId xmlns:a16="http://schemas.microsoft.com/office/drawing/2014/main" id="{3BEF1F68-673E-7EB1-664D-991E246D79F9}"/>
              </a:ext>
            </a:extLst>
          </p:cNvPr>
          <p:cNvSpPr>
            <a:spLocks noGrp="1"/>
          </p:cNvSpPr>
          <p:nvPr>
            <p:ph idx="1"/>
          </p:nvPr>
        </p:nvSpPr>
        <p:spPr/>
        <p:txBody>
          <a:bodyPr/>
          <a:lstStyle/>
          <a:p>
            <a:r>
              <a:rPr lang="ja-JP" altLang="en-US" dirty="0"/>
              <a:t>目的関数の</a:t>
            </a:r>
            <a:r>
              <a:rPr lang="en-US" altLang="ja-JP" dirty="0"/>
              <a:t>Si</a:t>
            </a:r>
            <a:r>
              <a:rPr lang="ja-JP" altLang="en-US" dirty="0"/>
              <a:t>を変更したことにより、目的関数値がどちらとも大幅に大きくなった。</a:t>
            </a:r>
            <a:endParaRPr lang="en-US" altLang="ja-JP" dirty="0"/>
          </a:p>
          <a:p>
            <a:r>
              <a:rPr lang="en-US" altLang="ja-JP" dirty="0"/>
              <a:t>Si</a:t>
            </a:r>
            <a:r>
              <a:rPr lang="ja-JP" altLang="en-US" dirty="0"/>
              <a:t>が折れ線関数の値になったことによりスポット市場の値の制約が変わっている。</a:t>
            </a:r>
            <a:endParaRPr lang="en-US" altLang="ja-JP" dirty="0"/>
          </a:p>
          <a:p>
            <a:endParaRPr kumimoji="1" lang="ja-JP" altLang="en-US" dirty="0"/>
          </a:p>
        </p:txBody>
      </p:sp>
    </p:spTree>
    <p:extLst>
      <p:ext uri="{BB962C8B-B14F-4D97-AF65-F5344CB8AC3E}">
        <p14:creationId xmlns:p14="http://schemas.microsoft.com/office/powerpoint/2010/main" val="903274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A09620-6E4C-CB1D-EA62-10261EECD400}"/>
              </a:ext>
            </a:extLst>
          </p:cNvPr>
          <p:cNvSpPr>
            <a:spLocks noGrp="1"/>
          </p:cNvSpPr>
          <p:nvPr>
            <p:ph type="title"/>
          </p:nvPr>
        </p:nvSpPr>
        <p:spPr/>
        <p:txBody>
          <a:bodyPr/>
          <a:lstStyle/>
          <a:p>
            <a:r>
              <a:rPr kumimoji="1" lang="ja-JP" altLang="en-US" dirty="0"/>
              <a:t>劣化の合計値</a:t>
            </a:r>
          </a:p>
        </p:txBody>
      </p:sp>
      <p:sp>
        <p:nvSpPr>
          <p:cNvPr id="3" name="コンテンツ プレースホルダー 2">
            <a:extLst>
              <a:ext uri="{FF2B5EF4-FFF2-40B4-BE49-F238E27FC236}">
                <a16:creationId xmlns:a16="http://schemas.microsoft.com/office/drawing/2014/main" id="{7069C88A-7C89-2C87-58AE-28555EF6FEA7}"/>
              </a:ext>
            </a:extLst>
          </p:cNvPr>
          <p:cNvSpPr>
            <a:spLocks noGrp="1"/>
          </p:cNvSpPr>
          <p:nvPr>
            <p:ph idx="1"/>
          </p:nvPr>
        </p:nvSpPr>
        <p:spPr/>
        <p:txBody>
          <a:bodyPr/>
          <a:lstStyle/>
          <a:p>
            <a:r>
              <a:rPr kumimoji="1" lang="en-US" altLang="ja-JP" dirty="0"/>
              <a:t>5</a:t>
            </a:r>
            <a:r>
              <a:rPr lang="ja-JP" altLang="en-US" dirty="0"/>
              <a:t>月分　 </a:t>
            </a:r>
            <a:r>
              <a:rPr lang="en-US" altLang="ja-JP" dirty="0"/>
              <a:t>3711.5434</a:t>
            </a:r>
            <a:endParaRPr kumimoji="1" lang="en-US" altLang="ja-JP" dirty="0"/>
          </a:p>
          <a:p>
            <a:r>
              <a:rPr lang="en-US" altLang="ja-JP" dirty="0"/>
              <a:t>6</a:t>
            </a:r>
            <a:r>
              <a:rPr lang="ja-JP" altLang="en-US" dirty="0"/>
              <a:t>月分　</a:t>
            </a:r>
            <a:r>
              <a:rPr lang="en-US" altLang="ja-JP" dirty="0"/>
              <a:t> 3694.2969</a:t>
            </a:r>
            <a:endParaRPr kumimoji="1" lang="ja-JP" altLang="en-US" dirty="0"/>
          </a:p>
        </p:txBody>
      </p:sp>
    </p:spTree>
    <p:extLst>
      <p:ext uri="{BB962C8B-B14F-4D97-AF65-F5344CB8AC3E}">
        <p14:creationId xmlns:p14="http://schemas.microsoft.com/office/powerpoint/2010/main" val="32135702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マディソン">
  <a:themeElements>
    <a:clrScheme name="Madison">
      <a:dk1>
        <a:sysClr val="windowText" lastClr="000000"/>
      </a:dk1>
      <a:lt1>
        <a:sysClr val="window" lastClr="FFFFFF"/>
      </a:lt1>
      <a:dk2>
        <a:srgbClr val="2C2D1F"/>
      </a:dk2>
      <a:lt2>
        <a:srgbClr val="FAF2C5"/>
      </a:lt2>
      <a:accent1>
        <a:srgbClr val="EA9736"/>
      </a:accent1>
      <a:accent2>
        <a:srgbClr val="EACF56"/>
      </a:accent2>
      <a:accent3>
        <a:srgbClr val="77D4D6"/>
      </a:accent3>
      <a:accent4>
        <a:srgbClr val="54AFDC"/>
      </a:accent4>
      <a:accent5>
        <a:srgbClr val="88C363"/>
      </a:accent5>
      <a:accent6>
        <a:srgbClr val="D9D899"/>
      </a:accent6>
      <a:hlink>
        <a:srgbClr val="A7A574"/>
      </a:hlink>
      <a:folHlink>
        <a:srgbClr val="8B887A"/>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9B359FC9-1E88-4883-B31D-CCECAE2A7B38}"/>
    </a:ext>
  </a:extLst>
</a:theme>
</file>

<file path=docProps/app.xml><?xml version="1.0" encoding="utf-8"?>
<Properties xmlns="http://schemas.openxmlformats.org/officeDocument/2006/extended-properties" xmlns:vt="http://schemas.openxmlformats.org/officeDocument/2006/docPropsVTypes">
  <Template>TM16401375[[fn=マディソン]]</Template>
  <TotalTime>715</TotalTime>
  <Words>71</Words>
  <Application>Microsoft Office PowerPoint</Application>
  <PresentationFormat>ワイド画面</PresentationFormat>
  <Paragraphs>9</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Arial</vt:lpstr>
      <vt:lpstr>MS Shell Dlg 2</vt:lpstr>
      <vt:lpstr>Wingdings</vt:lpstr>
      <vt:lpstr>Wingdings 3</vt:lpstr>
      <vt:lpstr>マディソン</vt:lpstr>
      <vt:lpstr>6月24日</vt:lpstr>
      <vt:lpstr>6月のデータ -9692.574</vt:lpstr>
      <vt:lpstr>5月のデータ -9754.302 </vt:lpstr>
      <vt:lpstr>考察</vt:lpstr>
      <vt:lpstr>劣化の合計値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kitn.lzh →</dc:creator>
  <cp:lastModifiedBy>kitn.lzh →</cp:lastModifiedBy>
  <cp:revision>6</cp:revision>
  <dcterms:created xsi:type="dcterms:W3CDTF">2025-06-20T09:10:19Z</dcterms:created>
  <dcterms:modified xsi:type="dcterms:W3CDTF">2025-06-24T08:15:45Z</dcterms:modified>
</cp:coreProperties>
</file>