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54" d="100"/>
          <a:sy n="54" d="100"/>
        </p:scale>
        <p:origin x="45" y="6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6/16/2025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6/16/2025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6/16/2025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6/16/2025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6/16/2025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6/16/2025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6/16/2025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6/16/2025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6/16/2025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6/16/2025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6/16/2025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6/16/2025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kumimoji="1"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7A4F5D-6AE5-9D6D-67EE-D85884EB86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0616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2722E94-4FCA-7CE5-7780-F4A976E93B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7290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B1B54D-1587-776F-557A-AD64BF99F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5</a:t>
            </a:r>
            <a:r>
              <a:rPr kumimoji="1" lang="ja-JP" altLang="en-US" dirty="0"/>
              <a:t>月</a:t>
            </a:r>
            <a:r>
              <a:rPr kumimoji="1" lang="en-US" altLang="ja-JP" dirty="0"/>
              <a:t>2</a:t>
            </a:r>
            <a:r>
              <a:rPr kumimoji="1" lang="ja-JP" altLang="en-US" dirty="0"/>
              <a:t>日</a:t>
            </a:r>
            <a:br>
              <a:rPr kumimoji="1" lang="en-US" altLang="ja-JP" dirty="0"/>
            </a:br>
            <a:r>
              <a:rPr kumimoji="1" lang="en-US" altLang="ja-JP" dirty="0"/>
              <a:t>-9678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6956851-D030-FB50-FF4F-06F0FDBD04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3363" y="2116187"/>
            <a:ext cx="7796212" cy="3870227"/>
          </a:xfrm>
        </p:spPr>
      </p:pic>
    </p:spTree>
    <p:extLst>
      <p:ext uri="{BB962C8B-B14F-4D97-AF65-F5344CB8AC3E}">
        <p14:creationId xmlns:p14="http://schemas.microsoft.com/office/powerpoint/2010/main" val="3749834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23DB01-B7E7-CCCA-7113-BD9F3087E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6</a:t>
            </a:r>
            <a:r>
              <a:rPr kumimoji="1" lang="ja-JP" altLang="en-US" dirty="0"/>
              <a:t>月</a:t>
            </a:r>
            <a:r>
              <a:rPr kumimoji="1" lang="en-US" altLang="ja-JP" dirty="0"/>
              <a:t>27</a:t>
            </a:r>
            <a:r>
              <a:rPr kumimoji="1" lang="ja-JP" altLang="en-US" dirty="0"/>
              <a:t>日のデータ</a:t>
            </a:r>
            <a:br>
              <a:rPr kumimoji="1" lang="en-US" altLang="ja-JP" dirty="0"/>
            </a:br>
            <a:r>
              <a:rPr lang="en-US" altLang="ja-JP" dirty="0"/>
              <a:t>-9749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B7B672C4-8429-EA14-8D99-22EDE93950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3363" y="2116187"/>
            <a:ext cx="7796212" cy="3870227"/>
          </a:xfrm>
        </p:spPr>
      </p:pic>
    </p:spTree>
    <p:extLst>
      <p:ext uri="{BB962C8B-B14F-4D97-AF65-F5344CB8AC3E}">
        <p14:creationId xmlns:p14="http://schemas.microsoft.com/office/powerpoint/2010/main" val="4240045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CB3F48-D87E-A3C8-4250-F2345E01A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5</a:t>
            </a:r>
            <a:r>
              <a:rPr kumimoji="1" lang="ja-JP" altLang="en-US" dirty="0"/>
              <a:t>月のデータの推移</a:t>
            </a:r>
            <a:br>
              <a:rPr kumimoji="1" lang="en-US" altLang="ja-JP" dirty="0"/>
            </a:br>
            <a:r>
              <a:rPr kumimoji="1" lang="en-US" altLang="ja-JP" dirty="0"/>
              <a:t>(</a:t>
            </a:r>
            <a:r>
              <a:rPr kumimoji="1" lang="en-US" altLang="ja-JP" dirty="0" err="1"/>
              <a:t>Ptsel+ΔkWht</a:t>
            </a:r>
            <a:r>
              <a:rPr lang="en-US" altLang="ja-JP" dirty="0"/>
              <a:t> +ΔkWh2t</a:t>
            </a:r>
            <a:r>
              <a:rPr lang="en-US" altLang="ja-JP"/>
              <a:t>)/B*η*η</a:t>
            </a:r>
            <a:br>
              <a:rPr kumimoji="1" lang="en-US" altLang="ja-JP" dirty="0"/>
            </a:br>
            <a:endParaRPr kumimoji="1" lang="ja-JP" altLang="en-US" dirty="0"/>
          </a:p>
        </p:txBody>
      </p:sp>
      <p:pic>
        <p:nvPicPr>
          <p:cNvPr id="15" name="コンテンツ プレースホルダー 14">
            <a:extLst>
              <a:ext uri="{FF2B5EF4-FFF2-40B4-BE49-F238E27FC236}">
                <a16:creationId xmlns:a16="http://schemas.microsoft.com/office/drawing/2014/main" id="{81622628-CCA0-7D87-4ABF-F8A43018C8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3363" y="2117814"/>
            <a:ext cx="7796212" cy="3866973"/>
          </a:xfrm>
        </p:spPr>
      </p:pic>
    </p:spTree>
    <p:extLst>
      <p:ext uri="{BB962C8B-B14F-4D97-AF65-F5344CB8AC3E}">
        <p14:creationId xmlns:p14="http://schemas.microsoft.com/office/powerpoint/2010/main" val="15497576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マディソン">
  <a:themeElements>
    <a:clrScheme name="Madison">
      <a:dk1>
        <a:sysClr val="windowText" lastClr="000000"/>
      </a:dk1>
      <a:lt1>
        <a:sysClr val="window" lastClr="FFFFFF"/>
      </a:lt1>
      <a:dk2>
        <a:srgbClr val="1F282E"/>
      </a:dk2>
      <a:lt2>
        <a:srgbClr val="C2F5FC"/>
      </a:lt2>
      <a:accent1>
        <a:srgbClr val="4091F3"/>
      </a:accent1>
      <a:accent2>
        <a:srgbClr val="8BBCF1"/>
      </a:accent2>
      <a:accent3>
        <a:srgbClr val="CB6A6A"/>
      </a:accent3>
      <a:accent4>
        <a:srgbClr val="C567AF"/>
      </a:accent4>
      <a:accent5>
        <a:srgbClr val="A684F9"/>
      </a:accent5>
      <a:accent6>
        <a:srgbClr val="A9ACEE"/>
      </a:accent6>
      <a:hlink>
        <a:srgbClr val="6D9CC5"/>
      </a:hlink>
      <a:folHlink>
        <a:srgbClr val="6D82A0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178B2DAB-5DDE-4060-A857-D2E1CDA9250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TM16401375[[fn=マディソン]]</Template>
  <TotalTime>1399</TotalTime>
  <Words>37</Words>
  <Application>Microsoft Office PowerPoint</Application>
  <PresentationFormat>ワイド画面</PresentationFormat>
  <Paragraphs>4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Arial</vt:lpstr>
      <vt:lpstr>MS Shell Dlg 2</vt:lpstr>
      <vt:lpstr>Wingdings</vt:lpstr>
      <vt:lpstr>Wingdings 3</vt:lpstr>
      <vt:lpstr>マディソン</vt:lpstr>
      <vt:lpstr>0616</vt:lpstr>
      <vt:lpstr>5月2日 -9678</vt:lpstr>
      <vt:lpstr>6月27日のデータ -9749</vt:lpstr>
      <vt:lpstr>5月のデータの推移 (Ptsel+ΔkWht +ΔkWh2t)/B*η*η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kitn.lzh →</dc:creator>
  <cp:lastModifiedBy>kitn.lzh →</cp:lastModifiedBy>
  <cp:revision>3</cp:revision>
  <dcterms:created xsi:type="dcterms:W3CDTF">2025-06-16T09:05:42Z</dcterms:created>
  <dcterms:modified xsi:type="dcterms:W3CDTF">2025-06-17T08:25:08Z</dcterms:modified>
</cp:coreProperties>
</file>