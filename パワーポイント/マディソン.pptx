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31D5F3-B191-4951-9876-BA3DFF5650F5}" v="7" dt="2025-06-07T11:08:42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45" y="6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62BA4-2ABD-5055-526B-BC92E2A4B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5332" y="3428998"/>
            <a:ext cx="6194542" cy="2268559"/>
          </a:xfrm>
        </p:spPr>
        <p:txBody>
          <a:bodyPr/>
          <a:lstStyle/>
          <a:p>
            <a:r>
              <a:rPr lang="ja-JP" altLang="en-US" dirty="0"/>
              <a:t>スポット市場のみ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FAEEFC7-6B71-03B4-4FD3-40EE9ACE6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4002" y="2268785"/>
            <a:ext cx="5357600" cy="1160213"/>
          </a:xfr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416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52CE8C-16A9-C823-528E-33432626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６</a:t>
            </a:r>
            <a:r>
              <a:rPr kumimoji="1" lang="ja-JP" altLang="en-US" dirty="0"/>
              <a:t>月２７日制約ありなし両方</a:t>
            </a:r>
            <a:br>
              <a:rPr kumimoji="1" lang="en-US" altLang="ja-JP" dirty="0"/>
            </a:br>
            <a:r>
              <a:rPr kumimoji="1" lang="ja-JP" altLang="en-US" dirty="0"/>
              <a:t>目的関数値</a:t>
            </a:r>
            <a:r>
              <a:rPr kumimoji="1" lang="en-US" altLang="ja-JP" dirty="0"/>
              <a:t>‐</a:t>
            </a:r>
            <a:r>
              <a:rPr kumimoji="1" lang="ja-JP" altLang="en-US" dirty="0"/>
              <a:t>９５３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A7BB224-AF85-CE09-61EF-BC4B7A96F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445523"/>
            <a:ext cx="7796212" cy="3211554"/>
          </a:xfrm>
        </p:spPr>
      </p:pic>
    </p:spTree>
    <p:extLst>
      <p:ext uri="{BB962C8B-B14F-4D97-AF65-F5344CB8AC3E}">
        <p14:creationId xmlns:p14="http://schemas.microsoft.com/office/powerpoint/2010/main" val="35712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9D513C-5B93-5F3F-D3F4-8545D654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５</a:t>
            </a:r>
            <a:r>
              <a:rPr kumimoji="1" lang="ja-JP" altLang="en-US" dirty="0"/>
              <a:t>月２日</a:t>
            </a:r>
            <a:r>
              <a:rPr lang="ja-JP" altLang="en-US" dirty="0"/>
              <a:t>制約ありなし両方</a:t>
            </a:r>
            <a:br>
              <a:rPr lang="en-US" altLang="ja-JP" dirty="0"/>
            </a:br>
            <a:r>
              <a:rPr lang="ja-JP" altLang="en-US" dirty="0"/>
              <a:t>目的関数値</a:t>
            </a:r>
            <a:r>
              <a:rPr lang="en-US" altLang="ja-JP" dirty="0"/>
              <a:t>‐</a:t>
            </a:r>
            <a:r>
              <a:rPr lang="ja-JP" altLang="en-US" dirty="0"/>
              <a:t>１４０３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C5E2662-6934-1B04-62EA-936695278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445523"/>
            <a:ext cx="7796212" cy="3211554"/>
          </a:xfrm>
        </p:spPr>
      </p:pic>
    </p:spTree>
    <p:extLst>
      <p:ext uri="{BB962C8B-B14F-4D97-AF65-F5344CB8AC3E}">
        <p14:creationId xmlns:p14="http://schemas.microsoft.com/office/powerpoint/2010/main" val="2179242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6EAB50-58B5-C5C1-6121-5317ABB2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需給調整市場とスポット市場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B8C574-F2D7-34D2-2162-D5ACAFFAA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53962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55E0B9-49DC-04B0-EDF7-01F08907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５月２日制約なし</a:t>
            </a:r>
            <a:br>
              <a:rPr lang="en-US" altLang="ja-JP" dirty="0"/>
            </a:br>
            <a:r>
              <a:rPr lang="ja-JP" altLang="en-US" dirty="0"/>
              <a:t>目的関数値</a:t>
            </a:r>
            <a:r>
              <a:rPr lang="en-US" altLang="ja-JP" dirty="0"/>
              <a:t>-13599</a:t>
            </a:r>
            <a:endParaRPr kumimoji="1" lang="ja-JP" altLang="en-US" dirty="0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220C334D-6541-9BDA-8983-34F5821C7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396113"/>
            <a:ext cx="7796212" cy="3310374"/>
          </a:xfrm>
        </p:spPr>
      </p:pic>
    </p:spTree>
    <p:extLst>
      <p:ext uri="{BB962C8B-B14F-4D97-AF65-F5344CB8AC3E}">
        <p14:creationId xmlns:p14="http://schemas.microsoft.com/office/powerpoint/2010/main" val="244253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498ACD-4D40-BFAF-5F84-A75E10799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５月２日制約あり</a:t>
            </a:r>
            <a:br>
              <a:rPr lang="en-US" altLang="ja-JP" dirty="0"/>
            </a:br>
            <a:r>
              <a:rPr lang="ja-JP" altLang="en-US" dirty="0"/>
              <a:t>目的関数値</a:t>
            </a:r>
            <a:r>
              <a:rPr lang="en-US" altLang="ja-JP" dirty="0"/>
              <a:t>-1403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764E138-25D8-DE1F-3E45-19F150634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396113"/>
            <a:ext cx="7796212" cy="3310374"/>
          </a:xfrm>
        </p:spPr>
      </p:pic>
    </p:spTree>
    <p:extLst>
      <p:ext uri="{BB962C8B-B14F-4D97-AF65-F5344CB8AC3E}">
        <p14:creationId xmlns:p14="http://schemas.microsoft.com/office/powerpoint/2010/main" val="2366371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EE698-E8E3-90D4-CD23-7B7A2683C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DDA206-9383-DB90-EAE6-0950FC9E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６月２７日制約なし</a:t>
            </a:r>
            <a:br>
              <a:rPr lang="en-US" altLang="ja-JP" dirty="0"/>
            </a:br>
            <a:r>
              <a:rPr lang="ja-JP" altLang="en-US" dirty="0"/>
              <a:t>目的関数値</a:t>
            </a:r>
            <a:r>
              <a:rPr lang="en-US" altLang="ja-JP" dirty="0"/>
              <a:t>-13177</a:t>
            </a: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384A7E71-12E3-1451-A71A-E1EE416F4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396113"/>
            <a:ext cx="7796212" cy="3310374"/>
          </a:xfrm>
        </p:spPr>
      </p:pic>
    </p:spTree>
    <p:extLst>
      <p:ext uri="{BB962C8B-B14F-4D97-AF65-F5344CB8AC3E}">
        <p14:creationId xmlns:p14="http://schemas.microsoft.com/office/powerpoint/2010/main" val="622199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96AF-874E-F791-6160-2602A2211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D4BEEB-FC30-8853-B3AD-68FB8CB1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６月２７日制約あり</a:t>
            </a:r>
            <a:br>
              <a:rPr lang="en-US" altLang="ja-JP" dirty="0"/>
            </a:br>
            <a:r>
              <a:rPr lang="ja-JP" altLang="en-US" dirty="0"/>
              <a:t>目的関数値</a:t>
            </a:r>
            <a:r>
              <a:rPr lang="en-US" altLang="ja-JP" dirty="0"/>
              <a:t>-953</a:t>
            </a: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5C1AF9D5-56F7-1C6E-193A-8EA486B84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396113"/>
            <a:ext cx="7796212" cy="3310374"/>
          </a:xfrm>
        </p:spPr>
      </p:pic>
    </p:spTree>
    <p:extLst>
      <p:ext uri="{BB962C8B-B14F-4D97-AF65-F5344CB8AC3E}">
        <p14:creationId xmlns:p14="http://schemas.microsoft.com/office/powerpoint/2010/main" val="19318164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マディソン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{4272CECA-BB20-4C7B-8F42-550AF9D55192}tf16401375</Template>
  <TotalTime>1139</TotalTime>
  <Words>67</Words>
  <Application>Microsoft Office PowerPoint</Application>
  <PresentationFormat>ワイド画面</PresentationFormat>
  <Paragraphs>8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Arial</vt:lpstr>
      <vt:lpstr>MS Shell Dlg 2</vt:lpstr>
      <vt:lpstr>Wingdings</vt:lpstr>
      <vt:lpstr>Wingdings 3</vt:lpstr>
      <vt:lpstr>マディソン</vt:lpstr>
      <vt:lpstr>スポット市場のみ</vt:lpstr>
      <vt:lpstr>６月２７日制約ありなし両方 目的関数値‐９５３</vt:lpstr>
      <vt:lpstr>５月２日制約ありなし両方 目的関数値‐１４０３</vt:lpstr>
      <vt:lpstr>需給調整市場とスポット市場</vt:lpstr>
      <vt:lpstr>５月２日制約なし 目的関数値-13599</vt:lpstr>
      <vt:lpstr>５月２日制約あり 目的関数値-1403</vt:lpstr>
      <vt:lpstr>６月２７日制約なし 目的関数値-13177</vt:lpstr>
      <vt:lpstr>６月２７日制約あり 目的関数値-953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2</cp:revision>
  <dcterms:created xsi:type="dcterms:W3CDTF">2025-06-07T09:11:31Z</dcterms:created>
  <dcterms:modified xsi:type="dcterms:W3CDTF">2025-06-08T04:11:29Z</dcterms:modified>
</cp:coreProperties>
</file>