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C10164-D346-46DB-A41F-75EF7AA97F27}" v="172" dt="2026-02-20T03:20:21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2B599A23-E6BC-4D57-BA0D-73F904748290}"/>
    <pc:docChg chg="addSld modSld">
      <pc:chgData name="kitn.lzh →" userId="aae51206e0f3c209" providerId="LiveId" clId="{2B599A23-E6BC-4D57-BA0D-73F904748290}" dt="2026-02-18T15:54:10.712" v="21" actId="27918"/>
      <pc:docMkLst>
        <pc:docMk/>
      </pc:docMkLst>
      <pc:sldChg chg="addSp delSp modSp new mod">
        <pc:chgData name="kitn.lzh →" userId="aae51206e0f3c209" providerId="LiveId" clId="{2B599A23-E6BC-4D57-BA0D-73F904748290}" dt="2026-02-18T15:51:29.380" v="9"/>
        <pc:sldMkLst>
          <pc:docMk/>
          <pc:sldMk cId="4031223324" sldId="257"/>
        </pc:sldMkLst>
        <pc:spChg chg="mod">
          <ac:chgData name="kitn.lzh →" userId="aae51206e0f3c209" providerId="LiveId" clId="{2B599A23-E6BC-4D57-BA0D-73F904748290}" dt="2026-02-18T14:28:15.943" v="7" actId="20577"/>
          <ac:spMkLst>
            <pc:docMk/>
            <pc:sldMk cId="4031223324" sldId="257"/>
            <ac:spMk id="2" creationId="{73CA3FA7-274C-FF29-A835-3352728A5D00}"/>
          </ac:spMkLst>
        </pc:spChg>
        <pc:graphicFrameChg chg="add mod">
          <ac:chgData name="kitn.lzh →" userId="aae51206e0f3c209" providerId="LiveId" clId="{2B599A23-E6BC-4D57-BA0D-73F904748290}" dt="2026-02-18T15:51:29.380" v="9"/>
          <ac:graphicFrameMkLst>
            <pc:docMk/>
            <pc:sldMk cId="4031223324" sldId="257"/>
            <ac:graphicFrameMk id="4" creationId="{AC24FDF7-5501-9AD8-5115-420C1A3C9CDE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18T15:54:10.712" v="21" actId="27918"/>
        <pc:sldMkLst>
          <pc:docMk/>
          <pc:sldMk cId="3132682926" sldId="258"/>
        </pc:sldMkLst>
        <pc:spChg chg="mod">
          <ac:chgData name="kitn.lzh →" userId="aae51206e0f3c209" providerId="LiveId" clId="{2B599A23-E6BC-4D57-BA0D-73F904748290}" dt="2026-02-18T15:51:47.166" v="18" actId="20577"/>
          <ac:spMkLst>
            <pc:docMk/>
            <pc:sldMk cId="3132682926" sldId="258"/>
            <ac:spMk id="2" creationId="{C44CFDDB-FEF6-1D3E-68F6-CDB41B4A9F4B}"/>
          </ac:spMkLst>
        </pc:spChg>
        <pc:graphicFrameChg chg="add mod">
          <ac:chgData name="kitn.lzh →" userId="aae51206e0f3c209" providerId="LiveId" clId="{2B599A23-E6BC-4D57-BA0D-73F904748290}" dt="2026-02-18T15:53:30.994" v="20"/>
          <ac:graphicFrameMkLst>
            <pc:docMk/>
            <pc:sldMk cId="3132682926" sldId="258"/>
            <ac:graphicFrameMk id="4" creationId="{0A7CD27A-2478-20F4-F646-B1B7E587C556}"/>
          </ac:graphicFrameMkLst>
        </pc:graphicFrameChg>
      </pc:sldChg>
    </pc:docChg>
  </pc:docChgLst>
  <pc:docChgLst>
    <pc:chgData name="kitn.lzh →" userId="aae51206e0f3c209" providerId="LiveId" clId="{C53E141C-B797-4BD5-B97C-FF93ADA80928}"/>
    <pc:docChg chg="custSel addSld modSld">
      <pc:chgData name="kitn.lzh →" userId="aae51206e0f3c209" providerId="LiveId" clId="{C53E141C-B797-4BD5-B97C-FF93ADA80928}" dt="2026-02-20T03:20:21.969" v="233" actId="27918"/>
      <pc:docMkLst>
        <pc:docMk/>
      </pc:docMkLst>
      <pc:sldChg chg="addSp delSp modSp new mod">
        <pc:chgData name="kitn.lzh →" userId="aae51206e0f3c209" providerId="LiveId" clId="{C53E141C-B797-4BD5-B97C-FF93ADA80928}" dt="2026-02-20T02:52:19.831" v="108" actId="1076"/>
        <pc:sldMkLst>
          <pc:docMk/>
          <pc:sldMk cId="794549300" sldId="259"/>
        </pc:sldMkLst>
        <pc:spChg chg="mod">
          <ac:chgData name="kitn.lzh →" userId="aae51206e0f3c209" providerId="LiveId" clId="{C53E141C-B797-4BD5-B97C-FF93ADA80928}" dt="2026-02-20T02:16:33.729" v="4" actId="20577"/>
          <ac:spMkLst>
            <pc:docMk/>
            <pc:sldMk cId="794549300" sldId="259"/>
            <ac:spMk id="2" creationId="{31F6271F-2DCA-BB57-8BD3-77DAE6E9A735}"/>
          </ac:spMkLst>
        </pc:spChg>
        <pc:spChg chg="del">
          <ac:chgData name="kitn.lzh →" userId="aae51206e0f3c209" providerId="LiveId" clId="{C53E141C-B797-4BD5-B97C-FF93ADA80928}" dt="2026-02-20T02:36:07.114" v="41"/>
          <ac:spMkLst>
            <pc:docMk/>
            <pc:sldMk cId="794549300" sldId="259"/>
            <ac:spMk id="3" creationId="{3BD189CF-9578-288B-6CDC-C22EAFBC2E19}"/>
          </ac:spMkLst>
        </pc:spChg>
        <pc:spChg chg="add del mod">
          <ac:chgData name="kitn.lzh →" userId="aae51206e0f3c209" providerId="LiveId" clId="{C53E141C-B797-4BD5-B97C-FF93ADA80928}" dt="2026-02-20T02:49:21.440" v="97"/>
          <ac:spMkLst>
            <pc:docMk/>
            <pc:sldMk cId="794549300" sldId="259"/>
            <ac:spMk id="6" creationId="{0EC0DDB1-4F9E-8F5D-A5E0-F5E1757DE7B5}"/>
          </ac:spMkLst>
        </pc:spChg>
        <pc:spChg chg="add del mod">
          <ac:chgData name="kitn.lzh →" userId="aae51206e0f3c209" providerId="LiveId" clId="{C53E141C-B797-4BD5-B97C-FF93ADA80928}" dt="2026-02-20T02:51:41.262" v="105" actId="478"/>
          <ac:spMkLst>
            <pc:docMk/>
            <pc:sldMk cId="794549300" sldId="259"/>
            <ac:spMk id="9" creationId="{E27F6093-5BD2-46FE-C77E-5BAE7FED16B2}"/>
          </ac:spMkLst>
        </pc:spChg>
        <pc:graphicFrameChg chg="add del mod">
          <ac:chgData name="kitn.lzh →" userId="aae51206e0f3c209" providerId="LiveId" clId="{C53E141C-B797-4BD5-B97C-FF93ADA80928}" dt="2026-02-20T02:49:18.663" v="95" actId="478"/>
          <ac:graphicFrameMkLst>
            <pc:docMk/>
            <pc:sldMk cId="794549300" sldId="259"/>
            <ac:graphicFrameMk id="4" creationId="{74A82A6F-A5F7-8186-8EBB-293FEBBFA629}"/>
          </ac:graphicFrameMkLst>
        </pc:graphicFrameChg>
        <pc:graphicFrameChg chg="add del mod">
          <ac:chgData name="kitn.lzh →" userId="aae51206e0f3c209" providerId="LiveId" clId="{C53E141C-B797-4BD5-B97C-FF93ADA80928}" dt="2026-02-20T02:50:55.348" v="98" actId="478"/>
          <ac:graphicFrameMkLst>
            <pc:docMk/>
            <pc:sldMk cId="794549300" sldId="259"/>
            <ac:graphicFrameMk id="7" creationId="{74A82A6F-A5F7-8186-8EBB-293FEBBFA629}"/>
          </ac:graphicFrameMkLst>
        </pc:graphicFrameChg>
        <pc:graphicFrameChg chg="add mod">
          <ac:chgData name="kitn.lzh →" userId="aae51206e0f3c209" providerId="LiveId" clId="{C53E141C-B797-4BD5-B97C-FF93ADA80928}" dt="2026-02-20T02:51:34.621" v="101"/>
          <ac:graphicFrameMkLst>
            <pc:docMk/>
            <pc:sldMk cId="794549300" sldId="259"/>
            <ac:graphicFrameMk id="10" creationId="{822F74E5-DD7D-FDB9-D288-016BCA18F0A3}"/>
          </ac:graphicFrameMkLst>
        </pc:graphicFrameChg>
        <pc:graphicFrameChg chg="add mod">
          <ac:chgData name="kitn.lzh →" userId="aae51206e0f3c209" providerId="LiveId" clId="{C53E141C-B797-4BD5-B97C-FF93ADA80928}" dt="2026-02-20T02:51:39.835" v="104" actId="1076"/>
          <ac:graphicFrameMkLst>
            <pc:docMk/>
            <pc:sldMk cId="794549300" sldId="259"/>
            <ac:graphicFrameMk id="11" creationId="{822F74E5-DD7D-FDB9-D288-016BCA18F0A3}"/>
          </ac:graphicFrameMkLst>
        </pc:graphicFrameChg>
        <pc:graphicFrameChg chg="add mod">
          <ac:chgData name="kitn.lzh →" userId="aae51206e0f3c209" providerId="LiveId" clId="{C53E141C-B797-4BD5-B97C-FF93ADA80928}" dt="2026-02-20T02:52:19.831" v="108" actId="1076"/>
          <ac:graphicFrameMkLst>
            <pc:docMk/>
            <pc:sldMk cId="794549300" sldId="259"/>
            <ac:graphicFrameMk id="12" creationId="{5A5D8C6A-361F-F9A0-1495-AC7FB3A89844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2-20T02:54:05.373" v="118" actId="1076"/>
        <pc:sldMkLst>
          <pc:docMk/>
          <pc:sldMk cId="4051431723" sldId="260"/>
        </pc:sldMkLst>
        <pc:spChg chg="mod">
          <ac:chgData name="kitn.lzh →" userId="aae51206e0f3c209" providerId="LiveId" clId="{C53E141C-B797-4BD5-B97C-FF93ADA80928}" dt="2026-02-20T02:16:41.929" v="9" actId="20577"/>
          <ac:spMkLst>
            <pc:docMk/>
            <pc:sldMk cId="4051431723" sldId="260"/>
            <ac:spMk id="2" creationId="{787BB815-2C8A-3163-2134-31C865BC9F99}"/>
          </ac:spMkLst>
        </pc:spChg>
        <pc:spChg chg="del">
          <ac:chgData name="kitn.lzh →" userId="aae51206e0f3c209" providerId="LiveId" clId="{C53E141C-B797-4BD5-B97C-FF93ADA80928}" dt="2026-02-20T02:36:48.480" v="45" actId="478"/>
          <ac:spMkLst>
            <pc:docMk/>
            <pc:sldMk cId="4051431723" sldId="260"/>
            <ac:spMk id="3" creationId="{2B1F6D76-5745-8D2E-D2D1-A873706623F2}"/>
          </ac:spMkLst>
        </pc:spChg>
        <pc:graphicFrameChg chg="add del mod">
          <ac:chgData name="kitn.lzh →" userId="aae51206e0f3c209" providerId="LiveId" clId="{C53E141C-B797-4BD5-B97C-FF93ADA80928}" dt="2026-02-20T02:52:38.909" v="109" actId="478"/>
          <ac:graphicFrameMkLst>
            <pc:docMk/>
            <pc:sldMk cId="4051431723" sldId="260"/>
            <ac:graphicFrameMk id="4" creationId="{72BBF21A-E39B-187D-0F76-C85E23CE0EEA}"/>
          </ac:graphicFrameMkLst>
        </pc:graphicFrameChg>
        <pc:graphicFrameChg chg="add mod">
          <ac:chgData name="kitn.lzh →" userId="aae51206e0f3c209" providerId="LiveId" clId="{C53E141C-B797-4BD5-B97C-FF93ADA80928}" dt="2026-02-20T02:40:18.609" v="54" actId="1076"/>
          <ac:graphicFrameMkLst>
            <pc:docMk/>
            <pc:sldMk cId="4051431723" sldId="260"/>
            <ac:graphicFrameMk id="5" creationId="{2CC49D0C-358D-0CCA-F9AE-6C0DE10CFD7D}"/>
          </ac:graphicFrameMkLst>
        </pc:graphicFrameChg>
        <pc:graphicFrameChg chg="add mod">
          <ac:chgData name="kitn.lzh →" userId="aae51206e0f3c209" providerId="LiveId" clId="{C53E141C-B797-4BD5-B97C-FF93ADA80928}" dt="2026-02-20T02:54:01.476" v="117" actId="1076"/>
          <ac:graphicFrameMkLst>
            <pc:docMk/>
            <pc:sldMk cId="4051431723" sldId="260"/>
            <ac:graphicFrameMk id="6" creationId="{8ED2AE9F-7937-E0DF-B820-2AB909FB0434}"/>
          </ac:graphicFrameMkLst>
        </pc:graphicFrameChg>
        <pc:graphicFrameChg chg="add mod">
          <ac:chgData name="kitn.lzh →" userId="aae51206e0f3c209" providerId="LiveId" clId="{C53E141C-B797-4BD5-B97C-FF93ADA80928}" dt="2026-02-20T02:54:05.373" v="118" actId="1076"/>
          <ac:graphicFrameMkLst>
            <pc:docMk/>
            <pc:sldMk cId="4051431723" sldId="260"/>
            <ac:graphicFrameMk id="7" creationId="{50337891-3DA3-6D41-C017-889C6B48D9CB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2-20T03:20:21.969" v="233" actId="27918"/>
        <pc:sldMkLst>
          <pc:docMk/>
          <pc:sldMk cId="3499186861" sldId="261"/>
        </pc:sldMkLst>
        <pc:spChg chg="mod">
          <ac:chgData name="kitn.lzh →" userId="aae51206e0f3c209" providerId="LiveId" clId="{C53E141C-B797-4BD5-B97C-FF93ADA80928}" dt="2026-02-20T02:16:50.459" v="16" actId="20577"/>
          <ac:spMkLst>
            <pc:docMk/>
            <pc:sldMk cId="3499186861" sldId="261"/>
            <ac:spMk id="2" creationId="{B1F4C87D-183F-5CDC-D47B-30B5E714A31E}"/>
          </ac:spMkLst>
        </pc:spChg>
        <pc:spChg chg="del">
          <ac:chgData name="kitn.lzh →" userId="aae51206e0f3c209" providerId="LiveId" clId="{C53E141C-B797-4BD5-B97C-FF93ADA80928}" dt="2026-02-20T02:41:58.075" v="58" actId="478"/>
          <ac:spMkLst>
            <pc:docMk/>
            <pc:sldMk cId="3499186861" sldId="261"/>
            <ac:spMk id="3" creationId="{9EBA789D-0C45-CD3C-E9EF-EF8173A7694F}"/>
          </ac:spMkLst>
        </pc:spChg>
        <pc:graphicFrameChg chg="add del mod">
          <ac:chgData name="kitn.lzh →" userId="aae51206e0f3c209" providerId="LiveId" clId="{C53E141C-B797-4BD5-B97C-FF93ADA80928}" dt="2026-02-20T02:54:16.926" v="120" actId="478"/>
          <ac:graphicFrameMkLst>
            <pc:docMk/>
            <pc:sldMk cId="3499186861" sldId="261"/>
            <ac:graphicFrameMk id="4" creationId="{29E56C7B-C024-C25F-384C-BBD84057B7F5}"/>
          </ac:graphicFrameMkLst>
        </pc:graphicFrameChg>
        <pc:graphicFrameChg chg="add mod">
          <ac:chgData name="kitn.lzh →" userId="aae51206e0f3c209" providerId="LiveId" clId="{C53E141C-B797-4BD5-B97C-FF93ADA80928}" dt="2026-02-20T02:47:10.228" v="94" actId="14100"/>
          <ac:graphicFrameMkLst>
            <pc:docMk/>
            <pc:sldMk cId="3499186861" sldId="261"/>
            <ac:graphicFrameMk id="5" creationId="{A83025A8-FB63-2D5B-8232-9FD311D355A2}"/>
          </ac:graphicFrameMkLst>
        </pc:graphicFrameChg>
        <pc:graphicFrameChg chg="add mod">
          <ac:chgData name="kitn.lzh →" userId="aae51206e0f3c209" providerId="LiveId" clId="{C53E141C-B797-4BD5-B97C-FF93ADA80928}" dt="2026-02-20T02:54:42.999" v="123" actId="1076"/>
          <ac:graphicFrameMkLst>
            <pc:docMk/>
            <pc:sldMk cId="3499186861" sldId="261"/>
            <ac:graphicFrameMk id="6" creationId="{BB8BBA68-4396-F010-1A6E-F993CD49C6EF}"/>
          </ac:graphicFrameMkLst>
        </pc:graphicFrameChg>
        <pc:graphicFrameChg chg="add mod">
          <ac:chgData name="kitn.lzh →" userId="aae51206e0f3c209" providerId="LiveId" clId="{C53E141C-B797-4BD5-B97C-FF93ADA80928}" dt="2026-02-20T02:55:08.249" v="126" actId="1076"/>
          <ac:graphicFrameMkLst>
            <pc:docMk/>
            <pc:sldMk cId="3499186861" sldId="261"/>
            <ac:graphicFrameMk id="7" creationId="{914F5D7F-D2AA-985F-9DE7-49A224D87A5F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2-20T03:09:36.192" v="232" actId="20577"/>
        <pc:sldMkLst>
          <pc:docMk/>
          <pc:sldMk cId="3605506060" sldId="262"/>
        </pc:sldMkLst>
        <pc:spChg chg="mod">
          <ac:chgData name="kitn.lzh →" userId="aae51206e0f3c209" providerId="LiveId" clId="{C53E141C-B797-4BD5-B97C-FF93ADA80928}" dt="2026-02-20T02:17:13.786" v="24" actId="20577"/>
          <ac:spMkLst>
            <pc:docMk/>
            <pc:sldMk cId="3605506060" sldId="262"/>
            <ac:spMk id="2" creationId="{6B46EA04-9BD8-0B4B-0928-52059247E152}"/>
          </ac:spMkLst>
        </pc:spChg>
        <pc:spChg chg="del">
          <ac:chgData name="kitn.lzh →" userId="aae51206e0f3c209" providerId="LiveId" clId="{C53E141C-B797-4BD5-B97C-FF93ADA80928}" dt="2026-02-20T02:42:42.766" v="63"/>
          <ac:spMkLst>
            <pc:docMk/>
            <pc:sldMk cId="3605506060" sldId="262"/>
            <ac:spMk id="3" creationId="{9D9140CC-EB90-37B0-7874-1DABFFDFBCCE}"/>
          </ac:spMkLst>
        </pc:spChg>
        <pc:spChg chg="add del mod">
          <ac:chgData name="kitn.lzh →" userId="aae51206e0f3c209" providerId="LiveId" clId="{C53E141C-B797-4BD5-B97C-FF93ADA80928}" dt="2026-02-20T02:55:59.940" v="128" actId="478"/>
          <ac:spMkLst>
            <pc:docMk/>
            <pc:sldMk cId="3605506060" sldId="262"/>
            <ac:spMk id="6" creationId="{D401F1B6-09D6-7D9E-972D-CBBCAF4878DD}"/>
          </ac:spMkLst>
        </pc:spChg>
        <pc:spChg chg="add mod">
          <ac:chgData name="kitn.lzh →" userId="aae51206e0f3c209" providerId="LiveId" clId="{C53E141C-B797-4BD5-B97C-FF93ADA80928}" dt="2026-02-20T03:09:36.192" v="232" actId="20577"/>
          <ac:spMkLst>
            <pc:docMk/>
            <pc:sldMk cId="3605506060" sldId="262"/>
            <ac:spMk id="11" creationId="{66CA39BD-5F2B-A858-7E7C-53D31FEDD1D2}"/>
          </ac:spMkLst>
        </pc:spChg>
        <pc:graphicFrameChg chg="add del mod">
          <ac:chgData name="kitn.lzh →" userId="aae51206e0f3c209" providerId="LiveId" clId="{C53E141C-B797-4BD5-B97C-FF93ADA80928}" dt="2026-02-20T02:55:18.302" v="127" actId="478"/>
          <ac:graphicFrameMkLst>
            <pc:docMk/>
            <pc:sldMk cId="3605506060" sldId="262"/>
            <ac:graphicFrameMk id="4" creationId="{380420FA-3FA0-8AFD-ECCA-6334965D90F0}"/>
          </ac:graphicFrameMkLst>
        </pc:graphicFrameChg>
        <pc:graphicFrameChg chg="add del mod">
          <ac:chgData name="kitn.lzh →" userId="aae51206e0f3c209" providerId="LiveId" clId="{C53E141C-B797-4BD5-B97C-FF93ADA80928}" dt="2026-02-20T02:56:55.892" v="136" actId="478"/>
          <ac:graphicFrameMkLst>
            <pc:docMk/>
            <pc:sldMk cId="3605506060" sldId="262"/>
            <ac:graphicFrameMk id="7" creationId="{54D5C4C0-25F3-E3AD-8E4D-8C81C0592320}"/>
          </ac:graphicFrameMkLst>
        </pc:graphicFrameChg>
        <pc:graphicFrameChg chg="add del mod">
          <ac:chgData name="kitn.lzh →" userId="aae51206e0f3c209" providerId="LiveId" clId="{C53E141C-B797-4BD5-B97C-FF93ADA80928}" dt="2026-02-20T02:56:58.095" v="137" actId="478"/>
          <ac:graphicFrameMkLst>
            <pc:docMk/>
            <pc:sldMk cId="3605506060" sldId="262"/>
            <ac:graphicFrameMk id="8" creationId="{5E247C67-8702-31C8-CA1E-0005EBCF332C}"/>
          </ac:graphicFrameMkLst>
        </pc:graphicFrameChg>
        <pc:graphicFrameChg chg="add mod">
          <ac:chgData name="kitn.lzh →" userId="aae51206e0f3c209" providerId="LiveId" clId="{C53E141C-B797-4BD5-B97C-FF93ADA80928}" dt="2026-02-20T02:57:45.894" v="143"/>
          <ac:graphicFrameMkLst>
            <pc:docMk/>
            <pc:sldMk cId="3605506060" sldId="262"/>
            <ac:graphicFrameMk id="9" creationId="{D4481C5D-F846-BD5E-1AF8-61F8C71DB379}"/>
          </ac:graphicFrameMkLst>
        </pc:graphicFrameChg>
        <pc:graphicFrameChg chg="add mod">
          <ac:chgData name="kitn.lzh →" userId="aae51206e0f3c209" providerId="LiveId" clId="{C53E141C-B797-4BD5-B97C-FF93ADA80928}" dt="2026-02-20T02:57:53.039" v="147" actId="1076"/>
          <ac:graphicFrameMkLst>
            <pc:docMk/>
            <pc:sldMk cId="3605506060" sldId="262"/>
            <ac:graphicFrameMk id="10" creationId="{B6D4FA90-5A7C-776B-3AC1-290404FA14CB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2-20T02:58:49.679" v="155" actId="1076"/>
        <pc:sldMkLst>
          <pc:docMk/>
          <pc:sldMk cId="2528744476" sldId="263"/>
        </pc:sldMkLst>
        <pc:spChg chg="mod">
          <ac:chgData name="kitn.lzh →" userId="aae51206e0f3c209" providerId="LiveId" clId="{C53E141C-B797-4BD5-B97C-FF93ADA80928}" dt="2026-02-20T02:17:19.613" v="29" actId="20577"/>
          <ac:spMkLst>
            <pc:docMk/>
            <pc:sldMk cId="2528744476" sldId="263"/>
            <ac:spMk id="2" creationId="{9B818A1D-4732-A994-5095-1E94AA5CF041}"/>
          </ac:spMkLst>
        </pc:spChg>
        <pc:spChg chg="del">
          <ac:chgData name="kitn.lzh →" userId="aae51206e0f3c209" providerId="LiveId" clId="{C53E141C-B797-4BD5-B97C-FF93ADA80928}" dt="2026-02-20T02:43:36.066" v="71" actId="478"/>
          <ac:spMkLst>
            <pc:docMk/>
            <pc:sldMk cId="2528744476" sldId="263"/>
            <ac:spMk id="3" creationId="{9C6E117C-F9B1-FDA0-4D8A-1DE665D80062}"/>
          </ac:spMkLst>
        </pc:spChg>
        <pc:graphicFrameChg chg="add del mod">
          <ac:chgData name="kitn.lzh →" userId="aae51206e0f3c209" providerId="LiveId" clId="{C53E141C-B797-4BD5-B97C-FF93ADA80928}" dt="2026-02-20T02:56:33.760" v="135" actId="478"/>
          <ac:graphicFrameMkLst>
            <pc:docMk/>
            <pc:sldMk cId="2528744476" sldId="263"/>
            <ac:graphicFrameMk id="4" creationId="{4ACBBA43-6CE4-84A0-F2A7-D927A61CA7EF}"/>
          </ac:graphicFrameMkLst>
        </pc:graphicFrameChg>
        <pc:graphicFrameChg chg="add mod">
          <ac:chgData name="kitn.lzh →" userId="aae51206e0f3c209" providerId="LiveId" clId="{C53E141C-B797-4BD5-B97C-FF93ADA80928}" dt="2026-02-20T02:44:31.772" v="76" actId="14100"/>
          <ac:graphicFrameMkLst>
            <pc:docMk/>
            <pc:sldMk cId="2528744476" sldId="263"/>
            <ac:graphicFrameMk id="5" creationId="{9AE45F91-92DE-1E16-7DBC-BDA8FDB1563B}"/>
          </ac:graphicFrameMkLst>
        </pc:graphicFrameChg>
        <pc:graphicFrameChg chg="add mod">
          <ac:chgData name="kitn.lzh →" userId="aae51206e0f3c209" providerId="LiveId" clId="{C53E141C-B797-4BD5-B97C-FF93ADA80928}" dt="2026-02-20T02:58:49.679" v="155" actId="1076"/>
          <ac:graphicFrameMkLst>
            <pc:docMk/>
            <pc:sldMk cId="2528744476" sldId="263"/>
            <ac:graphicFrameMk id="6" creationId="{35E0ACE1-0455-CD9F-A904-B61EA136625E}"/>
          </ac:graphicFrameMkLst>
        </pc:graphicFrameChg>
        <pc:graphicFrameChg chg="add mod">
          <ac:chgData name="kitn.lzh →" userId="aae51206e0f3c209" providerId="LiveId" clId="{C53E141C-B797-4BD5-B97C-FF93ADA80928}" dt="2026-02-20T02:58:47.063" v="154" actId="1076"/>
          <ac:graphicFrameMkLst>
            <pc:docMk/>
            <pc:sldMk cId="2528744476" sldId="263"/>
            <ac:graphicFrameMk id="7" creationId="{3E403EE0-B5E5-83F6-F2CF-DF3B8277FDC6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2-20T02:59:36.233" v="162" actId="1076"/>
        <pc:sldMkLst>
          <pc:docMk/>
          <pc:sldMk cId="2706163092" sldId="264"/>
        </pc:sldMkLst>
        <pc:spChg chg="mod">
          <ac:chgData name="kitn.lzh →" userId="aae51206e0f3c209" providerId="LiveId" clId="{C53E141C-B797-4BD5-B97C-FF93ADA80928}" dt="2026-02-20T02:17:30.237" v="39" actId="20577"/>
          <ac:spMkLst>
            <pc:docMk/>
            <pc:sldMk cId="2706163092" sldId="264"/>
            <ac:spMk id="2" creationId="{2851CD56-E67B-230C-DCA0-01C5710B4D21}"/>
          </ac:spMkLst>
        </pc:spChg>
        <pc:spChg chg="del mod">
          <ac:chgData name="kitn.lzh →" userId="aae51206e0f3c209" providerId="LiveId" clId="{C53E141C-B797-4BD5-B97C-FF93ADA80928}" dt="2026-02-20T02:45:37.661" v="78" actId="478"/>
          <ac:spMkLst>
            <pc:docMk/>
            <pc:sldMk cId="2706163092" sldId="264"/>
            <ac:spMk id="3" creationId="{F0120E7B-590D-6AB1-A6C8-F001E4D02E4A}"/>
          </ac:spMkLst>
        </pc:spChg>
        <pc:graphicFrameChg chg="add del mod">
          <ac:chgData name="kitn.lzh →" userId="aae51206e0f3c209" providerId="LiveId" clId="{C53E141C-B797-4BD5-B97C-FF93ADA80928}" dt="2026-02-20T02:58:53.432" v="156" actId="478"/>
          <ac:graphicFrameMkLst>
            <pc:docMk/>
            <pc:sldMk cId="2706163092" sldId="264"/>
            <ac:graphicFrameMk id="4" creationId="{3AB7BFED-2945-7414-18EB-38ECB2A4ECB2}"/>
          </ac:graphicFrameMkLst>
        </pc:graphicFrameChg>
        <pc:graphicFrameChg chg="add mod">
          <ac:chgData name="kitn.lzh →" userId="aae51206e0f3c209" providerId="LiveId" clId="{C53E141C-B797-4BD5-B97C-FF93ADA80928}" dt="2026-02-20T02:46:35.374" v="87" actId="14100"/>
          <ac:graphicFrameMkLst>
            <pc:docMk/>
            <pc:sldMk cId="2706163092" sldId="264"/>
            <ac:graphicFrameMk id="5" creationId="{255ADB05-B79B-3DEF-6415-DC2EE44F6D87}"/>
          </ac:graphicFrameMkLst>
        </pc:graphicFrameChg>
        <pc:graphicFrameChg chg="add mod">
          <ac:chgData name="kitn.lzh →" userId="aae51206e0f3c209" providerId="LiveId" clId="{C53E141C-B797-4BD5-B97C-FF93ADA80928}" dt="2026-02-20T02:59:17.329" v="159" actId="1076"/>
          <ac:graphicFrameMkLst>
            <pc:docMk/>
            <pc:sldMk cId="2706163092" sldId="264"/>
            <ac:graphicFrameMk id="6" creationId="{007838B1-0B3D-F9B2-1F21-7823C96F9E8A}"/>
          </ac:graphicFrameMkLst>
        </pc:graphicFrameChg>
        <pc:graphicFrameChg chg="add mod">
          <ac:chgData name="kitn.lzh →" userId="aae51206e0f3c209" providerId="LiveId" clId="{C53E141C-B797-4BD5-B97C-FF93ADA80928}" dt="2026-02-20T02:59:36.233" v="162" actId="1076"/>
          <ac:graphicFrameMkLst>
            <pc:docMk/>
            <pc:sldMk cId="2706163092" sldId="264"/>
            <ac:graphicFrameMk id="7" creationId="{08BE657F-20D3-0180-C17B-F998BBAC467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OC&#65343;ADE&#21155;&#21270;&#27604;&#36611;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'5'!$B$1</c:f>
              <c:strCache>
                <c:ptCount val="1"/>
                <c:pt idx="0">
                  <c:v>5A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'5'!$B$2:$B$50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00-47AA-A7A6-0F39AA89FE7B}"/>
            </c:ext>
          </c:extLst>
        </c:ser>
        <c:ser>
          <c:idx val="1"/>
          <c:order val="1"/>
          <c:tx>
            <c:strRef>
              <c:f>'5'!$C$1</c:f>
              <c:strCache>
                <c:ptCount val="1"/>
                <c:pt idx="0">
                  <c:v>5D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'5'!$C$2:$C$50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0.4951916666666667</c:v>
                </c:pt>
                <c:pt idx="2">
                  <c:v>0.49038333333333328</c:v>
                </c:pt>
                <c:pt idx="3">
                  <c:v>0.48557499999999998</c:v>
                </c:pt>
                <c:pt idx="4">
                  <c:v>0.48076666666666668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0.214425</c:v>
                </c:pt>
                <c:pt idx="19">
                  <c:v>0.214425</c:v>
                </c:pt>
                <c:pt idx="20">
                  <c:v>0.214425</c:v>
                </c:pt>
                <c:pt idx="21">
                  <c:v>0.214425</c:v>
                </c:pt>
                <c:pt idx="22">
                  <c:v>0.214425</c:v>
                </c:pt>
                <c:pt idx="23">
                  <c:v>0.214425</c:v>
                </c:pt>
                <c:pt idx="24">
                  <c:v>0.214425</c:v>
                </c:pt>
                <c:pt idx="25">
                  <c:v>0.214425</c:v>
                </c:pt>
                <c:pt idx="26">
                  <c:v>0.214425</c:v>
                </c:pt>
                <c:pt idx="27">
                  <c:v>0.214425</c:v>
                </c:pt>
                <c:pt idx="28">
                  <c:v>0.214425</c:v>
                </c:pt>
                <c:pt idx="29">
                  <c:v>0.214425</c:v>
                </c:pt>
                <c:pt idx="30">
                  <c:v>0.88294006088825217</c:v>
                </c:pt>
                <c:pt idx="31">
                  <c:v>0.86346704871060187</c:v>
                </c:pt>
                <c:pt idx="32">
                  <c:v>0.86346704871060187</c:v>
                </c:pt>
                <c:pt idx="33">
                  <c:v>0.84399403653295135</c:v>
                </c:pt>
                <c:pt idx="34">
                  <c:v>0.86346704871060187</c:v>
                </c:pt>
                <c:pt idx="35">
                  <c:v>0.86346704871060176</c:v>
                </c:pt>
                <c:pt idx="36">
                  <c:v>0.84399403653295135</c:v>
                </c:pt>
                <c:pt idx="37">
                  <c:v>0.59726916641523187</c:v>
                </c:pt>
                <c:pt idx="38">
                  <c:v>0.35054429629751238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00-47AA-A7A6-0F39AA89FE7B}"/>
            </c:ext>
          </c:extLst>
        </c:ser>
        <c:ser>
          <c:idx val="2"/>
          <c:order val="2"/>
          <c:tx>
            <c:strRef>
              <c:f>'5'!$D$1</c:f>
              <c:strCache>
                <c:ptCount val="1"/>
                <c:pt idx="0">
                  <c:v>5E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'5'!$D$2:$D$50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0.1990889485832536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0.93955692096485111</c:v>
                </c:pt>
                <c:pt idx="31">
                  <c:v>0.92950216762192872</c:v>
                </c:pt>
                <c:pt idx="32">
                  <c:v>0.92950216762192861</c:v>
                </c:pt>
                <c:pt idx="33">
                  <c:v>0.91944741427900611</c:v>
                </c:pt>
                <c:pt idx="34">
                  <c:v>0.92950216762192872</c:v>
                </c:pt>
                <c:pt idx="35">
                  <c:v>0.92950216762192861</c:v>
                </c:pt>
                <c:pt idx="36">
                  <c:v>0.91944741427900611</c:v>
                </c:pt>
                <c:pt idx="37">
                  <c:v>0.64695565416463019</c:v>
                </c:pt>
                <c:pt idx="38">
                  <c:v>0.37446389405025438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00-47AA-A7A6-0F39AA89FE7B}"/>
            </c:ext>
          </c:extLst>
        </c:ser>
        <c:ser>
          <c:idx val="3"/>
          <c:order val="3"/>
          <c:tx>
            <c:strRef>
              <c:f>'5'!$E$1</c:f>
              <c:strCache>
                <c:ptCount val="1"/>
                <c:pt idx="0">
                  <c:v>5A-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val>
            <c:numRef>
              <c:f>'5'!$E$2:$E$50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900-47AA-A7A6-0F39AA89FE7B}"/>
            </c:ext>
          </c:extLst>
        </c:ser>
        <c:ser>
          <c:idx val="4"/>
          <c:order val="4"/>
          <c:tx>
            <c:strRef>
              <c:f>'5'!$F$1</c:f>
              <c:strCache>
                <c:ptCount val="1"/>
                <c:pt idx="0">
                  <c:v>5D-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val>
            <c:numRef>
              <c:f>'5'!$F$2:$F$50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0.4951916666666667</c:v>
                </c:pt>
                <c:pt idx="2">
                  <c:v>0.49038333333333328</c:v>
                </c:pt>
                <c:pt idx="3">
                  <c:v>0.48557500000000009</c:v>
                </c:pt>
                <c:pt idx="4">
                  <c:v>0.48076666666666668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0.21442499999999989</c:v>
                </c:pt>
                <c:pt idx="19">
                  <c:v>0.21442499999999989</c:v>
                </c:pt>
                <c:pt idx="20">
                  <c:v>0.21442499999999989</c:v>
                </c:pt>
                <c:pt idx="21">
                  <c:v>0.21442499999999989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0.88294006088825217</c:v>
                </c:pt>
                <c:pt idx="30">
                  <c:v>0.88294006088825217</c:v>
                </c:pt>
                <c:pt idx="31">
                  <c:v>0.86346704871060187</c:v>
                </c:pt>
                <c:pt idx="32">
                  <c:v>0.86346704871060176</c:v>
                </c:pt>
                <c:pt idx="33">
                  <c:v>0.84399403653295135</c:v>
                </c:pt>
                <c:pt idx="34">
                  <c:v>0.86346704871060187</c:v>
                </c:pt>
                <c:pt idx="35">
                  <c:v>0.86346704871060187</c:v>
                </c:pt>
                <c:pt idx="36">
                  <c:v>0.84399403653295146</c:v>
                </c:pt>
                <c:pt idx="37">
                  <c:v>0.62407016541881066</c:v>
                </c:pt>
                <c:pt idx="38">
                  <c:v>0.3773452953010904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900-47AA-A7A6-0F39AA89FE7B}"/>
            </c:ext>
          </c:extLst>
        </c:ser>
        <c:ser>
          <c:idx val="5"/>
          <c:order val="5"/>
          <c:tx>
            <c:strRef>
              <c:f>'5'!$G$1</c:f>
              <c:strCache>
                <c:ptCount val="1"/>
                <c:pt idx="0">
                  <c:v>5E-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val>
            <c:numRef>
              <c:f>'5'!$G$2:$G$50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0.2432749999999998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0.2</c:v>
                </c:pt>
                <c:pt idx="24">
                  <c:v>0.2</c:v>
                </c:pt>
                <c:pt idx="25">
                  <c:v>0.1899452466570776</c:v>
                </c:pt>
                <c:pt idx="26">
                  <c:v>0.2</c:v>
                </c:pt>
                <c:pt idx="27">
                  <c:v>0.1899452466570776</c:v>
                </c:pt>
                <c:pt idx="28">
                  <c:v>0.17989049331415519</c:v>
                </c:pt>
                <c:pt idx="29">
                  <c:v>0.2</c:v>
                </c:pt>
                <c:pt idx="30">
                  <c:v>0.96243700677145338</c:v>
                </c:pt>
                <c:pt idx="31">
                  <c:v>0.96791574295305538</c:v>
                </c:pt>
                <c:pt idx="32">
                  <c:v>0.96791574295305538</c:v>
                </c:pt>
                <c:pt idx="33">
                  <c:v>0.96333972579173499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0.96333972579173499</c:v>
                </c:pt>
                <c:pt idx="37">
                  <c:v>0.68215703749733536</c:v>
                </c:pt>
                <c:pt idx="38">
                  <c:v>0.39467630808520532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0.10094780739121501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900-47AA-A7A6-0F39AA89F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138799"/>
        <c:axId val="862129679"/>
      </c:lineChart>
      <c:catAx>
        <c:axId val="8621387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62129679"/>
        <c:crosses val="autoZero"/>
        <c:auto val="1"/>
        <c:lblAlgn val="ctr"/>
        <c:lblOffset val="100"/>
        <c:noMultiLvlLbl val="0"/>
      </c:catAx>
      <c:valAx>
        <c:axId val="862129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6213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'6'!$B$1</c:f>
              <c:strCache>
                <c:ptCount val="1"/>
                <c:pt idx="0">
                  <c:v>5A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'6'!$B$2:$B$50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0.6</c:v>
                </c:pt>
                <c:pt idx="39">
                  <c:v>0.3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38-4F30-BBF3-2A58E12CE09F}"/>
            </c:ext>
          </c:extLst>
        </c:ser>
        <c:ser>
          <c:idx val="1"/>
          <c:order val="1"/>
          <c:tx>
            <c:strRef>
              <c:f>'6'!$C$1</c:f>
              <c:strCache>
                <c:ptCount val="1"/>
                <c:pt idx="0">
                  <c:v>5D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'6'!$C$2:$C$50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0.65721249999999987</c:v>
                </c:pt>
                <c:pt idx="18">
                  <c:v>0.61442499999999978</c:v>
                </c:pt>
                <c:pt idx="19">
                  <c:v>0.44723487145813412</c:v>
                </c:pt>
                <c:pt idx="20">
                  <c:v>0.28004474291626819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0.92950216762192872</c:v>
                </c:pt>
                <c:pt idx="26">
                  <c:v>0.92950216762192872</c:v>
                </c:pt>
                <c:pt idx="27">
                  <c:v>0.92950216762192861</c:v>
                </c:pt>
                <c:pt idx="28">
                  <c:v>0.92950216762192872</c:v>
                </c:pt>
                <c:pt idx="29">
                  <c:v>0.92950216762192861</c:v>
                </c:pt>
                <c:pt idx="30">
                  <c:v>0.91944741427900611</c:v>
                </c:pt>
                <c:pt idx="31">
                  <c:v>0.91944741427900611</c:v>
                </c:pt>
                <c:pt idx="32">
                  <c:v>0.91944741427900611</c:v>
                </c:pt>
                <c:pt idx="33">
                  <c:v>0.91944741427900611</c:v>
                </c:pt>
                <c:pt idx="34">
                  <c:v>0.91944741427900611</c:v>
                </c:pt>
                <c:pt idx="35">
                  <c:v>0.91944741427900611</c:v>
                </c:pt>
                <c:pt idx="36">
                  <c:v>0.91944741427900611</c:v>
                </c:pt>
                <c:pt idx="37">
                  <c:v>0.64695565416463019</c:v>
                </c:pt>
                <c:pt idx="38">
                  <c:v>0.4</c:v>
                </c:pt>
                <c:pt idx="39">
                  <c:v>0.12750823988562399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38-4F30-BBF3-2A58E12CE09F}"/>
            </c:ext>
          </c:extLst>
        </c:ser>
        <c:ser>
          <c:idx val="2"/>
          <c:order val="2"/>
          <c:tx>
            <c:strRef>
              <c:f>'6'!$D$1</c:f>
              <c:strCache>
                <c:ptCount val="1"/>
                <c:pt idx="0">
                  <c:v>5E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'6'!$D$2:$D$50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0.7662868828513002</c:v>
                </c:pt>
                <c:pt idx="5">
                  <c:v>0.7662868828513002</c:v>
                </c:pt>
                <c:pt idx="6">
                  <c:v>0.7662868828513002</c:v>
                </c:pt>
                <c:pt idx="7">
                  <c:v>0.7662868828513002</c:v>
                </c:pt>
                <c:pt idx="8">
                  <c:v>0.7662868828513002</c:v>
                </c:pt>
                <c:pt idx="9">
                  <c:v>0.7662868828513002</c:v>
                </c:pt>
                <c:pt idx="10">
                  <c:v>0.7662868828513002</c:v>
                </c:pt>
                <c:pt idx="11">
                  <c:v>0.7662868828513002</c:v>
                </c:pt>
                <c:pt idx="12">
                  <c:v>0.7662868828513002</c:v>
                </c:pt>
                <c:pt idx="13">
                  <c:v>0.7614785495179669</c:v>
                </c:pt>
                <c:pt idx="14">
                  <c:v>0.75667021618463359</c:v>
                </c:pt>
                <c:pt idx="15">
                  <c:v>0.7518618828513004</c:v>
                </c:pt>
                <c:pt idx="16">
                  <c:v>0.74705354951796688</c:v>
                </c:pt>
                <c:pt idx="17">
                  <c:v>0.74224521618463368</c:v>
                </c:pt>
                <c:pt idx="18">
                  <c:v>0.47115000000000001</c:v>
                </c:pt>
                <c:pt idx="19">
                  <c:v>0.42836250000000009</c:v>
                </c:pt>
                <c:pt idx="20">
                  <c:v>0.38557500000000011</c:v>
                </c:pt>
                <c:pt idx="21">
                  <c:v>0.34278750000000008</c:v>
                </c:pt>
                <c:pt idx="22">
                  <c:v>0.3</c:v>
                </c:pt>
                <c:pt idx="23">
                  <c:v>0.25721250000000001</c:v>
                </c:pt>
                <c:pt idx="24">
                  <c:v>0.214425</c:v>
                </c:pt>
                <c:pt idx="25">
                  <c:v>0.86346704871060187</c:v>
                </c:pt>
                <c:pt idx="26">
                  <c:v>0.86346704871060187</c:v>
                </c:pt>
                <c:pt idx="27">
                  <c:v>0.86346704871060198</c:v>
                </c:pt>
                <c:pt idx="28">
                  <c:v>0.86346704871060165</c:v>
                </c:pt>
                <c:pt idx="29">
                  <c:v>0.84399403653295124</c:v>
                </c:pt>
                <c:pt idx="30">
                  <c:v>0.82452102435530072</c:v>
                </c:pt>
                <c:pt idx="31">
                  <c:v>0.81565866494493733</c:v>
                </c:pt>
                <c:pt idx="32">
                  <c:v>0.80679630553457404</c:v>
                </c:pt>
                <c:pt idx="33">
                  <c:v>0.79793394612421076</c:v>
                </c:pt>
                <c:pt idx="34">
                  <c:v>0.78907158671384725</c:v>
                </c:pt>
                <c:pt idx="35">
                  <c:v>0.78020922730348385</c:v>
                </c:pt>
                <c:pt idx="36">
                  <c:v>0.77134686789312057</c:v>
                </c:pt>
                <c:pt idx="37">
                  <c:v>0.60000000000000009</c:v>
                </c:pt>
                <c:pt idx="38">
                  <c:v>0.5</c:v>
                </c:pt>
                <c:pt idx="39">
                  <c:v>0.2</c:v>
                </c:pt>
                <c:pt idx="40">
                  <c:v>0.10403334695228091</c:v>
                </c:pt>
                <c:pt idx="41">
                  <c:v>0.10403334695228091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38-4F30-BBF3-2A58E12CE09F}"/>
            </c:ext>
          </c:extLst>
        </c:ser>
        <c:ser>
          <c:idx val="3"/>
          <c:order val="3"/>
          <c:tx>
            <c:strRef>
              <c:f>'6'!$E$1</c:f>
              <c:strCache>
                <c:ptCount val="1"/>
                <c:pt idx="0">
                  <c:v>5A-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val>
            <c:numRef>
              <c:f>'6'!$E$2:$E$50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0.7</c:v>
                </c:pt>
                <c:pt idx="39">
                  <c:v>0.4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38-4F30-BBF3-2A58E12CE09F}"/>
            </c:ext>
          </c:extLst>
        </c:ser>
        <c:ser>
          <c:idx val="4"/>
          <c:order val="4"/>
          <c:tx>
            <c:strRef>
              <c:f>'6'!$F$1</c:f>
              <c:strCache>
                <c:ptCount val="1"/>
                <c:pt idx="0">
                  <c:v>5D-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val>
            <c:numRef>
              <c:f>'6'!$F$2:$F$50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0.65721249999999998</c:v>
                </c:pt>
                <c:pt idx="19">
                  <c:v>0.49002237145813421</c:v>
                </c:pt>
                <c:pt idx="20">
                  <c:v>0.32283224291626839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0.92950216762192861</c:v>
                </c:pt>
                <c:pt idx="26">
                  <c:v>0.92950216762192872</c:v>
                </c:pt>
                <c:pt idx="27">
                  <c:v>0.92950216762192861</c:v>
                </c:pt>
                <c:pt idx="28">
                  <c:v>0.92950216762192872</c:v>
                </c:pt>
                <c:pt idx="29">
                  <c:v>0.92950216762192861</c:v>
                </c:pt>
                <c:pt idx="30">
                  <c:v>0.91944741427900611</c:v>
                </c:pt>
                <c:pt idx="31">
                  <c:v>0.91944741427900611</c:v>
                </c:pt>
                <c:pt idx="32">
                  <c:v>0.91944741427900611</c:v>
                </c:pt>
                <c:pt idx="33">
                  <c:v>0.91944741427900611</c:v>
                </c:pt>
                <c:pt idx="34">
                  <c:v>0.91944741427900611</c:v>
                </c:pt>
                <c:pt idx="35">
                  <c:v>0.91944741427900611</c:v>
                </c:pt>
                <c:pt idx="36">
                  <c:v>0.91944741427900611</c:v>
                </c:pt>
                <c:pt idx="37">
                  <c:v>0.91487139711768561</c:v>
                </c:pt>
                <c:pt idx="38">
                  <c:v>0.65621814497867947</c:v>
                </c:pt>
                <c:pt idx="39">
                  <c:v>0.38372638486430349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E38-4F30-BBF3-2A58E12CE09F}"/>
            </c:ext>
          </c:extLst>
        </c:ser>
        <c:ser>
          <c:idx val="5"/>
          <c:order val="5"/>
          <c:tx>
            <c:strRef>
              <c:f>'6'!$G$1</c:f>
              <c:strCache>
                <c:ptCount val="1"/>
                <c:pt idx="0">
                  <c:v>5E-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triang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val>
            <c:numRef>
              <c:f>'6'!$G$2:$G$50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0.9710952161846339</c:v>
                </c:pt>
                <c:pt idx="5">
                  <c:v>0.9710952161846339</c:v>
                </c:pt>
                <c:pt idx="6">
                  <c:v>0.9710952161846339</c:v>
                </c:pt>
                <c:pt idx="7">
                  <c:v>0.9710952161846339</c:v>
                </c:pt>
                <c:pt idx="8">
                  <c:v>0.9710952161846339</c:v>
                </c:pt>
                <c:pt idx="9">
                  <c:v>0.9710952161846339</c:v>
                </c:pt>
                <c:pt idx="10">
                  <c:v>0.9710952161846339</c:v>
                </c:pt>
                <c:pt idx="11">
                  <c:v>0.9710952161846339</c:v>
                </c:pt>
                <c:pt idx="12">
                  <c:v>0.9710952161846339</c:v>
                </c:pt>
                <c:pt idx="13">
                  <c:v>0.96628688285130082</c:v>
                </c:pt>
                <c:pt idx="14">
                  <c:v>0.96147854951796741</c:v>
                </c:pt>
                <c:pt idx="15">
                  <c:v>0.95667021618463433</c:v>
                </c:pt>
                <c:pt idx="16">
                  <c:v>0.95186188285130058</c:v>
                </c:pt>
                <c:pt idx="17">
                  <c:v>0.94705354951796794</c:v>
                </c:pt>
                <c:pt idx="18">
                  <c:v>0.67595833333333288</c:v>
                </c:pt>
                <c:pt idx="19">
                  <c:v>0.63317083333333335</c:v>
                </c:pt>
                <c:pt idx="20">
                  <c:v>0.59038333333333337</c:v>
                </c:pt>
                <c:pt idx="21">
                  <c:v>0.54759583333333328</c:v>
                </c:pt>
                <c:pt idx="22">
                  <c:v>0.50480833333333297</c:v>
                </c:pt>
                <c:pt idx="23">
                  <c:v>0.46202083333333321</c:v>
                </c:pt>
                <c:pt idx="24">
                  <c:v>0.41923333333333312</c:v>
                </c:pt>
                <c:pt idx="25">
                  <c:v>0.86346704871060176</c:v>
                </c:pt>
                <c:pt idx="26">
                  <c:v>0.86346704871060165</c:v>
                </c:pt>
                <c:pt idx="27">
                  <c:v>0.86346704871060176</c:v>
                </c:pt>
                <c:pt idx="28">
                  <c:v>0.86346704871060176</c:v>
                </c:pt>
                <c:pt idx="29">
                  <c:v>0.86346704871060176</c:v>
                </c:pt>
                <c:pt idx="30">
                  <c:v>0.84399403653295124</c:v>
                </c:pt>
                <c:pt idx="31">
                  <c:v>0.83513167712258796</c:v>
                </c:pt>
                <c:pt idx="32">
                  <c:v>0.82626931771222456</c:v>
                </c:pt>
                <c:pt idx="33">
                  <c:v>0.81740695830186116</c:v>
                </c:pt>
                <c:pt idx="34">
                  <c:v>0.80854459889149777</c:v>
                </c:pt>
                <c:pt idx="35">
                  <c:v>0.79968223948113448</c:v>
                </c:pt>
                <c:pt idx="36">
                  <c:v>0.79081988007077109</c:v>
                </c:pt>
                <c:pt idx="37">
                  <c:v>0.79081988007077109</c:v>
                </c:pt>
                <c:pt idx="38">
                  <c:v>0.70403334695228281</c:v>
                </c:pt>
                <c:pt idx="39">
                  <c:v>0.40403334695228171</c:v>
                </c:pt>
                <c:pt idx="40">
                  <c:v>0.10403334695228091</c:v>
                </c:pt>
                <c:pt idx="41">
                  <c:v>0.10403334695228091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E38-4F30-BBF3-2A58E12CE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2159919"/>
        <c:axId val="862161839"/>
      </c:lineChart>
      <c:catAx>
        <c:axId val="86215991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62161839"/>
        <c:crosses val="autoZero"/>
        <c:auto val="1"/>
        <c:lblAlgn val="ctr"/>
        <c:lblOffset val="100"/>
        <c:noMultiLvlLbl val="0"/>
      </c:catAx>
      <c:valAx>
        <c:axId val="86216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62159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'５取引'!$A$2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'５取引'!$A$3:$A$50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947.36842105263167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1B-407A-820A-2A2D38B5C692}"/>
            </c:ext>
          </c:extLst>
        </c:ser>
        <c:ser>
          <c:idx val="1"/>
          <c:order val="1"/>
          <c:tx>
            <c:strRef>
              <c:f>'５取引'!$C$2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'５取引'!$C$3:$C$50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105.26315789473681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842.1052631578948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1B-407A-820A-2A2D38B5C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3333007"/>
        <c:axId val="883329167"/>
      </c:lineChart>
      <c:catAx>
        <c:axId val="88333300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3329167"/>
        <c:crosses val="autoZero"/>
        <c:auto val="1"/>
        <c:lblAlgn val="ctr"/>
        <c:lblOffset val="100"/>
        <c:noMultiLvlLbl val="0"/>
      </c:catAx>
      <c:valAx>
        <c:axId val="883329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3333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'５取引'!$B$2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'５取引'!$B$3:$B$50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7B-42C7-A9C1-7CFB18D21FF2}"/>
            </c:ext>
          </c:extLst>
        </c:ser>
        <c:ser>
          <c:idx val="1"/>
          <c:order val="1"/>
          <c:tx>
            <c:strRef>
              <c:f>'５取引'!$D$2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'５取引'!$D$3:$D$50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7B-42C7-A9C1-7CFB18D21F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102943"/>
        <c:axId val="885097663"/>
      </c:lineChart>
      <c:catAx>
        <c:axId val="88510294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097663"/>
        <c:crosses val="autoZero"/>
        <c:auto val="1"/>
        <c:lblAlgn val="ctr"/>
        <c:lblOffset val="100"/>
        <c:noMultiLvlLbl val="0"/>
      </c:catAx>
      <c:valAx>
        <c:axId val="885097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5102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'５取引'!$K$2</c:f>
              <c:strCache>
                <c:ptCount val="1"/>
                <c:pt idx="0">
                  <c:v>劣化ありΔkW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'５取引'!$K$3:$K$10</c:f>
              <c:numCache>
                <c:formatCode>General</c:formatCode>
                <c:ptCount val="8"/>
                <c:pt idx="0">
                  <c:v>121.70435290680621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492.88395415472769</c:v>
                </c:pt>
                <c:pt idx="6">
                  <c:v>224.3163363464447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8B-4F8C-A234-8B5BE0A46A18}"/>
            </c:ext>
          </c:extLst>
        </c:ser>
        <c:ser>
          <c:idx val="1"/>
          <c:order val="1"/>
          <c:tx>
            <c:strRef>
              <c:f>'５取引'!$L$2</c:f>
              <c:strCache>
                <c:ptCount val="1"/>
                <c:pt idx="0">
                  <c:v>劣化なしΔkW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'５取引'!$L$3:$L$10</c:f>
              <c:numCache>
                <c:formatCode>General</c:formatCode>
                <c:ptCount val="8"/>
                <c:pt idx="0">
                  <c:v>121.70435290680599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492.88395415472752</c:v>
                </c:pt>
                <c:pt idx="6">
                  <c:v>224.31633634644459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8B-4F8C-A234-8B5BE0A46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329647"/>
        <c:axId val="883330127"/>
      </c:lineChart>
      <c:catAx>
        <c:axId val="8833296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3330127"/>
        <c:crosses val="autoZero"/>
        <c:auto val="1"/>
        <c:lblAlgn val="ctr"/>
        <c:lblOffset val="100"/>
        <c:noMultiLvlLbl val="0"/>
      </c:catAx>
      <c:valAx>
        <c:axId val="883330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3329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'５取引'!$F$2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'５取引'!$F$3:$F$50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703.70006409289715</c:v>
                </c:pt>
                <c:pt idx="30">
                  <c:v>0</c:v>
                </c:pt>
                <c:pt idx="31">
                  <c:v>20.49790755542146</c:v>
                </c:pt>
                <c:pt idx="32">
                  <c:v>0</c:v>
                </c:pt>
                <c:pt idx="33">
                  <c:v>40.995815110843047</c:v>
                </c:pt>
                <c:pt idx="34">
                  <c:v>20.49790755542146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4.2456283708220388</c:v>
                </c:pt>
                <c:pt idx="44">
                  <c:v>4.2456283708220317</c:v>
                </c:pt>
                <c:pt idx="45">
                  <c:v>8.4912567416440634</c:v>
                </c:pt>
                <c:pt idx="46">
                  <c:v>0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22-4538-AB61-254147F867A3}"/>
            </c:ext>
          </c:extLst>
        </c:ser>
        <c:ser>
          <c:idx val="1"/>
          <c:order val="1"/>
          <c:tx>
            <c:strRef>
              <c:f>'５取引'!$H$2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'５取引'!$H$3:$H$50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616.39473684210532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87.305327250791819</c:v>
                </c:pt>
                <c:pt idx="29">
                  <c:v>0</c:v>
                </c:pt>
                <c:pt idx="30">
                  <c:v>0</c:v>
                </c:pt>
                <c:pt idx="31">
                  <c:v>20.49790755542146</c:v>
                </c:pt>
                <c:pt idx="32">
                  <c:v>0</c:v>
                </c:pt>
                <c:pt idx="33">
                  <c:v>40.995815110842997</c:v>
                </c:pt>
                <c:pt idx="34">
                  <c:v>20.49790755542146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4.2456283708220308</c:v>
                </c:pt>
                <c:pt idx="44">
                  <c:v>4.2456283708220237</c:v>
                </c:pt>
                <c:pt idx="45">
                  <c:v>8.4912567416440616</c:v>
                </c:pt>
                <c:pt idx="46">
                  <c:v>0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22-4538-AB61-254147F86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6830655"/>
        <c:axId val="1016815775"/>
      </c:lineChart>
      <c:catAx>
        <c:axId val="10168306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16815775"/>
        <c:crosses val="autoZero"/>
        <c:auto val="1"/>
        <c:lblAlgn val="ctr"/>
        <c:lblOffset val="100"/>
        <c:noMultiLvlLbl val="0"/>
      </c:catAx>
      <c:valAx>
        <c:axId val="1016815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16830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'５取引'!$G$2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'５取引'!$G$3:$G$50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214.67091591338891</c:v>
                </c:pt>
                <c:pt idx="37">
                  <c:v>214.67091591338891</c:v>
                </c:pt>
                <c:pt idx="38">
                  <c:v>190.48301431265969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0F-4E29-970B-18BEC69CA596}"/>
            </c:ext>
          </c:extLst>
        </c:ser>
        <c:ser>
          <c:idx val="1"/>
          <c:order val="1"/>
          <c:tx>
            <c:strRef>
              <c:f>'５取引'!$I$2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'５取引'!$I$3:$I$50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190.48301431265909</c:v>
                </c:pt>
                <c:pt idx="37">
                  <c:v>214.67091591338959</c:v>
                </c:pt>
                <c:pt idx="38">
                  <c:v>214.67091591338891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0F-4E29-970B-18BEC69CA5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4141183"/>
        <c:axId val="1004131103"/>
      </c:lineChart>
      <c:catAx>
        <c:axId val="10041411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4131103"/>
        <c:crosses val="autoZero"/>
        <c:auto val="1"/>
        <c:lblAlgn val="ctr"/>
        <c:lblOffset val="100"/>
        <c:noMultiLvlLbl val="0"/>
      </c:catAx>
      <c:valAx>
        <c:axId val="100413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4141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'５取引'!$S$2</c:f>
              <c:strCache>
                <c:ptCount val="1"/>
                <c:pt idx="0">
                  <c:v>劣化ありΔkW２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'５取引'!$S$3:$S$10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0</c:v>
                </c:pt>
                <c:pt idx="5">
                  <c:v>254.49717488483759</c:v>
                </c:pt>
                <c:pt idx="6">
                  <c:v>115.82416793947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45-4F1E-8122-959724D4D178}"/>
            </c:ext>
          </c:extLst>
        </c:ser>
        <c:ser>
          <c:idx val="1"/>
          <c:order val="1"/>
          <c:tx>
            <c:strRef>
              <c:f>'５取引'!$T$2</c:f>
              <c:strCache>
                <c:ptCount val="1"/>
                <c:pt idx="0">
                  <c:v>劣化なしΔkW２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'５取引'!$T$3:$T$10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559.19945877109126</c:v>
                </c:pt>
                <c:pt idx="4">
                  <c:v>254.49717488483751</c:v>
                </c:pt>
                <c:pt idx="5">
                  <c:v>115.8241679394699</c:v>
                </c:pt>
                <c:pt idx="6">
                  <c:v>52.712718264715747</c:v>
                </c:pt>
                <c:pt idx="7">
                  <c:v>23.990076650560692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45-4F1E-8122-959724D4D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2759167"/>
        <c:axId val="2128929055"/>
      </c:lineChart>
      <c:catAx>
        <c:axId val="8727591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8929055"/>
        <c:crosses val="autoZero"/>
        <c:auto val="1"/>
        <c:lblAlgn val="ctr"/>
        <c:lblOffset val="100"/>
        <c:noMultiLvlLbl val="0"/>
      </c:catAx>
      <c:valAx>
        <c:axId val="212892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72759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'５取引'!$N$2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'５取引'!$N$3:$N$50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872.46323706851581</c:v>
                </c:pt>
                <c:pt idx="30">
                  <c:v>0</c:v>
                </c:pt>
                <c:pt idx="31">
                  <c:v>10.583950887286701</c:v>
                </c:pt>
                <c:pt idx="32">
                  <c:v>0</c:v>
                </c:pt>
                <c:pt idx="33">
                  <c:v>21.16790177457365</c:v>
                </c:pt>
                <c:pt idx="34">
                  <c:v>10.583950887286701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4.3844008995510144</c:v>
                </c:pt>
                <c:pt idx="46">
                  <c:v>0</c:v>
                </c:pt>
                <c:pt idx="47">
                  <c:v>423.2448320287229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75-4BD3-B777-214DFF0CC36D}"/>
            </c:ext>
          </c:extLst>
        </c:ser>
        <c:ser>
          <c:idx val="1"/>
          <c:order val="1"/>
          <c:tx>
            <c:strRef>
              <c:f>'５取引'!$P$2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'５取引'!$P$3:$P$50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70.726451096700885</c:v>
                </c:pt>
                <c:pt idx="23">
                  <c:v>23.25581653512959</c:v>
                </c:pt>
                <c:pt idx="24">
                  <c:v>0</c:v>
                </c:pt>
                <c:pt idx="25">
                  <c:v>21.167901774573561</c:v>
                </c:pt>
                <c:pt idx="26">
                  <c:v>0</c:v>
                </c:pt>
                <c:pt idx="27">
                  <c:v>0</c:v>
                </c:pt>
                <c:pt idx="28">
                  <c:v>31.751852661860319</c:v>
                </c:pt>
                <c:pt idx="29">
                  <c:v>813.14922117302729</c:v>
                </c:pt>
                <c:pt idx="30">
                  <c:v>10.58395088728682</c:v>
                </c:pt>
                <c:pt idx="31">
                  <c:v>4.8168601698110161</c:v>
                </c:pt>
                <c:pt idx="32">
                  <c:v>0</c:v>
                </c:pt>
                <c:pt idx="33">
                  <c:v>9.6337203396220321</c:v>
                </c:pt>
                <c:pt idx="34">
                  <c:v>4.8168601698110161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0.99769199075265236</c:v>
                </c:pt>
                <c:pt idx="44">
                  <c:v>0.99769199075265236</c:v>
                </c:pt>
                <c:pt idx="45">
                  <c:v>1.9953839815052949</c:v>
                </c:pt>
                <c:pt idx="46">
                  <c:v>0</c:v>
                </c:pt>
                <c:pt idx="47">
                  <c:v>422.05032356970003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75-4BD3-B777-214DFF0CC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8602415"/>
        <c:axId val="998601455"/>
      </c:lineChart>
      <c:catAx>
        <c:axId val="9986024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8601455"/>
        <c:crosses val="autoZero"/>
        <c:auto val="1"/>
        <c:lblAlgn val="ctr"/>
        <c:lblOffset val="100"/>
        <c:noMultiLvlLbl val="0"/>
      </c:catAx>
      <c:valAx>
        <c:axId val="99860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8602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'５取引'!$O$2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'５取引'!$O$3:$O$50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241.79395801513249</c:v>
                </c:pt>
                <c:pt idx="38">
                  <c:v>229.3047045673614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F5-456A-9446-4D5B742F9F88}"/>
            </c:ext>
          </c:extLst>
        </c:ser>
        <c:ser>
          <c:idx val="1"/>
          <c:order val="1"/>
          <c:tx>
            <c:strRef>
              <c:f>'５取引'!$Q$2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'５取引'!$Q$3:$Q$50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251.88783832506931</c:v>
                </c:pt>
                <c:pt idx="37">
                  <c:v>257.57182043382107</c:v>
                </c:pt>
                <c:pt idx="38">
                  <c:v>257.57182043382107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F5-456A-9446-4D5B742F9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8027295"/>
        <c:axId val="888027775"/>
      </c:lineChart>
      <c:catAx>
        <c:axId val="8880272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8027775"/>
        <c:crosses val="autoZero"/>
        <c:auto val="1"/>
        <c:lblAlgn val="ctr"/>
        <c:lblOffset val="100"/>
        <c:noMultiLvlLbl val="0"/>
      </c:catAx>
      <c:valAx>
        <c:axId val="888027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8027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'6取引'!$A$2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'6取引'!$A$3:$A$50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526.3157894736629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947.36842105263167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FA-4DEC-AB7B-B7AE8C4AFC5B}"/>
            </c:ext>
          </c:extLst>
        </c:ser>
        <c:ser>
          <c:idx val="1"/>
          <c:order val="1"/>
          <c:tx>
            <c:strRef>
              <c:f>'6取引'!$C$2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'6取引'!$C$3:$C$50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526.31578947368416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947.36842105263167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FA-4DEC-AB7B-B7AE8C4AF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2653759"/>
        <c:axId val="982653279"/>
      </c:lineChart>
      <c:catAx>
        <c:axId val="98265375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53279"/>
        <c:crosses val="autoZero"/>
        <c:auto val="1"/>
        <c:lblAlgn val="ctr"/>
        <c:lblOffset val="100"/>
        <c:noMultiLvlLbl val="0"/>
      </c:catAx>
      <c:valAx>
        <c:axId val="98265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53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'6取引'!$B$2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'6取引'!$B$3:$B$50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90.25</c:v>
                </c:pt>
                <c:pt idx="37">
                  <c:v>270.75</c:v>
                </c:pt>
                <c:pt idx="38">
                  <c:v>270.75</c:v>
                </c:pt>
                <c:pt idx="39">
                  <c:v>180.5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24-4977-A65A-B10F77AA60A6}"/>
            </c:ext>
          </c:extLst>
        </c:ser>
        <c:ser>
          <c:idx val="1"/>
          <c:order val="1"/>
          <c:tx>
            <c:strRef>
              <c:f>'6取引'!$D$2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'6取引'!$D$3:$D$50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270.75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24-4977-A65A-B10F77AA60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2647039"/>
        <c:axId val="982647519"/>
      </c:lineChart>
      <c:catAx>
        <c:axId val="98264703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47519"/>
        <c:crosses val="autoZero"/>
        <c:auto val="1"/>
        <c:lblAlgn val="ctr"/>
        <c:lblOffset val="100"/>
        <c:noMultiLvlLbl val="0"/>
      </c:catAx>
      <c:valAx>
        <c:axId val="982647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47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'6取引'!$K$2</c:f>
              <c:strCache>
                <c:ptCount val="1"/>
                <c:pt idx="0">
                  <c:v>劣化ありΔkW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'6取引'!$K$3:$K$10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07-4F85-938F-B87CF90BACE7}"/>
            </c:ext>
          </c:extLst>
        </c:ser>
        <c:ser>
          <c:idx val="1"/>
          <c:order val="1"/>
          <c:tx>
            <c:strRef>
              <c:f>'6取引'!$L$2</c:f>
              <c:strCache>
                <c:ptCount val="1"/>
                <c:pt idx="0">
                  <c:v>劣化なしΔkW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'6取引'!$L$3:$L$10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254.49717488483751</c:v>
                </c:pt>
                <c:pt idx="5">
                  <c:v>0</c:v>
                </c:pt>
                <c:pt idx="6">
                  <c:v>115.82416793947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07-4F85-938F-B87CF90BA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835631"/>
        <c:axId val="124819311"/>
      </c:lineChart>
      <c:catAx>
        <c:axId val="1248356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819311"/>
        <c:crosses val="autoZero"/>
        <c:auto val="1"/>
        <c:lblAlgn val="ctr"/>
        <c:lblOffset val="100"/>
        <c:noMultiLvlLbl val="0"/>
      </c:catAx>
      <c:valAx>
        <c:axId val="12481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835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'6取引'!$F$2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'6取引'!$F$3:$F$50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255.56578947368419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90.078947368421112</c:v>
                </c:pt>
                <c:pt idx="15">
                  <c:v>45.039473684210442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872.46323706851581</c:v>
                </c:pt>
                <c:pt idx="25">
                  <c:v>10.583950887286701</c:v>
                </c:pt>
                <c:pt idx="26">
                  <c:v>10.583950887286701</c:v>
                </c:pt>
                <c:pt idx="27">
                  <c:v>10.58395088728682</c:v>
                </c:pt>
                <c:pt idx="28">
                  <c:v>10.583950887286701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2.1922004497755072</c:v>
                </c:pt>
                <c:pt idx="46">
                  <c:v>2.1922004497755072</c:v>
                </c:pt>
                <c:pt idx="47">
                  <c:v>423.2448320287229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7A-4FC9-8F97-4F467DB8E889}"/>
            </c:ext>
          </c:extLst>
        </c:ser>
        <c:ser>
          <c:idx val="1"/>
          <c:order val="1"/>
          <c:tx>
            <c:strRef>
              <c:f>'6取引'!$H$2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'6取引'!$H$3:$H$50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255.56578947368419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90.078947368421112</c:v>
                </c:pt>
                <c:pt idx="15">
                  <c:v>45.039473684210442</c:v>
                </c:pt>
                <c:pt idx="16">
                  <c:v>45.039473684210598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872.4632370685157</c:v>
                </c:pt>
                <c:pt idx="25">
                  <c:v>10.58395088728682</c:v>
                </c:pt>
                <c:pt idx="26">
                  <c:v>10.583950887286701</c:v>
                </c:pt>
                <c:pt idx="27">
                  <c:v>10.58395088728682</c:v>
                </c:pt>
                <c:pt idx="28">
                  <c:v>10.583950887286701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2.1922004497755041</c:v>
                </c:pt>
                <c:pt idx="44">
                  <c:v>2.1922004497755072</c:v>
                </c:pt>
                <c:pt idx="45">
                  <c:v>2.1922004497755041</c:v>
                </c:pt>
                <c:pt idx="46">
                  <c:v>2.1922004497755041</c:v>
                </c:pt>
                <c:pt idx="47">
                  <c:v>423.24483202872278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7A-4FC9-8F97-4F467DB8E8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0038047"/>
        <c:axId val="1020027487"/>
      </c:lineChart>
      <c:catAx>
        <c:axId val="10200380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20027487"/>
        <c:crosses val="autoZero"/>
        <c:auto val="1"/>
        <c:lblAlgn val="ctr"/>
        <c:lblOffset val="100"/>
        <c:noMultiLvlLbl val="0"/>
      </c:catAx>
      <c:valAx>
        <c:axId val="1020027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20038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'6取引'!$G$2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'6取引'!$G$3:$G$50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130.95013530722721</c:v>
                </c:pt>
                <c:pt idx="19">
                  <c:v>130.95013530722721</c:v>
                </c:pt>
                <c:pt idx="20">
                  <c:v>73.062604385545711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218.74762239548721</c:v>
                </c:pt>
                <c:pt idx="38">
                  <c:v>241.79395801513249</c:v>
                </c:pt>
                <c:pt idx="39">
                  <c:v>10.55708217187421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FE-4760-AF5D-5920DC1CD74C}"/>
            </c:ext>
          </c:extLst>
        </c:ser>
        <c:ser>
          <c:idx val="1"/>
          <c:order val="1"/>
          <c:tx>
            <c:strRef>
              <c:f>'6取引'!$I$2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'6取引'!$I$3:$I$50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130.9501353072271</c:v>
                </c:pt>
                <c:pt idx="19">
                  <c:v>130.95013530722721</c:v>
                </c:pt>
                <c:pt idx="20">
                  <c:v>111.6783231355459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229.30470456736151</c:v>
                </c:pt>
                <c:pt idx="38">
                  <c:v>241.79395801513249</c:v>
                </c:pt>
                <c:pt idx="39">
                  <c:v>241.79395801513249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FE-4760-AF5D-5920DC1CD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2633599"/>
        <c:axId val="982634079"/>
      </c:lineChart>
      <c:catAx>
        <c:axId val="9826335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34079"/>
        <c:crosses val="autoZero"/>
        <c:auto val="1"/>
        <c:lblAlgn val="ctr"/>
        <c:lblOffset val="100"/>
        <c:noMultiLvlLbl val="0"/>
      </c:catAx>
      <c:valAx>
        <c:axId val="982634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2633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'6取引'!$S$2</c:f>
              <c:strCache>
                <c:ptCount val="1"/>
                <c:pt idx="0">
                  <c:v>劣化ありΔkW２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'6取引'!$S$3:$S$10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121.70435290680631</c:v>
                </c:pt>
                <c:pt idx="3">
                  <c:v>1083</c:v>
                </c:pt>
                <c:pt idx="4">
                  <c:v>492.88395415472758</c:v>
                </c:pt>
                <c:pt idx="5">
                  <c:v>224.3163363464447</c:v>
                </c:pt>
                <c:pt idx="6">
                  <c:v>0</c:v>
                </c:pt>
                <c:pt idx="7">
                  <c:v>102.0885714126847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C0-4891-8190-B83BF5698775}"/>
            </c:ext>
          </c:extLst>
        </c:ser>
        <c:ser>
          <c:idx val="1"/>
          <c:order val="1"/>
          <c:tx>
            <c:strRef>
              <c:f>'6取引'!$T$2</c:f>
              <c:strCache>
                <c:ptCount val="1"/>
                <c:pt idx="0">
                  <c:v>劣化なしΔkW２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'6取引'!$T$3:$T$10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121.7043529068042</c:v>
                </c:pt>
                <c:pt idx="3">
                  <c:v>1083</c:v>
                </c:pt>
                <c:pt idx="4">
                  <c:v>492.88395415472792</c:v>
                </c:pt>
                <c:pt idx="5">
                  <c:v>224.31633634644481</c:v>
                </c:pt>
                <c:pt idx="6">
                  <c:v>0</c:v>
                </c:pt>
                <c:pt idx="7">
                  <c:v>102.0885714126847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C0-4891-8190-B83BF5698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4399583"/>
        <c:axId val="894400543"/>
      </c:lineChart>
      <c:catAx>
        <c:axId val="8943995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94400543"/>
        <c:crosses val="autoZero"/>
        <c:auto val="1"/>
        <c:lblAlgn val="ctr"/>
        <c:lblOffset val="100"/>
        <c:noMultiLvlLbl val="0"/>
      </c:catAx>
      <c:valAx>
        <c:axId val="894400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94399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'6取引'!$N$2</c:f>
              <c:strCache>
                <c:ptCount val="1"/>
                <c:pt idx="0">
                  <c:v>劣化ありP_buy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'6取引'!$N$3:$N$50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280.30198194873708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703.70006409289715</c:v>
                </c:pt>
                <c:pt idx="25">
                  <c:v>20.49790755542146</c:v>
                </c:pt>
                <c:pt idx="26">
                  <c:v>20.497907555421701</c:v>
                </c:pt>
                <c:pt idx="27">
                  <c:v>20.497907555421101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4.2456283708220317</c:v>
                </c:pt>
                <c:pt idx="44">
                  <c:v>4.2456283708220317</c:v>
                </c:pt>
                <c:pt idx="45">
                  <c:v>4.2456283708220388</c:v>
                </c:pt>
                <c:pt idx="46">
                  <c:v>4.2456283708220237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18-4B3C-869C-512E0AA1A960}"/>
            </c:ext>
          </c:extLst>
        </c:ser>
        <c:ser>
          <c:idx val="1"/>
          <c:order val="1"/>
          <c:tx>
            <c:strRef>
              <c:f>'6取引'!$P$2</c:f>
              <c:strCache>
                <c:ptCount val="1"/>
                <c:pt idx="0">
                  <c:v>劣化なしP_buy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'6取引'!$P$3:$P$50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495.88970124698312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488.11234479465162</c:v>
                </c:pt>
                <c:pt idx="25">
                  <c:v>20.49790755542146</c:v>
                </c:pt>
                <c:pt idx="26">
                  <c:v>20.497907555421559</c:v>
                </c:pt>
                <c:pt idx="27">
                  <c:v>20.497907555421499</c:v>
                </c:pt>
                <c:pt idx="28">
                  <c:v>20.49790755542146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4.2456283708220353</c:v>
                </c:pt>
                <c:pt idx="44">
                  <c:v>4.2456283708220317</c:v>
                </c:pt>
                <c:pt idx="45">
                  <c:v>4.2456283708220353</c:v>
                </c:pt>
                <c:pt idx="46">
                  <c:v>4.2456283708220353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18-4B3C-869C-512E0AA1A9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494575"/>
        <c:axId val="1079489775"/>
      </c:lineChart>
      <c:catAx>
        <c:axId val="107949457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79489775"/>
        <c:crosses val="autoZero"/>
        <c:auto val="1"/>
        <c:lblAlgn val="ctr"/>
        <c:lblOffset val="100"/>
        <c:noMultiLvlLbl val="0"/>
      </c:catAx>
      <c:valAx>
        <c:axId val="1079489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7949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'6取引'!$O$2</c:f>
              <c:strCache>
                <c:ptCount val="1"/>
                <c:pt idx="0">
                  <c:v>劣化ありP_sel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'6取引'!$O$3:$O$50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240.32391177329839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154.6405482735415</c:v>
                </c:pt>
                <c:pt idx="37">
                  <c:v>90.25</c:v>
                </c:pt>
                <c:pt idx="38">
                  <c:v>270.75</c:v>
                </c:pt>
                <c:pt idx="39">
                  <c:v>86.60990437556643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35-4AFF-98D9-366E8F1F550F}"/>
            </c:ext>
          </c:extLst>
        </c:ser>
        <c:ser>
          <c:idx val="1"/>
          <c:order val="1"/>
          <c:tx>
            <c:strRef>
              <c:f>'6取引'!$Q$2</c:f>
              <c:strCache>
                <c:ptCount val="1"/>
                <c:pt idx="0">
                  <c:v>劣化なしP_sel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'6取引'!$Q$3:$Q$50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240.32391177329919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78.324846139435579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35-4AFF-98D9-366E8F1F55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6313647"/>
        <c:axId val="996314127"/>
      </c:lineChart>
      <c:catAx>
        <c:axId val="9963136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6314127"/>
        <c:crosses val="autoZero"/>
        <c:auto val="1"/>
        <c:lblAlgn val="ctr"/>
        <c:lblOffset val="100"/>
        <c:noMultiLvlLbl val="0"/>
      </c:catAx>
      <c:valAx>
        <c:axId val="996314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6313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B558E-CECA-4EDA-95DC-47D364135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A37AF6-5187-C9F7-813E-9E23B0C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A3B98E-B6E2-12D9-AA7D-B48CD0AF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543437-1487-3CAD-3260-0C131C2D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7933C7-E3BC-770D-93C0-05173E3F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39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E7120-A417-68C8-7A92-F7E9202BE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93D403-3188-AA17-C883-A4878985B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FC634-97B3-E6C1-6779-D3779F76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BDB6F4-47C7-1765-5957-D13EA689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D59C46-3198-D9D9-1AB2-E4E698A7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242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4541E-59D8-DF34-6B95-738F0811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3CACD6-9BFF-5A43-8B0E-79F13ED2F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29FCD3-8DCD-A565-4E9B-74DCA2280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6E1CA7-1505-A2F7-03C3-F938A294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BCA283-2C17-0899-48E6-4644782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1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EE348-E4C6-ACEC-18B2-6E1172DB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FE836F-808D-6E07-9CB7-6C8DCFD98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C3A8C4-75D5-FF2A-0D24-B0682830B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DB571D-E683-FADB-B5D4-4BD12EC1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B8D69E-3B2E-0F55-E696-527588BD0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CE7685-E030-B5B2-B9DF-75E778F0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15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574DC-B77D-2C73-133D-DC707950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0BF788-7830-F768-C1CB-B4C9B937B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C5E094-F697-8F1C-8F03-19040325C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E0F8D6-54BD-D1C5-FF03-EFE2CF8C3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413CA97-8361-6341-FD5A-BCF889AA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585AFA-BF8B-A41D-35D6-BC6B6FE2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1C05D93-4360-2C9D-4C16-82A5A358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4185E3-DFA9-1C1D-C6F3-F6E5B0C8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87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EB3F4-0BDE-26D1-CF92-ED35CF10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4DB2D1-A122-C509-9206-A1EA76C9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3DAE4F-DCA3-E949-B459-AEE09E20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21D631-BB87-B7B9-FA8D-132AFA6D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75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1EF77D-8AC5-FEE9-F3C9-37814AD9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219A77-5934-0888-73C1-1C2DD490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E107A5-345F-6C01-48EE-9DB0BDB7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87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7A177-4124-2B9D-C0C0-73263988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8BFC04-F5E7-F506-24E4-DF9A9EC18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AEC2C7-EF7B-69DB-E0C7-F3552D333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6E77AD-6715-F97F-9375-EE6C1353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7A9099-ACB6-8B2B-DFD8-9B3A4585C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2CC75-DE63-8AE2-357F-D64F5AAB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2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0DC63-05F9-BB08-6DFF-1FDF8667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92E238-B86A-03A1-91BE-6150CBA33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D40964-9FAE-9AA4-BB2F-21DF3020C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91392E-D69E-3DA7-A193-7F8C1D83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488FE-0FC0-8172-FFF9-7560A4ED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05B772-0E83-5FA3-2133-89ECDEC2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44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09B31-1009-E15B-735C-3D14EB33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29FEFC-28B4-375C-0B6A-A9414A8A9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77CC9-10AB-6FB5-C143-B30D7124E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4590BE-3BCD-09BC-694A-F6B8F3423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70EC81-37A1-A70D-1167-9F04D138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2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26E488-65DA-2F99-9935-0F6CDB6CC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E5F116-FCF3-DCAE-4932-257B6332B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E91C9E-2C8D-725C-2C56-EFC6B668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A2EA36-E1D9-79D3-6B52-07E3ED5D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567E5D-B967-620F-337D-66736DF8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0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88A3DA-245D-5DA9-CC76-091A96BD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242E55-47D7-F82E-8ECC-583C1998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5C8F61-4FA8-5222-3E2F-455EB89BD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82DC-E636-4EFC-AAD8-FCAF816B0B30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44E00E-0F0C-32E7-0370-AC8E10870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40CF74-4B9E-5356-8CDF-239370637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1D3C5-D00B-4760-8ED3-78448E08E6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91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CD9F5-C115-3137-3151-781A1E977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806634-020D-5FEE-CE51-8093A04F8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8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A3FA7-274C-FF29-A835-3352728A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AC24FDF7-5501-9AD8-5115-420C1A3C9C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122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CFDDB-FEF6-1D3E-68F6-CDB41B4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６月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0A7CD27A-2478-20F4-F646-B1B7E587C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6605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268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6271F-2DCA-BB57-8BD3-77DAE6E9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５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822F74E5-DD7D-FDB9-D288-016BCA18F0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160048"/>
              </p:ext>
            </p:extLst>
          </p:nvPr>
        </p:nvGraphicFramePr>
        <p:xfrm>
          <a:off x="4693227" y="7689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5A5D8C6A-361F-F9A0-1495-AC7FB3A898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1809037"/>
              </p:ext>
            </p:extLst>
          </p:nvPr>
        </p:nvGraphicFramePr>
        <p:xfrm>
          <a:off x="4693227" y="37496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9454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BB815-2C8A-3163-2134-31C865BC9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５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CC49D0C-358D-0CCA-F9AE-6C0DE10CF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1208778"/>
              </p:ext>
            </p:extLst>
          </p:nvPr>
        </p:nvGraphicFramePr>
        <p:xfrm>
          <a:off x="6937664" y="203510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8ED2AE9F-7937-E0DF-B820-2AB909FB04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945302"/>
              </p:ext>
            </p:extLst>
          </p:nvPr>
        </p:nvGraphicFramePr>
        <p:xfrm>
          <a:off x="1035628" y="12958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0337891-3DA3-6D41-C017-889C6B48D9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74949"/>
              </p:ext>
            </p:extLst>
          </p:nvPr>
        </p:nvGraphicFramePr>
        <p:xfrm>
          <a:off x="1035628" y="40390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5143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F4C87D-183F-5CDC-D47B-30B5E714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５</a:t>
            </a:r>
            <a:r>
              <a:rPr kumimoji="1" lang="en-US" altLang="ja-JP"/>
              <a:t>E</a:t>
            </a:r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83025A8-FB63-2D5B-8232-9FD311D35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164079"/>
              </p:ext>
            </p:extLst>
          </p:nvPr>
        </p:nvGraphicFramePr>
        <p:xfrm>
          <a:off x="5805054" y="2473036"/>
          <a:ext cx="5697681" cy="2899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B8BBA68-4396-F010-1A6E-F993CD49C6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518697"/>
              </p:ext>
            </p:extLst>
          </p:nvPr>
        </p:nvGraphicFramePr>
        <p:xfrm>
          <a:off x="609600" y="150668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14F5D7F-D2AA-985F-9DE7-49A224D87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2150040"/>
              </p:ext>
            </p:extLst>
          </p:nvPr>
        </p:nvGraphicFramePr>
        <p:xfrm>
          <a:off x="609600" y="401983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9918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46EA04-9BD8-0B4B-0928-52059247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６</a:t>
            </a:r>
            <a:r>
              <a:rPr lang="en-US" altLang="ja-JP"/>
              <a:t>A</a:t>
            </a:r>
            <a:endParaRPr kumimoji="1" lang="ja-JP" altLang="en-US"/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D4481C5D-F846-BD5E-1AF8-61F8C71DB3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2301610"/>
              </p:ext>
            </p:extLst>
          </p:nvPr>
        </p:nvGraphicFramePr>
        <p:xfrm>
          <a:off x="4329546" y="7585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B6D4FA90-5A7C-776B-3AC1-290404FA1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986279"/>
              </p:ext>
            </p:extLst>
          </p:nvPr>
        </p:nvGraphicFramePr>
        <p:xfrm>
          <a:off x="4329546" y="389514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CA39BD-5F2B-A858-7E7C-53D31FEDD1D2}"/>
              </a:ext>
            </a:extLst>
          </p:cNvPr>
          <p:cNvSpPr txBox="1"/>
          <p:nvPr/>
        </p:nvSpPr>
        <p:spPr>
          <a:xfrm>
            <a:off x="838200" y="2557035"/>
            <a:ext cx="274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グラフは一つにまとめた方がいい（棒と折れ線を活用）</a:t>
            </a:r>
          </a:p>
        </p:txBody>
      </p:sp>
    </p:spTree>
    <p:extLst>
      <p:ext uri="{BB962C8B-B14F-4D97-AF65-F5344CB8AC3E}">
        <p14:creationId xmlns:p14="http://schemas.microsoft.com/office/powerpoint/2010/main" val="3605506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18A1D-4732-A994-5095-1E94AA5C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６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AE45F91-92DE-1E16-7DBC-BDA8FDB15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0510978"/>
              </p:ext>
            </p:extLst>
          </p:nvPr>
        </p:nvGraphicFramePr>
        <p:xfrm>
          <a:off x="6612082" y="1690687"/>
          <a:ext cx="5579918" cy="376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35E0ACE1-0455-CD9F-A904-B61EA13662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352139"/>
              </p:ext>
            </p:extLst>
          </p:nvPr>
        </p:nvGraphicFramePr>
        <p:xfrm>
          <a:off x="838200" y="13508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3E403EE0-B5E5-83F6-F2CF-DF3B8277FD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760871"/>
              </p:ext>
            </p:extLst>
          </p:nvPr>
        </p:nvGraphicFramePr>
        <p:xfrm>
          <a:off x="1007919" y="40005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2874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51CD56-E67B-230C-DCA0-01C5710B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６</a:t>
            </a:r>
            <a:r>
              <a:rPr lang="en-US" altLang="ja-JP"/>
              <a:t>E</a:t>
            </a:r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55ADB05-B79B-3DEF-6415-DC2EE44F6D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949243"/>
              </p:ext>
            </p:extLst>
          </p:nvPr>
        </p:nvGraphicFramePr>
        <p:xfrm>
          <a:off x="6646718" y="2109354"/>
          <a:ext cx="5545281" cy="33770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007838B1-0B3D-F9B2-1F21-7823C96F9E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993080"/>
              </p:ext>
            </p:extLst>
          </p:nvPr>
        </p:nvGraphicFramePr>
        <p:xfrm>
          <a:off x="838200" y="15066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08BE657F-20D3-0180-C17B-F998BBAC4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8036582"/>
              </p:ext>
            </p:extLst>
          </p:nvPr>
        </p:nvGraphicFramePr>
        <p:xfrm>
          <a:off x="838200" y="40198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0616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テーマ</vt:lpstr>
      <vt:lpstr>PowerPoint Presentation</vt:lpstr>
      <vt:lpstr>5月</vt:lpstr>
      <vt:lpstr>６月</vt:lpstr>
      <vt:lpstr>５A</vt:lpstr>
      <vt:lpstr>５D</vt:lpstr>
      <vt:lpstr>５E</vt:lpstr>
      <vt:lpstr>６A</vt:lpstr>
      <vt:lpstr>６D</vt:lpstr>
      <vt:lpstr>６E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revision>1</cp:revision>
  <dcterms:created xsi:type="dcterms:W3CDTF">2026-02-18T14:26:06Z</dcterms:created>
  <dcterms:modified xsi:type="dcterms:W3CDTF">2026-02-20T03:20:52Z</dcterms:modified>
</cp:coreProperties>
</file>