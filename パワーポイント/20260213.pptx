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undo redo custSel modSld">
      <pc:chgData name="kitn.lzh →" userId="aae51206e0f3c209" providerId="LiveId" clId="{C53E141C-B797-4BD5-B97C-FF93ADA80928}" dt="2026-02-13T05:02:28.003" v="81" actId="20577"/>
      <pc:docMkLst>
        <pc:docMk/>
      </pc:docMkLst>
      <pc:sldChg chg="modSp mod">
        <pc:chgData name="kitn.lzh →" userId="aae51206e0f3c209" providerId="LiveId" clId="{C53E141C-B797-4BD5-B97C-FF93ADA80928}" dt="2026-02-13T05:01:32.673" v="21" actId="20577"/>
        <pc:sldMkLst>
          <pc:docMk/>
          <pc:sldMk cId="3665737852" sldId="257"/>
        </pc:sldMkLst>
        <pc:graphicFrameChg chg="modGraphic">
          <ac:chgData name="kitn.lzh →" userId="aae51206e0f3c209" providerId="LiveId" clId="{C53E141C-B797-4BD5-B97C-FF93ADA80928}" dt="2026-02-13T05:01:32.673" v="21" actId="20577"/>
          <ac:graphicFrameMkLst>
            <pc:docMk/>
            <pc:sldMk cId="3665737852" sldId="257"/>
            <ac:graphicFrameMk id="6" creationId="{8A967E37-D140-4AB2-67BB-062F395FB103}"/>
          </ac:graphicFrameMkLst>
        </pc:graphicFrameChg>
      </pc:sldChg>
      <pc:sldChg chg="modSp mod">
        <pc:chgData name="kitn.lzh →" userId="aae51206e0f3c209" providerId="LiveId" clId="{C53E141C-B797-4BD5-B97C-FF93ADA80928}" dt="2026-02-13T05:02:28.003" v="81" actId="20577"/>
        <pc:sldMkLst>
          <pc:docMk/>
          <pc:sldMk cId="3136336066" sldId="258"/>
        </pc:sldMkLst>
        <pc:graphicFrameChg chg="modGraphic">
          <ac:chgData name="kitn.lzh →" userId="aae51206e0f3c209" providerId="LiveId" clId="{C53E141C-B797-4BD5-B97C-FF93ADA80928}" dt="2026-02-13T05:02:28.003" v="81" actId="20577"/>
          <ac:graphicFrameMkLst>
            <pc:docMk/>
            <pc:sldMk cId="3136336066" sldId="258"/>
            <ac:graphicFrameMk id="5" creationId="{BE5C9897-BCA6-BCEB-7522-30461ABD49D0}"/>
          </ac:graphicFrameMkLst>
        </pc:graphicFrameChg>
      </pc:sldChg>
    </pc:docChg>
  </pc:docChgLst>
  <pc:docChgLst>
    <pc:chgData name="kitn.lzh →" userId="aae51206e0f3c209" providerId="LiveId" clId="{2B599A23-E6BC-4D57-BA0D-73F904748290}"/>
    <pc:docChg chg="modSld">
      <pc:chgData name="kitn.lzh →" userId="aae51206e0f3c209" providerId="LiveId" clId="{2B599A23-E6BC-4D57-BA0D-73F904748290}" dt="2026-02-15T16:54:54.209" v="0" actId="14734"/>
      <pc:docMkLst>
        <pc:docMk/>
      </pc:docMkLst>
      <pc:sldChg chg="modSp mod">
        <pc:chgData name="kitn.lzh →" userId="aae51206e0f3c209" providerId="LiveId" clId="{2B599A23-E6BC-4D57-BA0D-73F904748290}" dt="2026-02-15T16:54:54.209" v="0" actId="14734"/>
        <pc:sldMkLst>
          <pc:docMk/>
          <pc:sldMk cId="3665737852" sldId="257"/>
        </pc:sldMkLst>
        <pc:graphicFrameChg chg="modGraphic">
          <ac:chgData name="kitn.lzh →" userId="aae51206e0f3c209" providerId="LiveId" clId="{2B599A23-E6BC-4D57-BA0D-73F904748290}" dt="2026-02-15T16:54:54.209" v="0" actId="14734"/>
          <ac:graphicFrameMkLst>
            <pc:docMk/>
            <pc:sldMk cId="3665737852" sldId="257"/>
            <ac:graphicFrameMk id="6" creationId="{8A967E37-D140-4AB2-67BB-062F395FB10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2026020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202602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Sheet1!$A$2:$A$50</c:f>
              <c:numCache>
                <c:formatCode>0.00E+00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0.69999999999999896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71-4CF8-A39F-01038632A178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B5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0.45721249999999902</c:v>
                </c:pt>
                <c:pt idx="14">
                  <c:v>0.41442499999999899</c:v>
                </c:pt>
                <c:pt idx="15">
                  <c:v>0.37163749999999901</c:v>
                </c:pt>
                <c:pt idx="16">
                  <c:v>0.32884999999999998</c:v>
                </c:pt>
                <c:pt idx="17">
                  <c:v>0.286062499999999</c:v>
                </c:pt>
                <c:pt idx="18">
                  <c:v>0.24327499999999899</c:v>
                </c:pt>
                <c:pt idx="19">
                  <c:v>0.24327499999999899</c:v>
                </c:pt>
                <c:pt idx="20">
                  <c:v>0.24327499999999899</c:v>
                </c:pt>
                <c:pt idx="21">
                  <c:v>0.24327499999999899</c:v>
                </c:pt>
                <c:pt idx="22">
                  <c:v>0.24327499999999899</c:v>
                </c:pt>
                <c:pt idx="23">
                  <c:v>0.24327499999999899</c:v>
                </c:pt>
                <c:pt idx="24">
                  <c:v>0.24327499999999899</c:v>
                </c:pt>
                <c:pt idx="25">
                  <c:v>0.24327499999999899</c:v>
                </c:pt>
                <c:pt idx="26">
                  <c:v>0.24327499999999899</c:v>
                </c:pt>
                <c:pt idx="27">
                  <c:v>0.24327499999999899</c:v>
                </c:pt>
                <c:pt idx="28">
                  <c:v>0.24327499999999899</c:v>
                </c:pt>
                <c:pt idx="29">
                  <c:v>0.24327499999999899</c:v>
                </c:pt>
                <c:pt idx="30">
                  <c:v>0.24327499999999899</c:v>
                </c:pt>
                <c:pt idx="31">
                  <c:v>0.23325839833309001</c:v>
                </c:pt>
                <c:pt idx="32">
                  <c:v>0.22324179666617999</c:v>
                </c:pt>
                <c:pt idx="33">
                  <c:v>0.21322519499927001</c:v>
                </c:pt>
                <c:pt idx="34">
                  <c:v>0.20320859333236099</c:v>
                </c:pt>
                <c:pt idx="35">
                  <c:v>0.19319199166545101</c:v>
                </c:pt>
                <c:pt idx="36">
                  <c:v>0.18317538999854199</c:v>
                </c:pt>
                <c:pt idx="37">
                  <c:v>0.18317538999854199</c:v>
                </c:pt>
                <c:pt idx="38">
                  <c:v>0.18317538999854199</c:v>
                </c:pt>
                <c:pt idx="39">
                  <c:v>0.18317538999854199</c:v>
                </c:pt>
                <c:pt idx="40">
                  <c:v>0.18317538999854199</c:v>
                </c:pt>
                <c:pt idx="41">
                  <c:v>0.18317538999854199</c:v>
                </c:pt>
                <c:pt idx="42">
                  <c:v>0.18317538999854199</c:v>
                </c:pt>
                <c:pt idx="43">
                  <c:v>0.16654031199883301</c:v>
                </c:pt>
                <c:pt idx="44">
                  <c:v>0.149905233999125</c:v>
                </c:pt>
                <c:pt idx="45">
                  <c:v>0.133270155999416</c:v>
                </c:pt>
                <c:pt idx="46">
                  <c:v>0.116635077999708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71-4CF8-A39F-01038632A178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C5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Sheet1!$C$2:$C$50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0.45721249999999902</c:v>
                </c:pt>
                <c:pt idx="14">
                  <c:v>0.41442499999999799</c:v>
                </c:pt>
                <c:pt idx="15">
                  <c:v>0.37163749999999701</c:v>
                </c:pt>
                <c:pt idx="16">
                  <c:v>0.32884999999999998</c:v>
                </c:pt>
                <c:pt idx="17">
                  <c:v>0.286062499999995</c:v>
                </c:pt>
                <c:pt idx="18">
                  <c:v>0.243274999999993</c:v>
                </c:pt>
                <c:pt idx="19">
                  <c:v>0.22118197429162101</c:v>
                </c:pt>
                <c:pt idx="20">
                  <c:v>0.19908894858324799</c:v>
                </c:pt>
                <c:pt idx="21">
                  <c:v>0.176995922874876</c:v>
                </c:pt>
                <c:pt idx="22">
                  <c:v>0.15490289716650299</c:v>
                </c:pt>
                <c:pt idx="23">
                  <c:v>0.132809871458131</c:v>
                </c:pt>
                <c:pt idx="24">
                  <c:v>0.110716845749758</c:v>
                </c:pt>
                <c:pt idx="25">
                  <c:v>0.110716845749758</c:v>
                </c:pt>
                <c:pt idx="26">
                  <c:v>0.110716845749758</c:v>
                </c:pt>
                <c:pt idx="27">
                  <c:v>0.110716845749758</c:v>
                </c:pt>
                <c:pt idx="28">
                  <c:v>0.110716845749758</c:v>
                </c:pt>
                <c:pt idx="29">
                  <c:v>0.110716845749758</c:v>
                </c:pt>
                <c:pt idx="30">
                  <c:v>0.110716845749758</c:v>
                </c:pt>
                <c:pt idx="31">
                  <c:v>0.110716845749758</c:v>
                </c:pt>
                <c:pt idx="32">
                  <c:v>0.110716845749758</c:v>
                </c:pt>
                <c:pt idx="33">
                  <c:v>0.110716845749758</c:v>
                </c:pt>
                <c:pt idx="34">
                  <c:v>0.110716845749758</c:v>
                </c:pt>
                <c:pt idx="35">
                  <c:v>0.110716845749758</c:v>
                </c:pt>
                <c:pt idx="36">
                  <c:v>0.110716845749758</c:v>
                </c:pt>
                <c:pt idx="37">
                  <c:v>0.110716845749758</c:v>
                </c:pt>
                <c:pt idx="38">
                  <c:v>0.110716845749758</c:v>
                </c:pt>
                <c:pt idx="39">
                  <c:v>0.110716845749758</c:v>
                </c:pt>
                <c:pt idx="40">
                  <c:v>0.110716845749758</c:v>
                </c:pt>
                <c:pt idx="41">
                  <c:v>0.110716845749758</c:v>
                </c:pt>
                <c:pt idx="42">
                  <c:v>0.110716845749758</c:v>
                </c:pt>
                <c:pt idx="43">
                  <c:v>0.108573476599806</c:v>
                </c:pt>
                <c:pt idx="44">
                  <c:v>0.106430107449855</c:v>
                </c:pt>
                <c:pt idx="45">
                  <c:v>0.104286738299903</c:v>
                </c:pt>
                <c:pt idx="46">
                  <c:v>0.10214336914995099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71-4CF8-A39F-01038632A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1959503"/>
        <c:axId val="1081959983"/>
      </c:lineChart>
      <c:catAx>
        <c:axId val="10819595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959983"/>
        <c:crosses val="autoZero"/>
        <c:auto val="1"/>
        <c:lblAlgn val="ctr"/>
        <c:lblOffset val="100"/>
        <c:noMultiLvlLbl val="0"/>
      </c:catAx>
      <c:valAx>
        <c:axId val="1081959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95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A6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Sheet1!$D$2:$D$50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0.69999999999999896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0.59999999999999898</c:v>
                </c:pt>
                <c:pt idx="39">
                  <c:v>0.29999999999999899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50-43E2-9793-9F7B5F0F3A31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B6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Sheet1!$E$2:$E$50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0.48374768566928</c:v>
                </c:pt>
                <c:pt idx="14">
                  <c:v>0.46749537133856101</c:v>
                </c:pt>
                <c:pt idx="15">
                  <c:v>0.45124305700784201</c:v>
                </c:pt>
                <c:pt idx="16">
                  <c:v>0.43499074267712301</c:v>
                </c:pt>
                <c:pt idx="17">
                  <c:v>0.41873842834640301</c:v>
                </c:pt>
                <c:pt idx="18">
                  <c:v>0.40248611401568402</c:v>
                </c:pt>
                <c:pt idx="19">
                  <c:v>0.36593432667949399</c:v>
                </c:pt>
                <c:pt idx="20">
                  <c:v>0.32938253934330303</c:v>
                </c:pt>
                <c:pt idx="21">
                  <c:v>0.292830752007113</c:v>
                </c:pt>
                <c:pt idx="22">
                  <c:v>0.25627896467092198</c:v>
                </c:pt>
                <c:pt idx="23">
                  <c:v>0.21972717733473199</c:v>
                </c:pt>
                <c:pt idx="24">
                  <c:v>0.18317538999854199</c:v>
                </c:pt>
                <c:pt idx="25">
                  <c:v>0.18317538999854199</c:v>
                </c:pt>
                <c:pt idx="26">
                  <c:v>0.18317538999854199</c:v>
                </c:pt>
                <c:pt idx="27">
                  <c:v>0.18317538999854199</c:v>
                </c:pt>
                <c:pt idx="28">
                  <c:v>0.18317538999854199</c:v>
                </c:pt>
                <c:pt idx="29">
                  <c:v>0.18317538999854199</c:v>
                </c:pt>
                <c:pt idx="30">
                  <c:v>0.18317538999854199</c:v>
                </c:pt>
                <c:pt idx="31">
                  <c:v>0.18317538999854199</c:v>
                </c:pt>
                <c:pt idx="32">
                  <c:v>0.18317538999854199</c:v>
                </c:pt>
                <c:pt idx="33">
                  <c:v>0.18317538999854199</c:v>
                </c:pt>
                <c:pt idx="34">
                  <c:v>0.18317538999854199</c:v>
                </c:pt>
                <c:pt idx="35">
                  <c:v>0.18317538999854199</c:v>
                </c:pt>
                <c:pt idx="36">
                  <c:v>0.18317538999854199</c:v>
                </c:pt>
                <c:pt idx="37">
                  <c:v>0.18317538999854199</c:v>
                </c:pt>
                <c:pt idx="38">
                  <c:v>0.18317538999854199</c:v>
                </c:pt>
                <c:pt idx="39">
                  <c:v>0.18317538999854199</c:v>
                </c:pt>
                <c:pt idx="40">
                  <c:v>0.18317538999854199</c:v>
                </c:pt>
                <c:pt idx="41">
                  <c:v>0.18317538999854199</c:v>
                </c:pt>
                <c:pt idx="42">
                  <c:v>0.18317538999854199</c:v>
                </c:pt>
                <c:pt idx="43">
                  <c:v>0.16654031199883301</c:v>
                </c:pt>
                <c:pt idx="44">
                  <c:v>0.149905233999125</c:v>
                </c:pt>
                <c:pt idx="45">
                  <c:v>0.133270155999416</c:v>
                </c:pt>
                <c:pt idx="46">
                  <c:v>0.116635077999708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50-43E2-9793-9F7B5F0F3A31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C6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Sheet1!$F$2:$F$50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0.45721249999999902</c:v>
                </c:pt>
                <c:pt idx="20">
                  <c:v>0.41442499999999799</c:v>
                </c:pt>
                <c:pt idx="21">
                  <c:v>0.37163749999999701</c:v>
                </c:pt>
                <c:pt idx="22">
                  <c:v>0.32884999999999998</c:v>
                </c:pt>
                <c:pt idx="23">
                  <c:v>0.286062499999996</c:v>
                </c:pt>
                <c:pt idx="24">
                  <c:v>0.243274999999995</c:v>
                </c:pt>
                <c:pt idx="25">
                  <c:v>0.22118197429162201</c:v>
                </c:pt>
                <c:pt idx="26">
                  <c:v>0.19908894858324999</c:v>
                </c:pt>
                <c:pt idx="27">
                  <c:v>0.176995922874877</c:v>
                </c:pt>
                <c:pt idx="28">
                  <c:v>0.15490289716650399</c:v>
                </c:pt>
                <c:pt idx="29">
                  <c:v>0.132809871458131</c:v>
                </c:pt>
                <c:pt idx="30">
                  <c:v>0.110716845749759</c:v>
                </c:pt>
                <c:pt idx="31">
                  <c:v>0.110716845749759</c:v>
                </c:pt>
                <c:pt idx="32">
                  <c:v>0.110716845749759</c:v>
                </c:pt>
                <c:pt idx="33">
                  <c:v>0.110716845749759</c:v>
                </c:pt>
                <c:pt idx="34">
                  <c:v>0.110716845749759</c:v>
                </c:pt>
                <c:pt idx="35">
                  <c:v>0.110716845749759</c:v>
                </c:pt>
                <c:pt idx="36">
                  <c:v>0.110716845749759</c:v>
                </c:pt>
                <c:pt idx="37">
                  <c:v>0.110716845749759</c:v>
                </c:pt>
                <c:pt idx="38">
                  <c:v>0.110716845749759</c:v>
                </c:pt>
                <c:pt idx="39">
                  <c:v>0.110716845749759</c:v>
                </c:pt>
                <c:pt idx="40">
                  <c:v>0.110716845749759</c:v>
                </c:pt>
                <c:pt idx="41">
                  <c:v>0.110716845749759</c:v>
                </c:pt>
                <c:pt idx="42">
                  <c:v>0.110716845749759</c:v>
                </c:pt>
                <c:pt idx="43">
                  <c:v>0.108573476599807</c:v>
                </c:pt>
                <c:pt idx="44">
                  <c:v>0.106430107449855</c:v>
                </c:pt>
                <c:pt idx="45">
                  <c:v>0.104286738299903</c:v>
                </c:pt>
                <c:pt idx="46">
                  <c:v>0.10214336914995099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50-43E2-9793-9F7B5F0F3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282063"/>
        <c:axId val="885282543"/>
      </c:lineChart>
      <c:catAx>
        <c:axId val="8852820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282543"/>
        <c:crosses val="autoZero"/>
        <c:auto val="1"/>
        <c:lblAlgn val="ctr"/>
        <c:lblOffset val="100"/>
        <c:noMultiLvlLbl val="0"/>
      </c:catAx>
      <c:valAx>
        <c:axId val="88528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282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A5480-6834-CC93-9ABA-5CC9F02C8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B5F1AE-A77E-7DB9-9D17-51C0AC4F9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DE45B2-B917-BAAE-F827-BCDE8FAF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FCCF2B-2127-571E-4FBD-399A5864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7FDF48-7FD0-B42D-0853-3FFB26AB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87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C3931-769D-F56D-7293-D9FFF91B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B87698-6718-8685-8746-E50E3ECC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5A0D8A-A700-3D3D-5883-723A2259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036265-33D7-3E43-2EF9-12AE72CE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E6B99-324F-22E0-65CF-A37EA310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92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4DD43-3390-4FBB-7C85-DAAFAE97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9616D3-F533-5939-81BE-6693196F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D034E7-0147-A36C-54C6-4D5256D1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8338A7-E3D6-E15D-F32A-44D06A35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D47CA-70D5-D018-19C2-902AE6D9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84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D84FA-BDCB-3EAC-2100-FA4CF265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9E7C6D-5DB9-A26F-E1FC-EC9B9F6E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66728D-D69C-9F73-AD11-5CD13825D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7607AB-6D1A-8D24-5C1D-1E4103B9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04B57E-76F3-5FD9-D337-A5EC69F4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A3D7BE-A2FD-B2FB-6C10-A1C8C895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12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83E79-1BCE-FEE3-1391-67173B14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11C291-CA65-924D-1BE6-4E17594D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F6B6A5-D078-22CD-F6E5-3C6C35C0D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E17804-666B-8FDF-55E3-F265F7D56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0FEF94-DAE6-8F5D-E8B6-4FC67878A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D55064-E641-A8A8-837F-5E60462B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F8AD89E-478A-66C3-B46A-16E740F4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8D5D3-7797-A302-BB4D-01A3468F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30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76F79-07B3-D8B7-20DC-614000D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96BD73-6EBE-48FE-A67E-816870EA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2F9F25-7855-D057-A8EC-97C1CBE4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25B859-8030-684B-D187-7F909379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05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06B19C-2075-5D7A-5560-8B3F0DDB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706844-6315-E06D-F028-4D7C16E7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2E447C-A705-2E6A-ADAF-F1C6F78F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77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D17BE7-E05F-7291-7CFE-2993DB37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8BB1B9-7EC3-800C-B3E9-AC17C06B0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62A8E7-4C22-0959-8DF4-07AAF439F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D9AE77-7692-6E04-53F4-3F6FC140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256448-AEE7-ECDE-D868-B62BDA3D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20A218-1376-AE3D-0927-D6F806E9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64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8A72A-A910-F110-60E7-7EC53B2B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C68B056-C7E2-B374-4DEE-AC3D3AC61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FA2157-76DB-AC0F-F135-49881BF4A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F1F441-9309-78E4-6C2A-A9C6C313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B0C5A5-5646-19DA-3ECE-302A4BFA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BCA7B4-B6D8-DAC7-493D-D69096B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17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3D438-D375-074B-D38C-F472FD93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205173-0E4B-FB37-68F0-B495BFF2C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56EA61-CA75-9B0E-26C5-2A00132E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4C59DE-7663-4FAB-9FA7-EA07C5D0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1CFB1-5F2B-F4D6-E018-3C3F9122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45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C08D79-1522-8243-820A-EB9CDA582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6EEEE9-9598-B41C-47BF-9F056D38F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85D685-8CC1-E5A2-89DD-E0407155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895F49-3C9D-4A9B-91F2-9E832DCC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B6E644-85EC-1C9F-F939-A752CF8F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2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AFFD72-E379-4B5D-8EF2-62C8C518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B938DF-E662-595F-4B0A-14889CFF4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643C7C-6731-081A-C71C-6202EA850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6A203-73A6-4A5B-ABC7-370A2B4F57F1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F1D1D7-473E-81A0-F376-388A6A712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507062-959E-AFA2-1E30-F57448FAC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39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DDE08-EF6B-E8AD-30D8-D2E23498E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573F82-D066-E1B8-E29B-5273F3C7A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4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03113-EE49-1744-3E05-F5B09BCE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8A967E37-D140-4AB2-67BB-062F395FB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42112"/>
              </p:ext>
            </p:extLst>
          </p:nvPr>
        </p:nvGraphicFramePr>
        <p:xfrm>
          <a:off x="838200" y="1825625"/>
          <a:ext cx="10515597" cy="310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971853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57100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06544521"/>
                    </a:ext>
                  </a:extLst>
                </a:gridCol>
              </a:tblGrid>
              <a:tr h="50609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3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　スポット市場のみ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8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　一次調整力のみ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8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　二次調整力のみ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14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80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66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54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2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73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46BD9-928B-5F72-206A-16BF4D6E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劣化コスト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BE5C9897-BCA6-BCEB-7522-30461ABD4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672332"/>
              </p:ext>
            </p:extLst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693926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225014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81600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11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　スポット市場のみ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77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　一次調整力のみ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7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　二次調整力のみ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</a:t>
                      </a:r>
                      <a:r>
                        <a:rPr kumimoji="1" lang="ja-JP" altLang="en-US" dirty="0"/>
                        <a:t>　ス　１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</a:t>
                      </a:r>
                      <a:r>
                        <a:rPr kumimoji="1" lang="ja-JP" altLang="en-US" dirty="0"/>
                        <a:t>　ス　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87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</a:t>
                      </a:r>
                      <a:r>
                        <a:rPr kumimoji="1" lang="ja-JP" altLang="en-US" dirty="0"/>
                        <a:t>　１　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2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</a:t>
                      </a:r>
                      <a:r>
                        <a:rPr kumimoji="1" lang="ja-JP" altLang="en-US" dirty="0"/>
                        <a:t>　ス　１　２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7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33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5E5E8-7EA3-CC69-63D7-91361B50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SOC5</a:t>
            </a:r>
            <a:r>
              <a:rPr kumimoji="1" lang="ja-JP" altLang="en-US" dirty="0"/>
              <a:t>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81B254A-B17B-65E1-E2CE-35EB936B74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7706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F15F1-0277-0246-7849-37AB31A4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SOC6</a:t>
            </a:r>
            <a:r>
              <a:rPr kumimoji="1" lang="ja-JP" altLang="en-US" dirty="0"/>
              <a:t>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7FE87C2-5559-926D-E884-E8E7B6BFD4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8283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D484D-3929-809E-549D-A8B7DF5A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考察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23D8BC-D364-1C87-765E-B9C0291C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 b="1" dirty="0"/>
              <a:t>SOC</a:t>
            </a:r>
            <a:r>
              <a:rPr lang="ja-JP" altLang="en-US" b="1" dirty="0"/>
              <a:t>特徴と劣化の整合</a:t>
            </a:r>
            <a:endParaRPr lang="en-US" altLang="ja-JP" b="1"/>
          </a:p>
          <a:p>
            <a:r>
              <a:rPr lang="en-US" altLang="ja-JP"/>
              <a:t>A</a:t>
            </a:r>
            <a:r>
              <a:rPr lang="ja-JP" altLang="en-US" dirty="0"/>
              <a:t>：平均</a:t>
            </a:r>
            <a:r>
              <a:rPr lang="en-US" altLang="ja-JP" dirty="0"/>
              <a:t>SOC 0.28→0.67</a:t>
            </a:r>
            <a:r>
              <a:rPr lang="ja-JP" altLang="en-US" dirty="0"/>
              <a:t>，変動総量 </a:t>
            </a:r>
            <a:r>
              <a:rPr lang="en-US" altLang="ja-JP" dirty="0"/>
              <a:t>2.6→3.6</a:t>
            </a:r>
            <a:br>
              <a:rPr lang="en-US" altLang="ja-JP" dirty="0"/>
            </a:br>
            <a:r>
              <a:rPr lang="en-US" altLang="ja-JP" dirty="0"/>
              <a:t>→ </a:t>
            </a:r>
            <a:r>
              <a:rPr lang="ja-JP" altLang="en-US" dirty="0"/>
              <a:t>高</a:t>
            </a:r>
            <a:r>
              <a:rPr lang="en-US" altLang="ja-JP" dirty="0"/>
              <a:t>SOC</a:t>
            </a:r>
            <a:r>
              <a:rPr lang="ja-JP" altLang="en-US" dirty="0"/>
              <a:t>寄り＋変動増により劣化コストが大幅増</a:t>
            </a:r>
          </a:p>
          <a:p>
            <a:r>
              <a:rPr lang="en-US" altLang="ja-JP" dirty="0"/>
              <a:t>B</a:t>
            </a:r>
            <a:r>
              <a:rPr lang="ja-JP" altLang="en-US" dirty="0"/>
              <a:t>：平均</a:t>
            </a:r>
            <a:r>
              <a:rPr lang="en-US" altLang="ja-JP" dirty="0"/>
              <a:t>SOC 0.307→0.312</a:t>
            </a:r>
            <a:r>
              <a:rPr lang="ja-JP" altLang="en-US" dirty="0"/>
              <a:t>，変動総量 </a:t>
            </a:r>
            <a:r>
              <a:rPr lang="en-US" altLang="ja-JP" dirty="0"/>
              <a:t>0.8→0.8</a:t>
            </a:r>
            <a:br>
              <a:rPr lang="en-US" altLang="ja-JP" dirty="0"/>
            </a:br>
            <a:r>
              <a:rPr lang="en-US" altLang="ja-JP" dirty="0"/>
              <a:t>→ </a:t>
            </a:r>
            <a:r>
              <a:rPr lang="ja-JP" altLang="en-US" dirty="0"/>
              <a:t>運用が月でほぼ不変，劣化差も小</a:t>
            </a:r>
          </a:p>
          <a:p>
            <a:r>
              <a:rPr lang="en-US" altLang="ja-JP" dirty="0"/>
              <a:t>C</a:t>
            </a:r>
            <a:r>
              <a:rPr lang="ja-JP" altLang="en-US" dirty="0"/>
              <a:t>：平均</a:t>
            </a:r>
            <a:r>
              <a:rPr lang="en-US" altLang="ja-JP" dirty="0"/>
              <a:t>SOC 0.257→0.305</a:t>
            </a:r>
            <a:r>
              <a:rPr lang="ja-JP" altLang="en-US" dirty="0"/>
              <a:t>，変動総量 </a:t>
            </a:r>
            <a:r>
              <a:rPr lang="en-US" altLang="ja-JP" dirty="0"/>
              <a:t>0.8→0.8</a:t>
            </a:r>
            <a:br>
              <a:rPr lang="en-US" altLang="ja-JP" dirty="0"/>
            </a:br>
            <a:r>
              <a:rPr lang="en-US" altLang="ja-JP" dirty="0"/>
              <a:t>→ </a:t>
            </a:r>
            <a:r>
              <a:rPr lang="ja-JP" altLang="en-US" dirty="0"/>
              <a:t>平均</a:t>
            </a:r>
            <a:r>
              <a:rPr lang="en-US" altLang="ja-JP" dirty="0"/>
              <a:t>SOC</a:t>
            </a:r>
            <a:r>
              <a:rPr lang="ja-JP" altLang="en-US" dirty="0"/>
              <a:t>上昇に対応して劣化が中程度増</a:t>
            </a:r>
          </a:p>
          <a:p>
            <a:r>
              <a:rPr lang="ja-JP" altLang="en-US" b="1" dirty="0"/>
              <a:t>解釈</a:t>
            </a:r>
            <a:r>
              <a:rPr lang="ja-JP" altLang="en-US" dirty="0"/>
              <a:t>スポットは価格形状の違いで，高</a:t>
            </a:r>
            <a:r>
              <a:rPr lang="en-US" altLang="ja-JP" dirty="0"/>
              <a:t>SOC</a:t>
            </a:r>
            <a:r>
              <a:rPr lang="ja-JP" altLang="en-US" dirty="0"/>
              <a:t>待機や充放電が増え，劣化差が出やすい。</a:t>
            </a:r>
          </a:p>
          <a:p>
            <a:r>
              <a:rPr lang="ja-JP" altLang="en-US" dirty="0"/>
              <a:t>一次・二次は</a:t>
            </a:r>
            <a:r>
              <a:rPr lang="en-US" altLang="ja-JP" dirty="0"/>
              <a:t>SOC</a:t>
            </a:r>
            <a:r>
              <a:rPr lang="ja-JP" altLang="en-US" dirty="0"/>
              <a:t>方策が安定しやすく，劣化差は限定的。</a:t>
            </a:r>
          </a:p>
          <a:p>
            <a:r>
              <a:rPr lang="en-US" altLang="ja-JP" dirty="0"/>
              <a:t>D〜F</a:t>
            </a:r>
            <a:r>
              <a:rPr lang="ja-JP" altLang="en-US" dirty="0"/>
              <a:t>の不成立は，複数市場同時参加で余力要件と</a:t>
            </a:r>
            <a:r>
              <a:rPr lang="en-US" altLang="ja-JP" dirty="0"/>
              <a:t>SOC</a:t>
            </a:r>
            <a:r>
              <a:rPr lang="ja-JP" altLang="en-US" dirty="0"/>
              <a:t>制約の整合が取れていない可能性を示す。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915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199</Words>
  <Application>Microsoft Office PowerPoint</Application>
  <PresentationFormat>ワイド画面</PresentationFormat>
  <Paragraphs>32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目的関数値</vt:lpstr>
      <vt:lpstr>劣化コスト</vt:lpstr>
      <vt:lpstr>SOC5月</vt:lpstr>
      <vt:lpstr>SOC6月</vt:lpstr>
      <vt:lpstr>考察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2</cp:revision>
  <dcterms:created xsi:type="dcterms:W3CDTF">2026-02-06T08:24:28Z</dcterms:created>
  <dcterms:modified xsi:type="dcterms:W3CDTF">2026-02-15T16:55:03Z</dcterms:modified>
</cp:coreProperties>
</file>