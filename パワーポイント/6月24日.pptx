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2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45" y="6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C2ED7-391D-DA98-5E9B-436071D43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r>
              <a:rPr lang="en-US" altLang="ja-JP" dirty="0"/>
              <a:t>24</a:t>
            </a:r>
            <a:r>
              <a:rPr kumimoji="1" lang="ja-JP" altLang="en-US" dirty="0"/>
              <a:t>日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34EBE7-37C4-DB29-9745-3CFEFEDE2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7428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669B1-DC98-E734-F665-D37BD8C1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5</a:t>
            </a:r>
            <a:r>
              <a:rPr kumimoji="1" lang="ja-JP" altLang="en-US" dirty="0"/>
              <a:t>月のデータ</a:t>
            </a:r>
            <a:br>
              <a:rPr lang="en-US" altLang="ja-JP" dirty="0"/>
            </a:br>
            <a:r>
              <a:rPr lang="en-US" altLang="ja-JP" dirty="0"/>
              <a:t>-9754.302</a:t>
            </a:r>
            <a:br>
              <a:rPr lang="en-US" altLang="ja-JP" dirty="0"/>
            </a:b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127B4DCC-EF5D-065E-E82B-4A6DDF9DC2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274878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BABA88-1397-D1BC-F9B8-3600DE9D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r>
              <a:rPr kumimoji="1" lang="ja-JP" altLang="en-US" dirty="0"/>
              <a:t>月のデータ</a:t>
            </a:r>
            <a:br>
              <a:rPr lang="en-US" altLang="ja-JP" dirty="0"/>
            </a:br>
            <a:r>
              <a:rPr lang="en-US" altLang="ja-JP" dirty="0"/>
              <a:t>-9692.574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08E1B91F-5332-1F4A-F4ED-B80E690B9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116187"/>
            <a:ext cx="7796212" cy="3870227"/>
          </a:xfrm>
        </p:spPr>
      </p:pic>
    </p:spTree>
    <p:extLst>
      <p:ext uri="{BB962C8B-B14F-4D97-AF65-F5344CB8AC3E}">
        <p14:creationId xmlns:p14="http://schemas.microsoft.com/office/powerpoint/2010/main" val="101746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93480-ABD8-095E-F51B-9BE849D6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570594-6E8A-C0EB-503D-C4B45359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グラフの値は変わりませんでした。</a:t>
            </a:r>
            <a:r>
              <a:rPr kumimoji="1" lang="en-US" altLang="ja-JP" dirty="0"/>
              <a:t>0.3</a:t>
            </a:r>
            <a:r>
              <a:rPr kumimoji="1" lang="ja-JP" altLang="en-US" dirty="0"/>
              <a:t>→</a:t>
            </a:r>
            <a:r>
              <a:rPr kumimoji="1" lang="en-US" altLang="ja-JP" dirty="0"/>
              <a:t>0.2</a:t>
            </a:r>
            <a:r>
              <a:rPr kumimoji="1" lang="ja-JP" altLang="en-US" dirty="0"/>
              <a:t>にしても同様でした。</a:t>
            </a:r>
          </a:p>
        </p:txBody>
      </p:sp>
    </p:spTree>
    <p:extLst>
      <p:ext uri="{BB962C8B-B14F-4D97-AF65-F5344CB8AC3E}">
        <p14:creationId xmlns:p14="http://schemas.microsoft.com/office/powerpoint/2010/main" val="249146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D607D5-D258-9491-DEDC-C9F13193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考察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EF1F68-673E-7EB1-664D-991E246D7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目的関数の</a:t>
            </a:r>
            <a:r>
              <a:rPr lang="en-US" altLang="ja-JP" dirty="0"/>
              <a:t>Si</a:t>
            </a:r>
            <a:r>
              <a:rPr lang="ja-JP" altLang="en-US" dirty="0"/>
              <a:t>を変更したが、制約にはかかわっていないためグラフは変化していない。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327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06203D-2696-17C0-481F-5B0D6E4F9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劣化の合計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B53228-6F90-B369-CE4C-96717E454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　</a:t>
            </a:r>
            <a:r>
              <a:rPr kumimoji="1" lang="en-US" altLang="ja-JP" dirty="0"/>
              <a:t>0.3466</a:t>
            </a:r>
          </a:p>
          <a:p>
            <a:r>
              <a:rPr lang="en-US" altLang="ja-JP" dirty="0"/>
              <a:t>6</a:t>
            </a:r>
            <a:r>
              <a:rPr lang="ja-JP" altLang="en-US" dirty="0"/>
              <a:t>月　</a:t>
            </a:r>
            <a:r>
              <a:rPr lang="en-US" altLang="ja-JP"/>
              <a:t>0.3488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01310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Madison">
      <a:dk1>
        <a:sysClr val="windowText" lastClr="000000"/>
      </a:dk1>
      <a:lt1>
        <a:sysClr val="window" lastClr="FFFFFF"/>
      </a:lt1>
      <a:dk2>
        <a:srgbClr val="2C2D1F"/>
      </a:dk2>
      <a:lt2>
        <a:srgbClr val="FAF2C5"/>
      </a:lt2>
      <a:accent1>
        <a:srgbClr val="EA9736"/>
      </a:accent1>
      <a:accent2>
        <a:srgbClr val="EACF56"/>
      </a:accent2>
      <a:accent3>
        <a:srgbClr val="77D4D6"/>
      </a:accent3>
      <a:accent4>
        <a:srgbClr val="54AFDC"/>
      </a:accent4>
      <a:accent5>
        <a:srgbClr val="88C363"/>
      </a:accent5>
      <a:accent6>
        <a:srgbClr val="D9D899"/>
      </a:accent6>
      <a:hlink>
        <a:srgbClr val="A7A574"/>
      </a:hlink>
      <a:folHlink>
        <a:srgbClr val="8B887A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9B359FC9-1E88-4883-B31D-CCECAE2A7B3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TM16401375[[fn=マディソン]]</Template>
  <TotalTime>732</TotalTime>
  <Words>66</Words>
  <Application>Microsoft Office PowerPoint</Application>
  <PresentationFormat>ワイド画面</PresentationFormat>
  <Paragraphs>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マディソン</vt:lpstr>
      <vt:lpstr>6月24日</vt:lpstr>
      <vt:lpstr>5月のデータ -9754.302 </vt:lpstr>
      <vt:lpstr>6月のデータ -9692.574</vt:lpstr>
      <vt:lpstr>PowerPoint プレゼンテーション</vt:lpstr>
      <vt:lpstr>考察</vt:lpstr>
      <vt:lpstr>劣化の合計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7</cp:revision>
  <dcterms:created xsi:type="dcterms:W3CDTF">2025-06-20T09:10:19Z</dcterms:created>
  <dcterms:modified xsi:type="dcterms:W3CDTF">2025-06-24T08:32:08Z</dcterms:modified>
</cp:coreProperties>
</file>