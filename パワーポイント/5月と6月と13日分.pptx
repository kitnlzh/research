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theme/themeOverride1.xml" ContentType="application/vnd.openxmlformats-officedocument.themeOverrid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theme/themeOverride2.xml" ContentType="application/vnd.openxmlformats-officedocument.themeOverrid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theme/themeOverride3.xml" ContentType="application/vnd.openxmlformats-officedocument.themeOverrid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theme/themeOverride4.xml" ContentType="application/vnd.openxmlformats-officedocument.themeOverrid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theme/themeOverride5.xml" ContentType="application/vnd.openxmlformats-officedocument.themeOverrid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theme/themeOverride6.xml" ContentType="application/vnd.openxmlformats-officedocument.themeOverrid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theme/themeOverride7.xml" ContentType="application/vnd.openxmlformats-officedocument.themeOverrid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theme/themeOverride8.xml" ContentType="application/vnd.openxmlformats-officedocument.themeOverrid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theme/themeOverride9.xml" ContentType="application/vnd.openxmlformats-officedocument.themeOverrid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theme/themeOverride10.xml" ContentType="application/vnd.openxmlformats-officedocument.themeOverrid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theme/themeOverride11.xml" ContentType="application/vnd.openxmlformats-officedocument.themeOverrid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theme/themeOverride12.xml" ContentType="application/vnd.openxmlformats-officedocument.themeOverrid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theme/themeOverride13.xml" ContentType="application/vnd.openxmlformats-officedocument.themeOverrid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theme/themeOverride14.xml" ContentType="application/vnd.openxmlformats-officedocument.themeOverrid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theme/themeOverride15.xml" ContentType="application/vnd.openxmlformats-officedocument.themeOverrid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theme/themeOverride16.xml" ContentType="application/vnd.openxmlformats-officedocument.themeOverrid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theme/themeOverride17.xml" ContentType="application/vnd.openxmlformats-officedocument.themeOverrid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theme/themeOverride18.xml" ContentType="application/vnd.openxmlformats-officedocument.themeOverride+xml"/>
  <Override PartName="/ppt/charts/chart6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theme/themeOverride19.xml" ContentType="application/vnd.openxmlformats-officedocument.themeOverride+xml"/>
  <Override PartName="/ppt/charts/chart6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theme/themeOverride20.xml" ContentType="application/vnd.openxmlformats-officedocument.themeOverride+xml"/>
  <Override PartName="/ppt/charts/chart6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theme/themeOverride21.xml" ContentType="application/vnd.openxmlformats-officedocument.themeOverride+xml"/>
  <Override PartName="/ppt/charts/chart6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theme/themeOverride22.xml" ContentType="application/vnd.openxmlformats-officedocument.themeOverride+xml"/>
  <Override PartName="/ppt/charts/chart6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theme/themeOverride23.xml" ContentType="application/vnd.openxmlformats-officedocument.themeOverride+xml"/>
  <Override PartName="/ppt/charts/chart6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theme/themeOverride24.xml" ContentType="application/vnd.openxmlformats-officedocument.themeOverride+xml"/>
  <Override PartName="/ppt/charts/chart7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theme/themeOverride25.xml" ContentType="application/vnd.openxmlformats-officedocument.themeOverride+xml"/>
  <Override PartName="/ppt/charts/chart7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theme/themeOverride26.xml" ContentType="application/vnd.openxmlformats-officedocument.themeOverride+xml"/>
  <Override PartName="/ppt/charts/chart7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theme/themeOverride27.xml" ContentType="application/vnd.openxmlformats-officedocument.themeOverride+xml"/>
  <Override PartName="/ppt/charts/chart7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theme/themeOverride28.xml" ContentType="application/vnd.openxmlformats-officedocument.themeOverride+xml"/>
  <Override PartName="/ppt/charts/chart7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theme/themeOverride29.xml" ContentType="application/vnd.openxmlformats-officedocument.themeOverride+xml"/>
  <Override PartName="/ppt/charts/chart7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theme/themeOverride30.xml" ContentType="application/vnd.openxmlformats-officedocument.themeOverride+xml"/>
  <Override PartName="/ppt/charts/chart76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theme/themeOverride31.xml" ContentType="application/vnd.openxmlformats-officedocument.themeOverride+xml"/>
  <Override PartName="/ppt/charts/chart77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theme/themeOverride32.xml" ContentType="application/vnd.openxmlformats-officedocument.themeOverride+xml"/>
  <Override PartName="/ppt/charts/chart78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theme/themeOverride33.xml" ContentType="application/vnd.openxmlformats-officedocument.themeOverride+xml"/>
  <Override PartName="/ppt/charts/chart79.xml" ContentType="application/vnd.openxmlformats-officedocument.drawingml.chart+xml"/>
  <Override PartName="/ppt/charts/style79.xml" ContentType="application/vnd.ms-office.chartstyle+xml"/>
  <Override PartName="/ppt/charts/colors79.xml" ContentType="application/vnd.ms-office.chartcolorstyle+xml"/>
  <Override PartName="/ppt/theme/themeOverride34.xml" ContentType="application/vnd.openxmlformats-officedocument.themeOverride+xml"/>
  <Override PartName="/ppt/charts/chart80.xml" ContentType="application/vnd.openxmlformats-officedocument.drawingml.chart+xml"/>
  <Override PartName="/ppt/charts/style80.xml" ContentType="application/vnd.ms-office.chartstyle+xml"/>
  <Override PartName="/ppt/charts/colors80.xml" ContentType="application/vnd.ms-office.chartcolorstyle+xml"/>
  <Override PartName="/ppt/theme/themeOverride35.xml" ContentType="application/vnd.openxmlformats-officedocument.themeOverride+xml"/>
  <Override PartName="/ppt/charts/chart81.xml" ContentType="application/vnd.openxmlformats-officedocument.drawingml.chart+xml"/>
  <Override PartName="/ppt/charts/style81.xml" ContentType="application/vnd.ms-office.chartstyle+xml"/>
  <Override PartName="/ppt/charts/colors81.xml" ContentType="application/vnd.ms-office.chartcolorstyle+xml"/>
  <Override PartName="/ppt/theme/themeOverride36.xml" ContentType="application/vnd.openxmlformats-officedocument.themeOverride+xml"/>
  <Override PartName="/ppt/charts/chart82.xml" ContentType="application/vnd.openxmlformats-officedocument.drawingml.chart+xml"/>
  <Override PartName="/ppt/charts/style82.xml" ContentType="application/vnd.ms-office.chartstyle+xml"/>
  <Override PartName="/ppt/charts/colors82.xml" ContentType="application/vnd.ms-office.chartcolorstyle+xml"/>
  <Override PartName="/ppt/theme/themeOverride37.xml" ContentType="application/vnd.openxmlformats-officedocument.themeOverride+xml"/>
  <Override PartName="/ppt/charts/chart83.xml" ContentType="application/vnd.openxmlformats-officedocument.drawingml.chart+xml"/>
  <Override PartName="/ppt/charts/style83.xml" ContentType="application/vnd.ms-office.chartstyle+xml"/>
  <Override PartName="/ppt/charts/colors83.xml" ContentType="application/vnd.ms-office.chartcolorstyle+xml"/>
  <Override PartName="/ppt/theme/themeOverride38.xml" ContentType="application/vnd.openxmlformats-officedocument.themeOverride+xml"/>
  <Override PartName="/ppt/charts/chart84.xml" ContentType="application/vnd.openxmlformats-officedocument.drawingml.chart+xml"/>
  <Override PartName="/ppt/charts/style84.xml" ContentType="application/vnd.ms-office.chartstyle+xml"/>
  <Override PartName="/ppt/charts/colors84.xml" ContentType="application/vnd.ms-office.chartcolorstyle+xml"/>
  <Override PartName="/ppt/theme/themeOverride39.xml" ContentType="application/vnd.openxmlformats-officedocument.themeOverride+xml"/>
  <Override PartName="/ppt/charts/chart85.xml" ContentType="application/vnd.openxmlformats-officedocument.drawingml.chart+xml"/>
  <Override PartName="/ppt/charts/style85.xml" ContentType="application/vnd.ms-office.chartstyle+xml"/>
  <Override PartName="/ppt/charts/colors85.xml" ContentType="application/vnd.ms-office.chartcolorstyle+xml"/>
  <Override PartName="/ppt/theme/themeOverride40.xml" ContentType="application/vnd.openxmlformats-officedocument.themeOverride+xml"/>
  <Override PartName="/ppt/charts/chart86.xml" ContentType="application/vnd.openxmlformats-officedocument.drawingml.chart+xml"/>
  <Override PartName="/ppt/charts/style86.xml" ContentType="application/vnd.ms-office.chartstyle+xml"/>
  <Override PartName="/ppt/charts/colors86.xml" ContentType="application/vnd.ms-office.chartcolorstyle+xml"/>
  <Override PartName="/ppt/theme/themeOverride41.xml" ContentType="application/vnd.openxmlformats-officedocument.themeOverride+xml"/>
  <Override PartName="/ppt/charts/chart87.xml" ContentType="application/vnd.openxmlformats-officedocument.drawingml.chart+xml"/>
  <Override PartName="/ppt/charts/style87.xml" ContentType="application/vnd.ms-office.chartstyle+xml"/>
  <Override PartName="/ppt/charts/colors87.xml" ContentType="application/vnd.ms-office.chartcolorstyle+xml"/>
  <Override PartName="/ppt/theme/themeOverride42.xml" ContentType="application/vnd.openxmlformats-officedocument.themeOverride+xml"/>
  <Override PartName="/ppt/charts/chart88.xml" ContentType="application/vnd.openxmlformats-officedocument.drawingml.chart+xml"/>
  <Override PartName="/ppt/charts/style88.xml" ContentType="application/vnd.ms-office.chartstyle+xml"/>
  <Override PartName="/ppt/charts/colors88.xml" ContentType="application/vnd.ms-office.chartcolorstyle+xml"/>
  <Override PartName="/ppt/theme/themeOverride43.xml" ContentType="application/vnd.openxmlformats-officedocument.themeOverride+xml"/>
  <Override PartName="/ppt/charts/chart89.xml" ContentType="application/vnd.openxmlformats-officedocument.drawingml.chart+xml"/>
  <Override PartName="/ppt/charts/style89.xml" ContentType="application/vnd.ms-office.chartstyle+xml"/>
  <Override PartName="/ppt/charts/colors89.xml" ContentType="application/vnd.ms-office.chartcolorstyle+xml"/>
  <Override PartName="/ppt/theme/themeOverride44.xml" ContentType="application/vnd.openxmlformats-officedocument.themeOverride+xml"/>
  <Override PartName="/ppt/charts/chart90.xml" ContentType="application/vnd.openxmlformats-officedocument.drawingml.chart+xml"/>
  <Override PartName="/ppt/charts/style90.xml" ContentType="application/vnd.ms-office.chartstyle+xml"/>
  <Override PartName="/ppt/charts/colors90.xml" ContentType="application/vnd.ms-office.chartcolorstyle+xml"/>
  <Override PartName="/ppt/theme/themeOverride45.xml" ContentType="application/vnd.openxmlformats-officedocument.themeOverride+xml"/>
  <Override PartName="/ppt/charts/chart91.xml" ContentType="application/vnd.openxmlformats-officedocument.drawingml.chart+xml"/>
  <Override PartName="/ppt/charts/style91.xml" ContentType="application/vnd.ms-office.chartstyle+xml"/>
  <Override PartName="/ppt/charts/colors91.xml" ContentType="application/vnd.ms-office.chartcolorstyle+xml"/>
  <Override PartName="/ppt/theme/themeOverride46.xml" ContentType="application/vnd.openxmlformats-officedocument.themeOverride+xml"/>
  <Override PartName="/ppt/charts/chart92.xml" ContentType="application/vnd.openxmlformats-officedocument.drawingml.chart+xml"/>
  <Override PartName="/ppt/charts/style92.xml" ContentType="application/vnd.ms-office.chartstyle+xml"/>
  <Override PartName="/ppt/charts/colors92.xml" ContentType="application/vnd.ms-office.chartcolorstyle+xml"/>
  <Override PartName="/ppt/theme/themeOverride47.xml" ContentType="application/vnd.openxmlformats-officedocument.themeOverride+xml"/>
  <Override PartName="/ppt/charts/chart93.xml" ContentType="application/vnd.openxmlformats-officedocument.drawingml.chart+xml"/>
  <Override PartName="/ppt/charts/style93.xml" ContentType="application/vnd.ms-office.chartstyle+xml"/>
  <Override PartName="/ppt/charts/colors93.xml" ContentType="application/vnd.ms-office.chartcolorstyle+xml"/>
  <Override PartName="/ppt/theme/themeOverride48.xml" ContentType="application/vnd.openxmlformats-officedocument.themeOverride+xml"/>
  <Override PartName="/ppt/charts/chart94.xml" ContentType="application/vnd.openxmlformats-officedocument.drawingml.chart+xml"/>
  <Override PartName="/ppt/charts/style94.xml" ContentType="application/vnd.ms-office.chartstyle+xml"/>
  <Override PartName="/ppt/charts/colors94.xml" ContentType="application/vnd.ms-office.chartcolorstyle+xml"/>
  <Override PartName="/ppt/theme/themeOverride49.xml" ContentType="application/vnd.openxmlformats-officedocument.themeOverride+xml"/>
  <Override PartName="/ppt/charts/chart95.xml" ContentType="application/vnd.openxmlformats-officedocument.drawingml.chart+xml"/>
  <Override PartName="/ppt/charts/style95.xml" ContentType="application/vnd.ms-office.chartstyle+xml"/>
  <Override PartName="/ppt/charts/colors95.xml" ContentType="application/vnd.ms-office.chartcolorstyle+xml"/>
  <Override PartName="/ppt/theme/themeOverride50.xml" ContentType="application/vnd.openxmlformats-officedocument.themeOverride+xml"/>
  <Override PartName="/ppt/charts/chart96.xml" ContentType="application/vnd.openxmlformats-officedocument.drawingml.chart+xml"/>
  <Override PartName="/ppt/charts/style96.xml" ContentType="application/vnd.ms-office.chartstyle+xml"/>
  <Override PartName="/ppt/charts/colors96.xml" ContentType="application/vnd.ms-office.chartcolorstyle+xml"/>
  <Override PartName="/ppt/theme/themeOverride51.xml" ContentType="application/vnd.openxmlformats-officedocument.themeOverride+xml"/>
  <Override PartName="/ppt/charts/chart97.xml" ContentType="application/vnd.openxmlformats-officedocument.drawingml.chart+xml"/>
  <Override PartName="/ppt/charts/style97.xml" ContentType="application/vnd.ms-office.chartstyle+xml"/>
  <Override PartName="/ppt/charts/colors97.xml" ContentType="application/vnd.ms-office.chartcolorstyle+xml"/>
  <Override PartName="/ppt/theme/themeOverride52.xml" ContentType="application/vnd.openxmlformats-officedocument.themeOverride+xml"/>
  <Override PartName="/ppt/charts/chart98.xml" ContentType="application/vnd.openxmlformats-officedocument.drawingml.chart+xml"/>
  <Override PartName="/ppt/charts/style98.xml" ContentType="application/vnd.ms-office.chartstyle+xml"/>
  <Override PartName="/ppt/charts/colors98.xml" ContentType="application/vnd.ms-office.chartcolorstyle+xml"/>
  <Override PartName="/ppt/theme/themeOverride53.xml" ContentType="application/vnd.openxmlformats-officedocument.themeOverride+xml"/>
  <Override PartName="/ppt/charts/chart99.xml" ContentType="application/vnd.openxmlformats-officedocument.drawingml.chart+xml"/>
  <Override PartName="/ppt/charts/style99.xml" ContentType="application/vnd.ms-office.chartstyle+xml"/>
  <Override PartName="/ppt/charts/colors99.xml" ContentType="application/vnd.ms-office.chartcolorstyle+xml"/>
  <Override PartName="/ppt/theme/themeOverride54.xml" ContentType="application/vnd.openxmlformats-officedocument.themeOverride+xml"/>
  <Override PartName="/ppt/charts/chart100.xml" ContentType="application/vnd.openxmlformats-officedocument.drawingml.chart+xml"/>
  <Override PartName="/ppt/charts/style100.xml" ContentType="application/vnd.ms-office.chartstyle+xml"/>
  <Override PartName="/ppt/charts/colors100.xml" ContentType="application/vnd.ms-office.chartcolorstyle+xml"/>
  <Override PartName="/ppt/theme/themeOverride55.xml" ContentType="application/vnd.openxmlformats-officedocument.themeOverride+xml"/>
  <Override PartName="/ppt/charts/chart101.xml" ContentType="application/vnd.openxmlformats-officedocument.drawingml.chart+xml"/>
  <Override PartName="/ppt/charts/style101.xml" ContentType="application/vnd.ms-office.chartstyle+xml"/>
  <Override PartName="/ppt/charts/colors101.xml" ContentType="application/vnd.ms-office.chartcolorstyle+xml"/>
  <Override PartName="/ppt/theme/themeOverride56.xml" ContentType="application/vnd.openxmlformats-officedocument.themeOverride+xml"/>
  <Override PartName="/ppt/charts/chart102.xml" ContentType="application/vnd.openxmlformats-officedocument.drawingml.chart+xml"/>
  <Override PartName="/ppt/charts/style102.xml" ContentType="application/vnd.ms-office.chartstyle+xml"/>
  <Override PartName="/ppt/charts/colors102.xml" ContentType="application/vnd.ms-office.chartcolorstyle+xml"/>
  <Override PartName="/ppt/theme/themeOverride57.xml" ContentType="application/vnd.openxmlformats-officedocument.themeOverride+xml"/>
  <Override PartName="/ppt/charts/chart103.xml" ContentType="application/vnd.openxmlformats-officedocument.drawingml.chart+xml"/>
  <Override PartName="/ppt/charts/style103.xml" ContentType="application/vnd.ms-office.chartstyle+xml"/>
  <Override PartName="/ppt/charts/colors103.xml" ContentType="application/vnd.ms-office.chartcolorstyle+xml"/>
  <Override PartName="/ppt/theme/themeOverride58.xml" ContentType="application/vnd.openxmlformats-officedocument.themeOverride+xml"/>
  <Override PartName="/ppt/charts/chart104.xml" ContentType="application/vnd.openxmlformats-officedocument.drawingml.chart+xml"/>
  <Override PartName="/ppt/charts/style104.xml" ContentType="application/vnd.ms-office.chartstyle+xml"/>
  <Override PartName="/ppt/charts/colors104.xml" ContentType="application/vnd.ms-office.chartcolorstyle+xml"/>
  <Override PartName="/ppt/theme/themeOverride59.xml" ContentType="application/vnd.openxmlformats-officedocument.themeOverride+xml"/>
  <Override PartName="/ppt/charts/chart105.xml" ContentType="application/vnd.openxmlformats-officedocument.drawingml.chart+xml"/>
  <Override PartName="/ppt/charts/style105.xml" ContentType="application/vnd.ms-office.chartstyle+xml"/>
  <Override PartName="/ppt/charts/colors105.xml" ContentType="application/vnd.ms-office.chartcolorstyle+xml"/>
  <Override PartName="/ppt/theme/themeOverride60.xml" ContentType="application/vnd.openxmlformats-officedocument.themeOverride+xml"/>
  <Override PartName="/ppt/charts/chart106.xml" ContentType="application/vnd.openxmlformats-officedocument.drawingml.chart+xml"/>
  <Override PartName="/ppt/charts/style106.xml" ContentType="application/vnd.ms-office.chartstyle+xml"/>
  <Override PartName="/ppt/charts/colors106.xml" ContentType="application/vnd.ms-office.chartcolorstyle+xml"/>
  <Override PartName="/ppt/theme/themeOverride61.xml" ContentType="application/vnd.openxmlformats-officedocument.themeOverride+xml"/>
  <Override PartName="/ppt/charts/chart107.xml" ContentType="application/vnd.openxmlformats-officedocument.drawingml.chart+xml"/>
  <Override PartName="/ppt/charts/style107.xml" ContentType="application/vnd.ms-office.chartstyle+xml"/>
  <Override PartName="/ppt/charts/colors107.xml" ContentType="application/vnd.ms-office.chartcolorstyle+xml"/>
  <Override PartName="/ppt/theme/themeOverride62.xml" ContentType="application/vnd.openxmlformats-officedocument.themeOverride+xml"/>
  <Override PartName="/ppt/charts/chart108.xml" ContentType="application/vnd.openxmlformats-officedocument.drawingml.chart+xml"/>
  <Override PartName="/ppt/charts/style108.xml" ContentType="application/vnd.ms-office.chartstyle+xml"/>
  <Override PartName="/ppt/charts/colors108.xml" ContentType="application/vnd.ms-office.chartcolorstyle+xml"/>
  <Override PartName="/ppt/theme/themeOverride63.xml" ContentType="application/vnd.openxmlformats-officedocument.themeOverride+xml"/>
  <Override PartName="/ppt/charts/chart109.xml" ContentType="application/vnd.openxmlformats-officedocument.drawingml.chart+xml"/>
  <Override PartName="/ppt/charts/style109.xml" ContentType="application/vnd.ms-office.chartstyle+xml"/>
  <Override PartName="/ppt/charts/colors109.xml" ContentType="application/vnd.ms-office.chartcolorstyle+xml"/>
  <Override PartName="/ppt/theme/themeOverride64.xml" ContentType="application/vnd.openxmlformats-officedocument.themeOverride+xml"/>
  <Override PartName="/ppt/charts/chart110.xml" ContentType="application/vnd.openxmlformats-officedocument.drawingml.chart+xml"/>
  <Override PartName="/ppt/charts/style110.xml" ContentType="application/vnd.ms-office.chartstyle+xml"/>
  <Override PartName="/ppt/charts/colors110.xml" ContentType="application/vnd.ms-office.chartcolorstyle+xml"/>
  <Override PartName="/ppt/theme/themeOverride65.xml" ContentType="application/vnd.openxmlformats-officedocument.themeOverride+xml"/>
  <Override PartName="/ppt/charts/chart111.xml" ContentType="application/vnd.openxmlformats-officedocument.drawingml.chart+xml"/>
  <Override PartName="/ppt/charts/style111.xml" ContentType="application/vnd.ms-office.chartstyle+xml"/>
  <Override PartName="/ppt/charts/colors111.xml" ContentType="application/vnd.ms-office.chartcolorstyle+xml"/>
  <Override PartName="/ppt/theme/themeOverride66.xml" ContentType="application/vnd.openxmlformats-officedocument.themeOverride+xml"/>
  <Override PartName="/ppt/charts/chart112.xml" ContentType="application/vnd.openxmlformats-officedocument.drawingml.chart+xml"/>
  <Override PartName="/ppt/charts/style112.xml" ContentType="application/vnd.ms-office.chartstyle+xml"/>
  <Override PartName="/ppt/charts/colors112.xml" ContentType="application/vnd.ms-office.chartcolorstyle+xml"/>
  <Override PartName="/ppt/theme/themeOverride67.xml" ContentType="application/vnd.openxmlformats-officedocument.themeOverride+xml"/>
  <Override PartName="/ppt/charts/chart113.xml" ContentType="application/vnd.openxmlformats-officedocument.drawingml.chart+xml"/>
  <Override PartName="/ppt/charts/style113.xml" ContentType="application/vnd.ms-office.chartstyle+xml"/>
  <Override PartName="/ppt/charts/colors113.xml" ContentType="application/vnd.ms-office.chartcolorstyle+xml"/>
  <Override PartName="/ppt/theme/themeOverride68.xml" ContentType="application/vnd.openxmlformats-officedocument.themeOverride+xml"/>
  <Override PartName="/ppt/charts/chart114.xml" ContentType="application/vnd.openxmlformats-officedocument.drawingml.chart+xml"/>
  <Override PartName="/ppt/charts/style114.xml" ContentType="application/vnd.ms-office.chartstyle+xml"/>
  <Override PartName="/ppt/charts/colors114.xml" ContentType="application/vnd.ms-office.chartcolorstyle+xml"/>
  <Override PartName="/ppt/theme/themeOverride69.xml" ContentType="application/vnd.openxmlformats-officedocument.themeOverride+xml"/>
  <Override PartName="/ppt/charts/chart115.xml" ContentType="application/vnd.openxmlformats-officedocument.drawingml.chart+xml"/>
  <Override PartName="/ppt/charts/style115.xml" ContentType="application/vnd.ms-office.chartstyle+xml"/>
  <Override PartName="/ppt/charts/colors115.xml" ContentType="application/vnd.ms-office.chartcolorstyle+xml"/>
  <Override PartName="/ppt/theme/themeOverride70.xml" ContentType="application/vnd.openxmlformats-officedocument.themeOverride+xml"/>
  <Override PartName="/ppt/charts/chart116.xml" ContentType="application/vnd.openxmlformats-officedocument.drawingml.chart+xml"/>
  <Override PartName="/ppt/charts/style116.xml" ContentType="application/vnd.ms-office.chartstyle+xml"/>
  <Override PartName="/ppt/charts/colors116.xml" ContentType="application/vnd.ms-office.chartcolorstyle+xml"/>
  <Override PartName="/ppt/theme/themeOverride71.xml" ContentType="application/vnd.openxmlformats-officedocument.themeOverride+xml"/>
  <Override PartName="/ppt/charts/chart117.xml" ContentType="application/vnd.openxmlformats-officedocument.drawingml.chart+xml"/>
  <Override PartName="/ppt/charts/style117.xml" ContentType="application/vnd.ms-office.chartstyle+xml"/>
  <Override PartName="/ppt/charts/colors117.xml" ContentType="application/vnd.ms-office.chartcolorstyle+xml"/>
  <Override PartName="/ppt/theme/themeOverride72.xml" ContentType="application/vnd.openxmlformats-officedocument.themeOverride+xml"/>
  <Override PartName="/ppt/charts/chart118.xml" ContentType="application/vnd.openxmlformats-officedocument.drawingml.chart+xml"/>
  <Override PartName="/ppt/charts/style118.xml" ContentType="application/vnd.ms-office.chartstyle+xml"/>
  <Override PartName="/ppt/charts/colors118.xml" ContentType="application/vnd.ms-office.chartcolorstyle+xml"/>
  <Override PartName="/ppt/theme/themeOverride73.xml" ContentType="application/vnd.openxmlformats-officedocument.themeOverride+xml"/>
  <Override PartName="/ppt/charts/chart119.xml" ContentType="application/vnd.openxmlformats-officedocument.drawingml.chart+xml"/>
  <Override PartName="/ppt/charts/style119.xml" ContentType="application/vnd.ms-office.chartstyle+xml"/>
  <Override PartName="/ppt/charts/colors119.xml" ContentType="application/vnd.ms-office.chartcolorstyle+xml"/>
  <Override PartName="/ppt/theme/themeOverride74.xml" ContentType="application/vnd.openxmlformats-officedocument.themeOverride+xml"/>
  <Override PartName="/ppt/charts/chart120.xml" ContentType="application/vnd.openxmlformats-officedocument.drawingml.chart+xml"/>
  <Override PartName="/ppt/charts/style120.xml" ContentType="application/vnd.ms-office.chartstyle+xml"/>
  <Override PartName="/ppt/charts/colors120.xml" ContentType="application/vnd.ms-office.chartcolorstyle+xml"/>
  <Override PartName="/ppt/theme/themeOverride75.xml" ContentType="application/vnd.openxmlformats-officedocument.themeOverride+xml"/>
  <Override PartName="/ppt/charts/chart121.xml" ContentType="application/vnd.openxmlformats-officedocument.drawingml.chart+xml"/>
  <Override PartName="/ppt/charts/style121.xml" ContentType="application/vnd.ms-office.chartstyle+xml"/>
  <Override PartName="/ppt/charts/colors121.xml" ContentType="application/vnd.ms-office.chartcolorstyle+xml"/>
  <Override PartName="/ppt/theme/themeOverride76.xml" ContentType="application/vnd.openxmlformats-officedocument.themeOverride+xml"/>
  <Override PartName="/ppt/charts/chart122.xml" ContentType="application/vnd.openxmlformats-officedocument.drawingml.chart+xml"/>
  <Override PartName="/ppt/charts/style122.xml" ContentType="application/vnd.ms-office.chartstyle+xml"/>
  <Override PartName="/ppt/charts/colors122.xml" ContentType="application/vnd.ms-office.chartcolorstyle+xml"/>
  <Override PartName="/ppt/theme/themeOverride77.xml" ContentType="application/vnd.openxmlformats-officedocument.themeOverride+xml"/>
  <Override PartName="/ppt/charts/chart123.xml" ContentType="application/vnd.openxmlformats-officedocument.drawingml.chart+xml"/>
  <Override PartName="/ppt/charts/style123.xml" ContentType="application/vnd.ms-office.chartstyle+xml"/>
  <Override PartName="/ppt/charts/colors123.xml" ContentType="application/vnd.ms-office.chartcolorstyle+xml"/>
  <Override PartName="/ppt/theme/themeOverride78.xml" ContentType="application/vnd.openxmlformats-officedocument.themeOverride+xml"/>
  <Override PartName="/ppt/notesSlides/notesSlide1.xml" ContentType="application/vnd.openxmlformats-officedocument.presentationml.notesSlide+xml"/>
  <Override PartName="/ppt/charts/chart124.xml" ContentType="application/vnd.openxmlformats-officedocument.drawingml.chart+xml"/>
  <Override PartName="/ppt/charts/style124.xml" ContentType="application/vnd.ms-office.chartstyle+xml"/>
  <Override PartName="/ppt/charts/colors124.xml" ContentType="application/vnd.ms-office.chartcolorstyle+xml"/>
  <Override PartName="/ppt/theme/themeOverride79.xml" ContentType="application/vnd.openxmlformats-officedocument.themeOverride+xml"/>
  <Override PartName="/ppt/charts/chart125.xml" ContentType="application/vnd.openxmlformats-officedocument.drawingml.chart+xml"/>
  <Override PartName="/ppt/charts/style125.xml" ContentType="application/vnd.ms-office.chartstyle+xml"/>
  <Override PartName="/ppt/charts/colors125.xml" ContentType="application/vnd.ms-office.chartcolorstyle+xml"/>
  <Override PartName="/ppt/theme/themeOverride80.xml" ContentType="application/vnd.openxmlformats-officedocument.themeOverride+xml"/>
  <Override PartName="/ppt/charts/chart126.xml" ContentType="application/vnd.openxmlformats-officedocument.drawingml.chart+xml"/>
  <Override PartName="/ppt/charts/style126.xml" ContentType="application/vnd.ms-office.chartstyle+xml"/>
  <Override PartName="/ppt/charts/colors126.xml" ContentType="application/vnd.ms-office.chartcolorstyle+xml"/>
  <Override PartName="/ppt/theme/themeOverride81.xml" ContentType="application/vnd.openxmlformats-officedocument.themeOverride+xml"/>
  <Override PartName="/ppt/charts/chart127.xml" ContentType="application/vnd.openxmlformats-officedocument.drawingml.chart+xml"/>
  <Override PartName="/ppt/charts/style127.xml" ContentType="application/vnd.ms-office.chartstyle+xml"/>
  <Override PartName="/ppt/charts/colors127.xml" ContentType="application/vnd.ms-office.chartcolorstyle+xml"/>
  <Override PartName="/ppt/theme/themeOverride82.xml" ContentType="application/vnd.openxmlformats-officedocument.themeOverride+xml"/>
  <Override PartName="/ppt/charts/chart128.xml" ContentType="application/vnd.openxmlformats-officedocument.drawingml.chart+xml"/>
  <Override PartName="/ppt/charts/style128.xml" ContentType="application/vnd.ms-office.chartstyle+xml"/>
  <Override PartName="/ppt/charts/colors128.xml" ContentType="application/vnd.ms-office.chartcolorstyle+xml"/>
  <Override PartName="/ppt/theme/themeOverride83.xml" ContentType="application/vnd.openxmlformats-officedocument.themeOverride+xml"/>
  <Override PartName="/ppt/charts/chart129.xml" ContentType="application/vnd.openxmlformats-officedocument.drawingml.chart+xml"/>
  <Override PartName="/ppt/charts/style129.xml" ContentType="application/vnd.ms-office.chartstyle+xml"/>
  <Override PartName="/ppt/charts/colors129.xml" ContentType="application/vnd.ms-office.chartcolorstyle+xml"/>
  <Override PartName="/ppt/theme/themeOverride84.xml" ContentType="application/vnd.openxmlformats-officedocument.themeOverride+xml"/>
  <Override PartName="/ppt/charts/chart130.xml" ContentType="application/vnd.openxmlformats-officedocument.drawingml.chart+xml"/>
  <Override PartName="/ppt/charts/style130.xml" ContentType="application/vnd.ms-office.chartstyle+xml"/>
  <Override PartName="/ppt/charts/colors130.xml" ContentType="application/vnd.ms-office.chartcolorstyle+xml"/>
  <Override PartName="/ppt/theme/themeOverride85.xml" ContentType="application/vnd.openxmlformats-officedocument.themeOverride+xml"/>
  <Override PartName="/ppt/charts/chart131.xml" ContentType="application/vnd.openxmlformats-officedocument.drawingml.chart+xml"/>
  <Override PartName="/ppt/charts/style131.xml" ContentType="application/vnd.ms-office.chartstyle+xml"/>
  <Override PartName="/ppt/charts/colors131.xml" ContentType="application/vnd.ms-office.chartcolorstyle+xml"/>
  <Override PartName="/ppt/theme/themeOverride86.xml" ContentType="application/vnd.openxmlformats-officedocument.themeOverride+xml"/>
  <Override PartName="/ppt/charts/chart132.xml" ContentType="application/vnd.openxmlformats-officedocument.drawingml.chart+xml"/>
  <Override PartName="/ppt/charts/style132.xml" ContentType="application/vnd.ms-office.chartstyle+xml"/>
  <Override PartName="/ppt/charts/colors132.xml" ContentType="application/vnd.ms-office.chartcolorstyle+xml"/>
  <Override PartName="/ppt/theme/themeOverride87.xml" ContentType="application/vnd.openxmlformats-officedocument.themeOverride+xml"/>
  <Override PartName="/ppt/charts/chart133.xml" ContentType="application/vnd.openxmlformats-officedocument.drawingml.chart+xml"/>
  <Override PartName="/ppt/charts/style133.xml" ContentType="application/vnd.ms-office.chartstyle+xml"/>
  <Override PartName="/ppt/charts/colors133.xml" ContentType="application/vnd.ms-office.chartcolorstyle+xml"/>
  <Override PartName="/ppt/theme/themeOverride88.xml" ContentType="application/vnd.openxmlformats-officedocument.themeOverride+xml"/>
  <Override PartName="/ppt/charts/chart134.xml" ContentType="application/vnd.openxmlformats-officedocument.drawingml.chart+xml"/>
  <Override PartName="/ppt/charts/style134.xml" ContentType="application/vnd.ms-office.chartstyle+xml"/>
  <Override PartName="/ppt/charts/colors134.xml" ContentType="application/vnd.ms-office.chartcolorstyle+xml"/>
  <Override PartName="/ppt/theme/themeOverride89.xml" ContentType="application/vnd.openxmlformats-officedocument.themeOverride+xml"/>
  <Override PartName="/ppt/charts/chart135.xml" ContentType="application/vnd.openxmlformats-officedocument.drawingml.chart+xml"/>
  <Override PartName="/ppt/charts/style135.xml" ContentType="application/vnd.ms-office.chartstyle+xml"/>
  <Override PartName="/ppt/charts/colors135.xml" ContentType="application/vnd.ms-office.chartcolorstyle+xml"/>
  <Override PartName="/ppt/theme/themeOverride90.xml" ContentType="application/vnd.openxmlformats-officedocument.themeOverride+xml"/>
  <Override PartName="/ppt/charts/chart136.xml" ContentType="application/vnd.openxmlformats-officedocument.drawingml.chart+xml"/>
  <Override PartName="/ppt/charts/style136.xml" ContentType="application/vnd.ms-office.chartstyle+xml"/>
  <Override PartName="/ppt/charts/colors136.xml" ContentType="application/vnd.ms-office.chartcolorstyle+xml"/>
  <Override PartName="/ppt/theme/themeOverride9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76" r:id="rId6"/>
    <p:sldId id="260" r:id="rId7"/>
    <p:sldId id="277" r:id="rId8"/>
    <p:sldId id="261" r:id="rId9"/>
    <p:sldId id="262" r:id="rId10"/>
    <p:sldId id="263" r:id="rId11"/>
    <p:sldId id="264" r:id="rId12"/>
    <p:sldId id="278" r:id="rId13"/>
    <p:sldId id="265" r:id="rId14"/>
    <p:sldId id="279" r:id="rId15"/>
    <p:sldId id="266" r:id="rId16"/>
    <p:sldId id="267" r:id="rId17"/>
    <p:sldId id="268" r:id="rId18"/>
    <p:sldId id="280" r:id="rId19"/>
    <p:sldId id="281" r:id="rId20"/>
    <p:sldId id="282" r:id="rId21"/>
    <p:sldId id="269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70" r:id="rId34"/>
    <p:sldId id="294" r:id="rId35"/>
    <p:sldId id="295" r:id="rId36"/>
    <p:sldId id="296" r:id="rId37"/>
    <p:sldId id="271" r:id="rId38"/>
    <p:sldId id="272" r:id="rId39"/>
    <p:sldId id="273" r:id="rId40"/>
    <p:sldId id="297" r:id="rId41"/>
    <p:sldId id="298" r:id="rId42"/>
    <p:sldId id="299" r:id="rId43"/>
    <p:sldId id="274" r:id="rId44"/>
    <p:sldId id="300" r:id="rId45"/>
    <p:sldId id="301" r:id="rId46"/>
    <p:sldId id="302" r:id="rId47"/>
    <p:sldId id="275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44A8F-F975-4CB1-AC2C-9DE5BD4BDA47}" v="16" dt="2026-03-06T05:56:06.330"/>
    <p1510:client id="{94677C58-E790-4B91-BD3D-789092D1A2CF}" v="101" dt="2026-03-05T16:31:10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33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C53E141C-B797-4BD5-B97C-FF93ADA80928}"/>
    <pc:docChg chg="custSel addSld modSld">
      <pc:chgData name="kitn.lzh →" userId="aae51206e0f3c209" providerId="LiveId" clId="{C53E141C-B797-4BD5-B97C-FF93ADA80928}" dt="2026-03-06T05:56:37.565" v="8" actId="1076"/>
      <pc:docMkLst>
        <pc:docMk/>
      </pc:docMkLst>
      <pc:sldChg chg="modSp mod">
        <pc:chgData name="kitn.lzh →" userId="aae51206e0f3c209" providerId="LiveId" clId="{C53E141C-B797-4BD5-B97C-FF93ADA80928}" dt="2026-03-06T05:56:37.565" v="8" actId="1076"/>
        <pc:sldMkLst>
          <pc:docMk/>
          <pc:sldMk cId="176635930" sldId="259"/>
        </pc:sldMkLst>
        <pc:graphicFrameChg chg="mod">
          <ac:chgData name="kitn.lzh →" userId="aae51206e0f3c209" providerId="LiveId" clId="{C53E141C-B797-4BD5-B97C-FF93ADA80928}" dt="2026-03-06T05:56:37.565" v="8" actId="1076"/>
          <ac:graphicFrameMkLst>
            <pc:docMk/>
            <pc:sldMk cId="176635930" sldId="259"/>
            <ac:graphicFrameMk id="8" creationId="{F834FD03-07B7-B7B0-4BDB-5EDE9DA25C6B}"/>
          </ac:graphicFrameMkLst>
        </pc:graphicFrameChg>
      </pc:sldChg>
      <pc:sldChg chg="addSp modSp mod">
        <pc:chgData name="kitn.lzh →" userId="aae51206e0f3c209" providerId="LiveId" clId="{C53E141C-B797-4BD5-B97C-FF93ADA80928}" dt="2026-03-05T14:08:31.529" v="2" actId="1076"/>
        <pc:sldMkLst>
          <pc:docMk/>
          <pc:sldMk cId="1099372135" sldId="268"/>
        </pc:sldMkLst>
        <pc:graphicFrameChg chg="add mod">
          <ac:chgData name="kitn.lzh →" userId="aae51206e0f3c209" providerId="LiveId" clId="{C53E141C-B797-4BD5-B97C-FF93ADA80928}" dt="2026-03-05T14:08:31.529" v="2" actId="1076"/>
          <ac:graphicFrameMkLst>
            <pc:docMk/>
            <pc:sldMk cId="1099372135" sldId="268"/>
            <ac:graphicFrameMk id="7" creationId="{242F2FBD-C4B3-C2EC-7FF5-637476A3123D}"/>
          </ac:graphicFrameMkLst>
        </pc:graphicFrameChg>
      </pc:sldChg>
      <pc:sldChg chg="addSp delSp modSp new mod">
        <pc:chgData name="kitn.lzh →" userId="aae51206e0f3c209" providerId="LiveId" clId="{C53E141C-B797-4BD5-B97C-FF93ADA80928}" dt="2026-03-05T14:09:08.565" v="7" actId="1076"/>
        <pc:sldMkLst>
          <pc:docMk/>
          <pc:sldMk cId="1933976373" sldId="280"/>
        </pc:sldMkLst>
        <pc:spChg chg="del">
          <ac:chgData name="kitn.lzh →" userId="aae51206e0f3c209" providerId="LiveId" clId="{C53E141C-B797-4BD5-B97C-FF93ADA80928}" dt="2026-03-05T14:09:03.167" v="4" actId="478"/>
          <ac:spMkLst>
            <pc:docMk/>
            <pc:sldMk cId="1933976373" sldId="280"/>
            <ac:spMk id="3" creationId="{9D3E7A8D-00FA-9670-55FF-B077AB6C08CE}"/>
          </ac:spMkLst>
        </pc:spChg>
        <pc:graphicFrameChg chg="add mod">
          <ac:chgData name="kitn.lzh →" userId="aae51206e0f3c209" providerId="LiveId" clId="{C53E141C-B797-4BD5-B97C-FF93ADA80928}" dt="2026-03-05T14:09:08.565" v="7" actId="1076"/>
          <ac:graphicFrameMkLst>
            <pc:docMk/>
            <pc:sldMk cId="1933976373" sldId="280"/>
            <ac:graphicFrameMk id="4" creationId="{B780196E-EC0E-871D-5D55-A0686B08E491}"/>
          </ac:graphicFrameMkLst>
        </pc:graphicFrameChg>
      </pc:sldChg>
    </pc:docChg>
  </pc:docChgLst>
  <pc:docChgLst>
    <pc:chgData name="kitn.lzh →" userId="aae51206e0f3c209" providerId="LiveId" clId="{2B599A23-E6BC-4D57-BA0D-73F904748290}"/>
    <pc:docChg chg="custSel addSld modSld">
      <pc:chgData name="kitn.lzh →" userId="aae51206e0f3c209" providerId="LiveId" clId="{2B599A23-E6BC-4D57-BA0D-73F904748290}" dt="2026-03-05T16:31:30.315" v="309" actId="1076"/>
      <pc:docMkLst>
        <pc:docMk/>
      </pc:docMkLst>
      <pc:sldChg chg="addSp delSp modSp mod">
        <pc:chgData name="kitn.lzh →" userId="aae51206e0f3c209" providerId="LiveId" clId="{2B599A23-E6BC-4D57-BA0D-73F904748290}" dt="2026-03-05T14:43:21.911" v="52" actId="1076"/>
        <pc:sldMkLst>
          <pc:docMk/>
          <pc:sldMk cId="1094861085" sldId="269"/>
        </pc:sldMkLst>
        <pc:spChg chg="mod">
          <ac:chgData name="kitn.lzh →" userId="aae51206e0f3c209" providerId="LiveId" clId="{2B599A23-E6BC-4D57-BA0D-73F904748290}" dt="2026-03-05T14:43:16.345" v="51" actId="1076"/>
          <ac:spMkLst>
            <pc:docMk/>
            <pc:sldMk cId="1094861085" sldId="269"/>
            <ac:spMk id="2" creationId="{6B5B2BCC-A5A7-C324-6569-9953DA4B26D5}"/>
          </ac:spMkLst>
        </pc:spChg>
        <pc:spChg chg="del">
          <ac:chgData name="kitn.lzh →" userId="aae51206e0f3c209" providerId="LiveId" clId="{2B599A23-E6BC-4D57-BA0D-73F904748290}" dt="2026-03-05T14:42:53.038" v="41" actId="478"/>
          <ac:spMkLst>
            <pc:docMk/>
            <pc:sldMk cId="1094861085" sldId="269"/>
            <ac:spMk id="3" creationId="{ED0D617E-51AB-1CA7-903A-A6E7D95BB70C}"/>
          </ac:spMkLst>
        </pc:spChg>
        <pc:graphicFrameChg chg="add mod">
          <ac:chgData name="kitn.lzh →" userId="aae51206e0f3c209" providerId="LiveId" clId="{2B599A23-E6BC-4D57-BA0D-73F904748290}" dt="2026-03-05T14:42:48.874" v="40"/>
          <ac:graphicFrameMkLst>
            <pc:docMk/>
            <pc:sldMk cId="1094861085" sldId="269"/>
            <ac:graphicFrameMk id="4" creationId="{3BF5C6B9-4806-9D15-FF35-5E0F3F6C8877}"/>
          </ac:graphicFrameMkLst>
        </pc:graphicFrameChg>
        <pc:graphicFrameChg chg="add mod">
          <ac:chgData name="kitn.lzh →" userId="aae51206e0f3c209" providerId="LiveId" clId="{2B599A23-E6BC-4D57-BA0D-73F904748290}" dt="2026-03-05T14:42:48.874" v="40"/>
          <ac:graphicFrameMkLst>
            <pc:docMk/>
            <pc:sldMk cId="1094861085" sldId="269"/>
            <ac:graphicFrameMk id="5" creationId="{9FBC3F2E-20A8-FE7D-212C-69042AC3F153}"/>
          </ac:graphicFrameMkLst>
        </pc:graphicFrameChg>
        <pc:graphicFrameChg chg="add mod">
          <ac:chgData name="kitn.lzh →" userId="aae51206e0f3c209" providerId="LiveId" clId="{2B599A23-E6BC-4D57-BA0D-73F904748290}" dt="2026-03-05T14:42:48.874" v="40"/>
          <ac:graphicFrameMkLst>
            <pc:docMk/>
            <pc:sldMk cId="1094861085" sldId="269"/>
            <ac:graphicFrameMk id="6" creationId="{D57DF479-94A2-9BBB-3572-6D4928B576E5}"/>
          </ac:graphicFrameMkLst>
        </pc:graphicFrameChg>
        <pc:graphicFrameChg chg="add mod">
          <ac:chgData name="kitn.lzh →" userId="aae51206e0f3c209" providerId="LiveId" clId="{2B599A23-E6BC-4D57-BA0D-73F904748290}" dt="2026-03-05T14:42:48.874" v="40"/>
          <ac:graphicFrameMkLst>
            <pc:docMk/>
            <pc:sldMk cId="1094861085" sldId="269"/>
            <ac:graphicFrameMk id="7" creationId="{8A9EE8D0-E344-E03C-8DA0-C53EAB2623D1}"/>
          </ac:graphicFrameMkLst>
        </pc:graphicFrameChg>
        <pc:graphicFrameChg chg="add mod">
          <ac:chgData name="kitn.lzh →" userId="aae51206e0f3c209" providerId="LiveId" clId="{2B599A23-E6BC-4D57-BA0D-73F904748290}" dt="2026-03-05T14:43:21.911" v="52" actId="1076"/>
          <ac:graphicFrameMkLst>
            <pc:docMk/>
            <pc:sldMk cId="1094861085" sldId="269"/>
            <ac:graphicFrameMk id="8" creationId="{3BF5C6B9-4806-9D15-FF35-5E0F3F6C8877}"/>
          </ac:graphicFrameMkLst>
        </pc:graphicFrameChg>
        <pc:graphicFrameChg chg="add mod">
          <ac:chgData name="kitn.lzh →" userId="aae51206e0f3c209" providerId="LiveId" clId="{2B599A23-E6BC-4D57-BA0D-73F904748290}" dt="2026-03-05T14:43:21.911" v="52" actId="1076"/>
          <ac:graphicFrameMkLst>
            <pc:docMk/>
            <pc:sldMk cId="1094861085" sldId="269"/>
            <ac:graphicFrameMk id="9" creationId="{9FBC3F2E-20A8-FE7D-212C-69042AC3F153}"/>
          </ac:graphicFrameMkLst>
        </pc:graphicFrameChg>
        <pc:graphicFrameChg chg="add mod">
          <ac:chgData name="kitn.lzh →" userId="aae51206e0f3c209" providerId="LiveId" clId="{2B599A23-E6BC-4D57-BA0D-73F904748290}" dt="2026-03-05T14:43:21.911" v="52" actId="1076"/>
          <ac:graphicFrameMkLst>
            <pc:docMk/>
            <pc:sldMk cId="1094861085" sldId="269"/>
            <ac:graphicFrameMk id="10" creationId="{D57DF479-94A2-9BBB-3572-6D4928B576E5}"/>
          </ac:graphicFrameMkLst>
        </pc:graphicFrameChg>
        <pc:graphicFrameChg chg="add mod">
          <ac:chgData name="kitn.lzh →" userId="aae51206e0f3c209" providerId="LiveId" clId="{2B599A23-E6BC-4D57-BA0D-73F904748290}" dt="2026-03-05T14:43:21.911" v="52" actId="1076"/>
          <ac:graphicFrameMkLst>
            <pc:docMk/>
            <pc:sldMk cId="1094861085" sldId="269"/>
            <ac:graphicFrameMk id="11" creationId="{8A9EE8D0-E344-E03C-8DA0-C53EAB2623D1}"/>
          </ac:graphicFrameMkLst>
        </pc:graphicFrameChg>
      </pc:sldChg>
      <pc:sldChg chg="addSp delSp modSp mod">
        <pc:chgData name="kitn.lzh →" userId="aae51206e0f3c209" providerId="LiveId" clId="{2B599A23-E6BC-4D57-BA0D-73F904748290}" dt="2026-03-05T15:41:31.232" v="156" actId="1076"/>
        <pc:sldMkLst>
          <pc:docMk/>
          <pc:sldMk cId="1662820180" sldId="270"/>
        </pc:sldMkLst>
        <pc:spChg chg="del">
          <ac:chgData name="kitn.lzh →" userId="aae51206e0f3c209" providerId="LiveId" clId="{2B599A23-E6BC-4D57-BA0D-73F904748290}" dt="2026-03-05T15:41:16.618" v="146" actId="478"/>
          <ac:spMkLst>
            <pc:docMk/>
            <pc:sldMk cId="1662820180" sldId="270"/>
            <ac:spMk id="3" creationId="{7CFA67F5-E1EB-46B3-614D-E53663017C07}"/>
          </ac:spMkLst>
        </pc:spChg>
        <pc:graphicFrameChg chg="add mod">
          <ac:chgData name="kitn.lzh →" userId="aae51206e0f3c209" providerId="LiveId" clId="{2B599A23-E6BC-4D57-BA0D-73F904748290}" dt="2026-03-05T15:41:31.232" v="156" actId="1076"/>
          <ac:graphicFrameMkLst>
            <pc:docMk/>
            <pc:sldMk cId="1662820180" sldId="270"/>
            <ac:graphicFrameMk id="4" creationId="{97857270-2FB7-894F-A72F-7E9714FFCAE5}"/>
          </ac:graphicFrameMkLst>
        </pc:graphicFrameChg>
        <pc:graphicFrameChg chg="add mod">
          <ac:chgData name="kitn.lzh →" userId="aae51206e0f3c209" providerId="LiveId" clId="{2B599A23-E6BC-4D57-BA0D-73F904748290}" dt="2026-03-05T15:41:28.439" v="155" actId="1076"/>
          <ac:graphicFrameMkLst>
            <pc:docMk/>
            <pc:sldMk cId="1662820180" sldId="270"/>
            <ac:graphicFrameMk id="5" creationId="{B41370DD-5D08-685A-0F02-381499785890}"/>
          </ac:graphicFrameMkLst>
        </pc:graphicFrameChg>
        <pc:graphicFrameChg chg="add mod">
          <ac:chgData name="kitn.lzh →" userId="aae51206e0f3c209" providerId="LiveId" clId="{2B599A23-E6BC-4D57-BA0D-73F904748290}" dt="2026-03-05T15:41:24.291" v="153" actId="1076"/>
          <ac:graphicFrameMkLst>
            <pc:docMk/>
            <pc:sldMk cId="1662820180" sldId="270"/>
            <ac:graphicFrameMk id="6" creationId="{82A8EADF-3649-D41A-92D0-3040A354D400}"/>
          </ac:graphicFrameMkLst>
        </pc:graphicFrameChg>
        <pc:graphicFrameChg chg="add mod">
          <ac:chgData name="kitn.lzh →" userId="aae51206e0f3c209" providerId="LiveId" clId="{2B599A23-E6BC-4D57-BA0D-73F904748290}" dt="2026-03-05T15:41:26.061" v="154" actId="1076"/>
          <ac:graphicFrameMkLst>
            <pc:docMk/>
            <pc:sldMk cId="1662820180" sldId="270"/>
            <ac:graphicFrameMk id="7" creationId="{CA4F82C7-0BBE-B991-9822-EE16C90AB5A6}"/>
          </ac:graphicFrameMkLst>
        </pc:graphicFrameChg>
      </pc:sldChg>
      <pc:sldChg chg="addSp delSp modSp mod">
        <pc:chgData name="kitn.lzh →" userId="aae51206e0f3c209" providerId="LiveId" clId="{2B599A23-E6BC-4D57-BA0D-73F904748290}" dt="2026-03-05T15:46:19.462" v="189"/>
        <pc:sldMkLst>
          <pc:docMk/>
          <pc:sldMk cId="710759537" sldId="272"/>
        </pc:sldMkLst>
        <pc:spChg chg="del">
          <ac:chgData name="kitn.lzh →" userId="aae51206e0f3c209" providerId="LiveId" clId="{2B599A23-E6BC-4D57-BA0D-73F904748290}" dt="2026-03-05T15:46:07.414" v="186" actId="478"/>
          <ac:spMkLst>
            <pc:docMk/>
            <pc:sldMk cId="710759537" sldId="272"/>
            <ac:spMk id="3" creationId="{24B8A804-741B-9803-D8B5-5E0E647AC741}"/>
          </ac:spMkLst>
        </pc:spChg>
        <pc:spChg chg="add">
          <ac:chgData name="kitn.lzh →" userId="aae51206e0f3c209" providerId="LiveId" clId="{2B599A23-E6BC-4D57-BA0D-73F904748290}" dt="2026-03-05T15:46:19.462" v="189"/>
          <ac:spMkLst>
            <pc:docMk/>
            <pc:sldMk cId="710759537" sldId="272"/>
            <ac:spMk id="6" creationId="{8FE69B1E-054C-5D4B-AEED-A937863A9A41}"/>
          </ac:spMkLst>
        </pc:spChg>
        <pc:graphicFrameChg chg="add mod">
          <ac:chgData name="kitn.lzh →" userId="aae51206e0f3c209" providerId="LiveId" clId="{2B599A23-E6BC-4D57-BA0D-73F904748290}" dt="2026-03-05T15:46:09.617" v="187"/>
          <ac:graphicFrameMkLst>
            <pc:docMk/>
            <pc:sldMk cId="710759537" sldId="272"/>
            <ac:graphicFrameMk id="4" creationId="{4E8AD311-3B52-885A-8C64-F93A419A2BB9}"/>
          </ac:graphicFrameMkLst>
        </pc:graphicFrameChg>
      </pc:sldChg>
      <pc:sldChg chg="addSp delSp modSp mod">
        <pc:chgData name="kitn.lzh →" userId="aae51206e0f3c209" providerId="LiveId" clId="{2B599A23-E6BC-4D57-BA0D-73F904748290}" dt="2026-03-05T16:06:00.543" v="199" actId="1076"/>
        <pc:sldMkLst>
          <pc:docMk/>
          <pc:sldMk cId="1107723192" sldId="273"/>
        </pc:sldMkLst>
        <pc:spChg chg="del">
          <ac:chgData name="kitn.lzh →" userId="aae51206e0f3c209" providerId="LiveId" clId="{2B599A23-E6BC-4D57-BA0D-73F904748290}" dt="2026-03-05T16:05:50.222" v="190" actId="478"/>
          <ac:spMkLst>
            <pc:docMk/>
            <pc:sldMk cId="1107723192" sldId="273"/>
            <ac:spMk id="3" creationId="{E426522C-F611-ED2C-20FF-7F1D1FD9CC70}"/>
          </ac:spMkLst>
        </pc:spChg>
        <pc:graphicFrameChg chg="add mod">
          <ac:chgData name="kitn.lzh →" userId="aae51206e0f3c209" providerId="LiveId" clId="{2B599A23-E6BC-4D57-BA0D-73F904748290}" dt="2026-03-05T16:05:54.764" v="196" actId="1076"/>
          <ac:graphicFrameMkLst>
            <pc:docMk/>
            <pc:sldMk cId="1107723192" sldId="273"/>
            <ac:graphicFrameMk id="4" creationId="{B49A0769-613F-982C-9535-6E2DB778C96C}"/>
          </ac:graphicFrameMkLst>
        </pc:graphicFrameChg>
        <pc:graphicFrameChg chg="add mod">
          <ac:chgData name="kitn.lzh →" userId="aae51206e0f3c209" providerId="LiveId" clId="{2B599A23-E6BC-4D57-BA0D-73F904748290}" dt="2026-03-05T16:05:54.764" v="196" actId="1076"/>
          <ac:graphicFrameMkLst>
            <pc:docMk/>
            <pc:sldMk cId="1107723192" sldId="273"/>
            <ac:graphicFrameMk id="5" creationId="{525BD4CD-20F8-64C6-DAE9-171E05F730FC}"/>
          </ac:graphicFrameMkLst>
        </pc:graphicFrameChg>
        <pc:graphicFrameChg chg="add mod">
          <ac:chgData name="kitn.lzh →" userId="aae51206e0f3c209" providerId="LiveId" clId="{2B599A23-E6BC-4D57-BA0D-73F904748290}" dt="2026-03-05T16:06:00.543" v="199" actId="1076"/>
          <ac:graphicFrameMkLst>
            <pc:docMk/>
            <pc:sldMk cId="1107723192" sldId="273"/>
            <ac:graphicFrameMk id="6" creationId="{207A43C3-B2D6-671B-6321-807174CDCB2F}"/>
          </ac:graphicFrameMkLst>
        </pc:graphicFrameChg>
        <pc:graphicFrameChg chg="add mod">
          <ac:chgData name="kitn.lzh →" userId="aae51206e0f3c209" providerId="LiveId" clId="{2B599A23-E6BC-4D57-BA0D-73F904748290}" dt="2026-03-05T16:05:57.972" v="198" actId="1076"/>
          <ac:graphicFrameMkLst>
            <pc:docMk/>
            <pc:sldMk cId="1107723192" sldId="273"/>
            <ac:graphicFrameMk id="7" creationId="{8FC7DAD1-19E4-204E-4B33-078C49FFDD49}"/>
          </ac:graphicFrameMkLst>
        </pc:graphicFrameChg>
      </pc:sldChg>
      <pc:sldChg chg="addSp delSp modSp mod">
        <pc:chgData name="kitn.lzh →" userId="aae51206e0f3c209" providerId="LiveId" clId="{2B599A23-E6BC-4D57-BA0D-73F904748290}" dt="2026-03-05T16:25:11.363" v="241" actId="1076"/>
        <pc:sldMkLst>
          <pc:docMk/>
          <pc:sldMk cId="2823964260" sldId="274"/>
        </pc:sldMkLst>
        <pc:spChg chg="del">
          <ac:chgData name="kitn.lzh →" userId="aae51206e0f3c209" providerId="LiveId" clId="{2B599A23-E6BC-4D57-BA0D-73F904748290}" dt="2026-03-05T16:24:59.845" v="233" actId="478"/>
          <ac:spMkLst>
            <pc:docMk/>
            <pc:sldMk cId="2823964260" sldId="274"/>
            <ac:spMk id="3" creationId="{C9AF7D5E-9563-55FE-E102-011D5C8E9AAD}"/>
          </ac:spMkLst>
        </pc:spChg>
        <pc:graphicFrameChg chg="add mod">
          <ac:chgData name="kitn.lzh →" userId="aae51206e0f3c209" providerId="LiveId" clId="{2B599A23-E6BC-4D57-BA0D-73F904748290}" dt="2026-03-05T16:25:05.898" v="239" actId="1076"/>
          <ac:graphicFrameMkLst>
            <pc:docMk/>
            <pc:sldMk cId="2823964260" sldId="274"/>
            <ac:graphicFrameMk id="4" creationId="{FBBD361A-E957-EA2D-46A9-88D1ABDBCFF8}"/>
          </ac:graphicFrameMkLst>
        </pc:graphicFrameChg>
        <pc:graphicFrameChg chg="add mod">
          <ac:chgData name="kitn.lzh →" userId="aae51206e0f3c209" providerId="LiveId" clId="{2B599A23-E6BC-4D57-BA0D-73F904748290}" dt="2026-03-05T16:25:05.898" v="239" actId="1076"/>
          <ac:graphicFrameMkLst>
            <pc:docMk/>
            <pc:sldMk cId="2823964260" sldId="274"/>
            <ac:graphicFrameMk id="5" creationId="{B2846141-8357-A1EC-E863-B948A5144250}"/>
          </ac:graphicFrameMkLst>
        </pc:graphicFrameChg>
        <pc:graphicFrameChg chg="add mod">
          <ac:chgData name="kitn.lzh →" userId="aae51206e0f3c209" providerId="LiveId" clId="{2B599A23-E6BC-4D57-BA0D-73F904748290}" dt="2026-03-05T16:25:11.363" v="241" actId="1076"/>
          <ac:graphicFrameMkLst>
            <pc:docMk/>
            <pc:sldMk cId="2823964260" sldId="274"/>
            <ac:graphicFrameMk id="6" creationId="{C3DAB6C5-FE59-0782-9C58-6BCA02E94870}"/>
          </ac:graphicFrameMkLst>
        </pc:graphicFrameChg>
        <pc:graphicFrameChg chg="add mod">
          <ac:chgData name="kitn.lzh →" userId="aae51206e0f3c209" providerId="LiveId" clId="{2B599A23-E6BC-4D57-BA0D-73F904748290}" dt="2026-03-05T16:25:08.160" v="240" actId="1076"/>
          <ac:graphicFrameMkLst>
            <pc:docMk/>
            <pc:sldMk cId="2823964260" sldId="274"/>
            <ac:graphicFrameMk id="7" creationId="{E9E1295F-86E5-067A-76EA-55A395665B2E}"/>
          </ac:graphicFrameMkLst>
        </pc:graphicFrameChg>
      </pc:sldChg>
      <pc:sldChg chg="addSp delSp modSp mod">
        <pc:chgData name="kitn.lzh →" userId="aae51206e0f3c209" providerId="LiveId" clId="{2B599A23-E6BC-4D57-BA0D-73F904748290}" dt="2026-03-05T16:31:30.315" v="309" actId="1076"/>
        <pc:sldMkLst>
          <pc:docMk/>
          <pc:sldMk cId="3251386864" sldId="275"/>
        </pc:sldMkLst>
        <pc:spChg chg="del">
          <ac:chgData name="kitn.lzh →" userId="aae51206e0f3c209" providerId="LiveId" clId="{2B599A23-E6BC-4D57-BA0D-73F904748290}" dt="2026-03-05T16:29:40.556" v="273" actId="478"/>
          <ac:spMkLst>
            <pc:docMk/>
            <pc:sldMk cId="3251386864" sldId="275"/>
            <ac:spMk id="3" creationId="{7138ABFE-DF74-506B-7E6D-9BEB2EB08713}"/>
          </ac:spMkLst>
        </pc:spChg>
        <pc:graphicFrameChg chg="add mod">
          <ac:chgData name="kitn.lzh →" userId="aae51206e0f3c209" providerId="LiveId" clId="{2B599A23-E6BC-4D57-BA0D-73F904748290}" dt="2026-03-05T16:31:30.315" v="309" actId="1076"/>
          <ac:graphicFrameMkLst>
            <pc:docMk/>
            <pc:sldMk cId="3251386864" sldId="275"/>
            <ac:graphicFrameMk id="4" creationId="{FA9E177C-AD3D-904A-175C-5EDC4BC78580}"/>
          </ac:graphicFrameMkLst>
        </pc:graphicFrameChg>
        <pc:graphicFrameChg chg="add mod">
          <ac:chgData name="kitn.lzh →" userId="aae51206e0f3c209" providerId="LiveId" clId="{2B599A23-E6BC-4D57-BA0D-73F904748290}" dt="2026-03-05T16:31:30.315" v="309" actId="1076"/>
          <ac:graphicFrameMkLst>
            <pc:docMk/>
            <pc:sldMk cId="3251386864" sldId="275"/>
            <ac:graphicFrameMk id="5" creationId="{785408D1-C3B0-8723-5011-E01536375A40}"/>
          </ac:graphicFrameMkLst>
        </pc:graphicFrameChg>
        <pc:graphicFrameChg chg="add mod">
          <ac:chgData name="kitn.lzh →" userId="aae51206e0f3c209" providerId="LiveId" clId="{2B599A23-E6BC-4D57-BA0D-73F904748290}" dt="2026-03-05T16:31:30.315" v="309" actId="1076"/>
          <ac:graphicFrameMkLst>
            <pc:docMk/>
            <pc:sldMk cId="3251386864" sldId="275"/>
            <ac:graphicFrameMk id="6" creationId="{24C1789A-9023-1BAA-2DF8-8D2A8FE77B06}"/>
          </ac:graphicFrameMkLst>
        </pc:graphicFrameChg>
        <pc:graphicFrameChg chg="add mod">
          <ac:chgData name="kitn.lzh →" userId="aae51206e0f3c209" providerId="LiveId" clId="{2B599A23-E6BC-4D57-BA0D-73F904748290}" dt="2026-03-05T16:31:30.315" v="309" actId="1076"/>
          <ac:graphicFrameMkLst>
            <pc:docMk/>
            <pc:sldMk cId="3251386864" sldId="275"/>
            <ac:graphicFrameMk id="7" creationId="{52F926D8-DEE4-9630-0952-1EF639A07DBB}"/>
          </ac:graphicFrameMkLst>
        </pc:graphicFrameChg>
      </pc:sldChg>
      <pc:sldChg chg="addSp modSp mod">
        <pc:chgData name="kitn.lzh →" userId="aae51206e0f3c209" providerId="LiveId" clId="{2B599A23-E6BC-4D57-BA0D-73F904748290}" dt="2026-03-05T14:27:59.765" v="10" actId="1076"/>
        <pc:sldMkLst>
          <pc:docMk/>
          <pc:sldMk cId="1933976373" sldId="280"/>
        </pc:sldMkLst>
        <pc:graphicFrameChg chg="add mod">
          <ac:chgData name="kitn.lzh →" userId="aae51206e0f3c209" providerId="LiveId" clId="{2B599A23-E6BC-4D57-BA0D-73F904748290}" dt="2026-03-05T14:27:21.237" v="4" actId="1076"/>
          <ac:graphicFrameMkLst>
            <pc:docMk/>
            <pc:sldMk cId="1933976373" sldId="280"/>
            <ac:graphicFrameMk id="3" creationId="{0D263C39-CA39-5EED-F07B-C67200837014}"/>
          </ac:graphicFrameMkLst>
        </pc:graphicFrameChg>
        <pc:graphicFrameChg chg="mod">
          <ac:chgData name="kitn.lzh →" userId="aae51206e0f3c209" providerId="LiveId" clId="{2B599A23-E6BC-4D57-BA0D-73F904748290}" dt="2026-03-05T14:27:18.003" v="3" actId="1076"/>
          <ac:graphicFrameMkLst>
            <pc:docMk/>
            <pc:sldMk cId="1933976373" sldId="280"/>
            <ac:graphicFrameMk id="4" creationId="{B780196E-EC0E-871D-5D55-A0686B08E491}"/>
          </ac:graphicFrameMkLst>
        </pc:graphicFrameChg>
        <pc:graphicFrameChg chg="add mod">
          <ac:chgData name="kitn.lzh →" userId="aae51206e0f3c209" providerId="LiveId" clId="{2B599A23-E6BC-4D57-BA0D-73F904748290}" dt="2026-03-05T14:27:40.469" v="7" actId="1076"/>
          <ac:graphicFrameMkLst>
            <pc:docMk/>
            <pc:sldMk cId="1933976373" sldId="280"/>
            <ac:graphicFrameMk id="5" creationId="{B5D459FE-7FCC-A183-13B3-77E22201F7E2}"/>
          </ac:graphicFrameMkLst>
        </pc:graphicFrameChg>
        <pc:graphicFrameChg chg="add mod">
          <ac:chgData name="kitn.lzh →" userId="aae51206e0f3c209" providerId="LiveId" clId="{2B599A23-E6BC-4D57-BA0D-73F904748290}" dt="2026-03-05T14:27:59.765" v="10" actId="1076"/>
          <ac:graphicFrameMkLst>
            <pc:docMk/>
            <pc:sldMk cId="1933976373" sldId="280"/>
            <ac:graphicFrameMk id="6" creationId="{F08A5017-A476-55E0-2944-88979E86259E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4:30:54.219" v="29" actId="1076"/>
        <pc:sldMkLst>
          <pc:docMk/>
          <pc:sldMk cId="1980351356" sldId="281"/>
        </pc:sldMkLst>
        <pc:spChg chg="del">
          <ac:chgData name="kitn.lzh →" userId="aae51206e0f3c209" providerId="LiveId" clId="{2B599A23-E6BC-4D57-BA0D-73F904748290}" dt="2026-03-05T14:29:23.103" v="12" actId="478"/>
          <ac:spMkLst>
            <pc:docMk/>
            <pc:sldMk cId="1980351356" sldId="281"/>
            <ac:spMk id="2" creationId="{53A88FF3-3657-AB8B-D09D-5CFEF6B51569}"/>
          </ac:spMkLst>
        </pc:spChg>
        <pc:spChg chg="add del">
          <ac:chgData name="kitn.lzh →" userId="aae51206e0f3c209" providerId="LiveId" clId="{2B599A23-E6BC-4D57-BA0D-73F904748290}" dt="2026-03-05T14:29:50.988" v="18" actId="478"/>
          <ac:spMkLst>
            <pc:docMk/>
            <pc:sldMk cId="1980351356" sldId="281"/>
            <ac:spMk id="3" creationId="{A1DB53E3-089F-7DDA-E2A4-A20A0B1B7396}"/>
          </ac:spMkLst>
        </pc:spChg>
        <pc:graphicFrameChg chg="add mod">
          <ac:chgData name="kitn.lzh →" userId="aae51206e0f3c209" providerId="LiveId" clId="{2B599A23-E6BC-4D57-BA0D-73F904748290}" dt="2026-03-05T14:29:29.271" v="15" actId="1076"/>
          <ac:graphicFrameMkLst>
            <pc:docMk/>
            <pc:sldMk cId="1980351356" sldId="281"/>
            <ac:graphicFrameMk id="4" creationId="{6E1CBCD6-A5CA-83F7-E70C-598D002FD661}"/>
          </ac:graphicFrameMkLst>
        </pc:graphicFrameChg>
        <pc:graphicFrameChg chg="add mod">
          <ac:chgData name="kitn.lzh →" userId="aae51206e0f3c209" providerId="LiveId" clId="{2B599A23-E6BC-4D57-BA0D-73F904748290}" dt="2026-03-05T14:29:44.532" v="17"/>
          <ac:graphicFrameMkLst>
            <pc:docMk/>
            <pc:sldMk cId="1980351356" sldId="281"/>
            <ac:graphicFrameMk id="5" creationId="{085BA762-81C4-7B5B-DBAA-F87C91F3CBFB}"/>
          </ac:graphicFrameMkLst>
        </pc:graphicFrameChg>
        <pc:graphicFrameChg chg="add mod">
          <ac:chgData name="kitn.lzh →" userId="aae51206e0f3c209" providerId="LiveId" clId="{2B599A23-E6BC-4D57-BA0D-73F904748290}" dt="2026-03-05T14:29:54.799" v="19"/>
          <ac:graphicFrameMkLst>
            <pc:docMk/>
            <pc:sldMk cId="1980351356" sldId="281"/>
            <ac:graphicFrameMk id="6" creationId="{54BDC050-220A-8B68-697C-DC43E111F5C2}"/>
          </ac:graphicFrameMkLst>
        </pc:graphicFrameChg>
        <pc:graphicFrameChg chg="add mod">
          <ac:chgData name="kitn.lzh →" userId="aae51206e0f3c209" providerId="LiveId" clId="{2B599A23-E6BC-4D57-BA0D-73F904748290}" dt="2026-03-05T14:30:05.801" v="22" actId="1076"/>
          <ac:graphicFrameMkLst>
            <pc:docMk/>
            <pc:sldMk cId="1980351356" sldId="281"/>
            <ac:graphicFrameMk id="7" creationId="{691F41C8-EA41-562F-37ED-74C736502994}"/>
          </ac:graphicFrameMkLst>
        </pc:graphicFrameChg>
        <pc:graphicFrameChg chg="add mod">
          <ac:chgData name="kitn.lzh →" userId="aae51206e0f3c209" providerId="LiveId" clId="{2B599A23-E6BC-4D57-BA0D-73F904748290}" dt="2026-03-05T14:30:54.219" v="29" actId="1076"/>
          <ac:graphicFrameMkLst>
            <pc:docMk/>
            <pc:sldMk cId="1980351356" sldId="281"/>
            <ac:graphicFrameMk id="8" creationId="{98EEEAAF-9009-E851-E09B-C8982B479E61}"/>
          </ac:graphicFrameMkLst>
        </pc:graphicFrameChg>
        <pc:graphicFrameChg chg="add mod">
          <ac:chgData name="kitn.lzh →" userId="aae51206e0f3c209" providerId="LiveId" clId="{2B599A23-E6BC-4D57-BA0D-73F904748290}" dt="2026-03-05T14:30:47.708" v="28" actId="1076"/>
          <ac:graphicFrameMkLst>
            <pc:docMk/>
            <pc:sldMk cId="1980351356" sldId="281"/>
            <ac:graphicFrameMk id="9" creationId="{80D19A54-A63C-4147-9B72-4C6D4610CF9F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4:31:23.016" v="34" actId="1076"/>
        <pc:sldMkLst>
          <pc:docMk/>
          <pc:sldMk cId="3420712159" sldId="282"/>
        </pc:sldMkLst>
        <pc:spChg chg="del">
          <ac:chgData name="kitn.lzh →" userId="aae51206e0f3c209" providerId="LiveId" clId="{2B599A23-E6BC-4D57-BA0D-73F904748290}" dt="2026-03-05T14:31:17.087" v="31" actId="478"/>
          <ac:spMkLst>
            <pc:docMk/>
            <pc:sldMk cId="3420712159" sldId="282"/>
            <ac:spMk id="2" creationId="{4834D676-6815-1920-B44B-CB35E2237DC6}"/>
          </ac:spMkLst>
        </pc:spChg>
        <pc:graphicFrameChg chg="add mod">
          <ac:chgData name="kitn.lzh →" userId="aae51206e0f3c209" providerId="LiveId" clId="{2B599A23-E6BC-4D57-BA0D-73F904748290}" dt="2026-03-05T14:31:23.016" v="34" actId="1076"/>
          <ac:graphicFrameMkLst>
            <pc:docMk/>
            <pc:sldMk cId="3420712159" sldId="282"/>
            <ac:graphicFrameMk id="4" creationId="{6EA9E4B1-3C1B-EF2C-982A-E1D2379960DB}"/>
          </ac:graphicFrameMkLst>
        </pc:graphicFrameChg>
      </pc:sldChg>
      <pc:sldChg chg="addSp modSp new mod">
        <pc:chgData name="kitn.lzh →" userId="aae51206e0f3c209" providerId="LiveId" clId="{2B599A23-E6BC-4D57-BA0D-73F904748290}" dt="2026-03-05T14:45:53.313" v="65" actId="1076"/>
        <pc:sldMkLst>
          <pc:docMk/>
          <pc:sldMk cId="2198906046" sldId="283"/>
        </pc:sldMkLst>
        <pc:graphicFrameChg chg="add mod">
          <ac:chgData name="kitn.lzh →" userId="aae51206e0f3c209" providerId="LiveId" clId="{2B599A23-E6BC-4D57-BA0D-73F904748290}" dt="2026-03-05T14:45:45.726" v="62" actId="1076"/>
          <ac:graphicFrameMkLst>
            <pc:docMk/>
            <pc:sldMk cId="2198906046" sldId="283"/>
            <ac:graphicFrameMk id="2" creationId="{5F454CFF-E5F7-6BB8-56A5-2507D1F8C7C2}"/>
          </ac:graphicFrameMkLst>
        </pc:graphicFrameChg>
        <pc:graphicFrameChg chg="add mod">
          <ac:chgData name="kitn.lzh →" userId="aae51206e0f3c209" providerId="LiveId" clId="{2B599A23-E6BC-4D57-BA0D-73F904748290}" dt="2026-03-05T14:45:48.649" v="63" actId="1076"/>
          <ac:graphicFrameMkLst>
            <pc:docMk/>
            <pc:sldMk cId="2198906046" sldId="283"/>
            <ac:graphicFrameMk id="3" creationId="{94780340-6375-96A7-9AF0-AA88FF655BD9}"/>
          </ac:graphicFrameMkLst>
        </pc:graphicFrameChg>
        <pc:graphicFrameChg chg="add mod">
          <ac:chgData name="kitn.lzh →" userId="aae51206e0f3c209" providerId="LiveId" clId="{2B599A23-E6BC-4D57-BA0D-73F904748290}" dt="2026-03-05T14:45:51.337" v="64" actId="1076"/>
          <ac:graphicFrameMkLst>
            <pc:docMk/>
            <pc:sldMk cId="2198906046" sldId="283"/>
            <ac:graphicFrameMk id="4" creationId="{5500001F-C759-6128-259D-F7E632D6FA55}"/>
          </ac:graphicFrameMkLst>
        </pc:graphicFrameChg>
        <pc:graphicFrameChg chg="add mod">
          <ac:chgData name="kitn.lzh →" userId="aae51206e0f3c209" providerId="LiveId" clId="{2B599A23-E6BC-4D57-BA0D-73F904748290}" dt="2026-03-05T14:45:53.313" v="65" actId="1076"/>
          <ac:graphicFrameMkLst>
            <pc:docMk/>
            <pc:sldMk cId="2198906046" sldId="283"/>
            <ac:graphicFrameMk id="5" creationId="{008D7AA3-7B9B-F26E-1BCE-AE6359222F14}"/>
          </ac:graphicFrameMkLst>
        </pc:graphicFrameChg>
        <pc:graphicFrameChg chg="add mod">
          <ac:chgData name="kitn.lzh →" userId="aae51206e0f3c209" providerId="LiveId" clId="{2B599A23-E6BC-4D57-BA0D-73F904748290}" dt="2026-03-05T14:45:42.616" v="61" actId="571"/>
          <ac:graphicFrameMkLst>
            <pc:docMk/>
            <pc:sldMk cId="2198906046" sldId="283"/>
            <ac:graphicFrameMk id="6" creationId="{50A56599-8198-0E10-03D4-D61FE8459EE6}"/>
          </ac:graphicFrameMkLst>
        </pc:graphicFrameChg>
      </pc:sldChg>
      <pc:sldChg chg="addSp modSp new mod">
        <pc:chgData name="kitn.lzh →" userId="aae51206e0f3c209" providerId="LiveId" clId="{2B599A23-E6BC-4D57-BA0D-73F904748290}" dt="2026-03-05T14:46:29.014" v="75" actId="1076"/>
        <pc:sldMkLst>
          <pc:docMk/>
          <pc:sldMk cId="3799246400" sldId="284"/>
        </pc:sldMkLst>
        <pc:graphicFrameChg chg="add mod">
          <ac:chgData name="kitn.lzh →" userId="aae51206e0f3c209" providerId="LiveId" clId="{2B599A23-E6BC-4D57-BA0D-73F904748290}" dt="2026-03-05T14:46:17.611" v="71" actId="1076"/>
          <ac:graphicFrameMkLst>
            <pc:docMk/>
            <pc:sldMk cId="3799246400" sldId="284"/>
            <ac:graphicFrameMk id="2" creationId="{FE0C86E5-C35D-61B5-87DE-2F3717B93E1E}"/>
          </ac:graphicFrameMkLst>
        </pc:graphicFrameChg>
        <pc:graphicFrameChg chg="add mod">
          <ac:chgData name="kitn.lzh →" userId="aae51206e0f3c209" providerId="LiveId" clId="{2B599A23-E6BC-4D57-BA0D-73F904748290}" dt="2026-03-05T14:46:20.963" v="72" actId="1076"/>
          <ac:graphicFrameMkLst>
            <pc:docMk/>
            <pc:sldMk cId="3799246400" sldId="284"/>
            <ac:graphicFrameMk id="3" creationId="{3F0A46FD-E111-CFF7-D206-7BB673233A16}"/>
          </ac:graphicFrameMkLst>
        </pc:graphicFrameChg>
        <pc:graphicFrameChg chg="add mod">
          <ac:chgData name="kitn.lzh →" userId="aae51206e0f3c209" providerId="LiveId" clId="{2B599A23-E6BC-4D57-BA0D-73F904748290}" dt="2026-03-05T14:46:24.520" v="74" actId="1076"/>
          <ac:graphicFrameMkLst>
            <pc:docMk/>
            <pc:sldMk cId="3799246400" sldId="284"/>
            <ac:graphicFrameMk id="4" creationId="{3CD9D6B3-606E-93BC-B97A-9CAA081A8134}"/>
          </ac:graphicFrameMkLst>
        </pc:graphicFrameChg>
        <pc:graphicFrameChg chg="add mod">
          <ac:chgData name="kitn.lzh →" userId="aae51206e0f3c209" providerId="LiveId" clId="{2B599A23-E6BC-4D57-BA0D-73F904748290}" dt="2026-03-05T14:46:29.014" v="75" actId="1076"/>
          <ac:graphicFrameMkLst>
            <pc:docMk/>
            <pc:sldMk cId="3799246400" sldId="284"/>
            <ac:graphicFrameMk id="5" creationId="{C584E2E0-2F3C-867D-F49F-708490553AA5}"/>
          </ac:graphicFrameMkLst>
        </pc:graphicFrameChg>
      </pc:sldChg>
      <pc:sldChg chg="addSp modSp new mod">
        <pc:chgData name="kitn.lzh →" userId="aae51206e0f3c209" providerId="LiveId" clId="{2B599A23-E6BC-4D57-BA0D-73F904748290}" dt="2026-03-05T15:06:12.613" v="79" actId="1076"/>
        <pc:sldMkLst>
          <pc:docMk/>
          <pc:sldMk cId="3867632739" sldId="285"/>
        </pc:sldMkLst>
        <pc:graphicFrameChg chg="add mod">
          <ac:chgData name="kitn.lzh →" userId="aae51206e0f3c209" providerId="LiveId" clId="{2B599A23-E6BC-4D57-BA0D-73F904748290}" dt="2026-03-05T15:06:12.613" v="79" actId="1076"/>
          <ac:graphicFrameMkLst>
            <pc:docMk/>
            <pc:sldMk cId="3867632739" sldId="285"/>
            <ac:graphicFrameMk id="2" creationId="{371A6A20-E269-D26B-68AD-A7F319509D69}"/>
          </ac:graphicFrameMkLst>
        </pc:graphicFrameChg>
      </pc:sldChg>
      <pc:sldChg chg="add">
        <pc:chgData name="kitn.lzh →" userId="aae51206e0f3c209" providerId="LiveId" clId="{2B599A23-E6BC-4D57-BA0D-73F904748290}" dt="2026-03-05T15:12:45.320" v="80" actId="2890"/>
        <pc:sldMkLst>
          <pc:docMk/>
          <pc:sldMk cId="2800344589" sldId="286"/>
        </pc:sldMkLst>
      </pc:sldChg>
      <pc:sldChg chg="add replId">
        <pc:chgData name="kitn.lzh →" userId="aae51206e0f3c209" providerId="LiveId" clId="{2B599A23-E6BC-4D57-BA0D-73F904748290}" dt="2026-03-05T15:12:45.320" v="80" actId="2890"/>
        <pc:sldMkLst>
          <pc:docMk/>
          <pc:sldMk cId="756064151" sldId="287"/>
        </pc:sldMkLst>
      </pc:sldChg>
      <pc:sldChg chg="add replId">
        <pc:chgData name="kitn.lzh →" userId="aae51206e0f3c209" providerId="LiveId" clId="{2B599A23-E6BC-4D57-BA0D-73F904748290}" dt="2026-03-05T15:12:45.320" v="80" actId="2890"/>
        <pc:sldMkLst>
          <pc:docMk/>
          <pc:sldMk cId="2309826258" sldId="288"/>
        </pc:sldMkLst>
      </pc:sldChg>
      <pc:sldChg chg="add replId">
        <pc:chgData name="kitn.lzh →" userId="aae51206e0f3c209" providerId="LiveId" clId="{2B599A23-E6BC-4D57-BA0D-73F904748290}" dt="2026-03-05T15:12:45.320" v="80" actId="2890"/>
        <pc:sldMkLst>
          <pc:docMk/>
          <pc:sldMk cId="754980018" sldId="289"/>
        </pc:sldMkLst>
      </pc:sldChg>
      <pc:sldChg chg="addSp modSp new mod">
        <pc:chgData name="kitn.lzh →" userId="aae51206e0f3c209" providerId="LiveId" clId="{2B599A23-E6BC-4D57-BA0D-73F904748290}" dt="2026-03-05T15:22:42.424" v="145" actId="20577"/>
        <pc:sldMkLst>
          <pc:docMk/>
          <pc:sldMk cId="896414502" sldId="290"/>
        </pc:sldMkLst>
        <pc:spChg chg="add mod">
          <ac:chgData name="kitn.lzh →" userId="aae51206e0f3c209" providerId="LiveId" clId="{2B599A23-E6BC-4D57-BA0D-73F904748290}" dt="2026-03-05T15:22:42.424" v="145" actId="20577"/>
          <ac:spMkLst>
            <pc:docMk/>
            <pc:sldMk cId="896414502" sldId="290"/>
            <ac:spMk id="6" creationId="{F99FC774-3BA3-8570-5ACE-31CD46420DDF}"/>
          </ac:spMkLst>
        </pc:spChg>
        <pc:graphicFrameChg chg="add mod">
          <ac:chgData name="kitn.lzh →" userId="aae51206e0f3c209" providerId="LiveId" clId="{2B599A23-E6BC-4D57-BA0D-73F904748290}" dt="2026-03-05T15:12:55.542" v="87" actId="1076"/>
          <ac:graphicFrameMkLst>
            <pc:docMk/>
            <pc:sldMk cId="896414502" sldId="290"/>
            <ac:graphicFrameMk id="2" creationId="{BB1ED49C-85A3-B51B-C2DC-AD2D9C728D8B}"/>
          </ac:graphicFrameMkLst>
        </pc:graphicFrameChg>
        <pc:graphicFrameChg chg="add mod">
          <ac:chgData name="kitn.lzh →" userId="aae51206e0f3c209" providerId="LiveId" clId="{2B599A23-E6BC-4D57-BA0D-73F904748290}" dt="2026-03-05T15:12:55.542" v="87" actId="1076"/>
          <ac:graphicFrameMkLst>
            <pc:docMk/>
            <pc:sldMk cId="896414502" sldId="290"/>
            <ac:graphicFrameMk id="3" creationId="{F87DCE07-61DF-28E3-1A96-4DA8107EC73B}"/>
          </ac:graphicFrameMkLst>
        </pc:graphicFrameChg>
        <pc:graphicFrameChg chg="add mod">
          <ac:chgData name="kitn.lzh →" userId="aae51206e0f3c209" providerId="LiveId" clId="{2B599A23-E6BC-4D57-BA0D-73F904748290}" dt="2026-03-05T15:13:04.849" v="89" actId="1076"/>
          <ac:graphicFrameMkLst>
            <pc:docMk/>
            <pc:sldMk cId="896414502" sldId="290"/>
            <ac:graphicFrameMk id="4" creationId="{016A25BC-34F9-5C65-6200-47D45E77EC3F}"/>
          </ac:graphicFrameMkLst>
        </pc:graphicFrameChg>
        <pc:graphicFrameChg chg="add mod">
          <ac:chgData name="kitn.lzh →" userId="aae51206e0f3c209" providerId="LiveId" clId="{2B599A23-E6BC-4D57-BA0D-73F904748290}" dt="2026-03-05T15:13:00.360" v="88" actId="1076"/>
          <ac:graphicFrameMkLst>
            <pc:docMk/>
            <pc:sldMk cId="896414502" sldId="290"/>
            <ac:graphicFrameMk id="5" creationId="{F319C664-5B16-FAE2-60C1-369B4A8B8048}"/>
          </ac:graphicFrameMkLst>
        </pc:graphicFrameChg>
      </pc:sldChg>
      <pc:sldChg chg="addSp modSp new mod">
        <pc:chgData name="kitn.lzh →" userId="aae51206e0f3c209" providerId="LiveId" clId="{2B599A23-E6BC-4D57-BA0D-73F904748290}" dt="2026-03-05T15:14:11.355" v="99" actId="1076"/>
        <pc:sldMkLst>
          <pc:docMk/>
          <pc:sldMk cId="1318135951" sldId="291"/>
        </pc:sldMkLst>
        <pc:graphicFrameChg chg="add mod">
          <ac:chgData name="kitn.lzh →" userId="aae51206e0f3c209" providerId="LiveId" clId="{2B599A23-E6BC-4D57-BA0D-73F904748290}" dt="2026-03-05T15:14:04.091" v="96" actId="1076"/>
          <ac:graphicFrameMkLst>
            <pc:docMk/>
            <pc:sldMk cId="1318135951" sldId="291"/>
            <ac:graphicFrameMk id="2" creationId="{333C0491-E564-EF07-8FEF-0163534307C8}"/>
          </ac:graphicFrameMkLst>
        </pc:graphicFrameChg>
        <pc:graphicFrameChg chg="add mod">
          <ac:chgData name="kitn.lzh →" userId="aae51206e0f3c209" providerId="LiveId" clId="{2B599A23-E6BC-4D57-BA0D-73F904748290}" dt="2026-03-05T15:14:06.627" v="97" actId="1076"/>
          <ac:graphicFrameMkLst>
            <pc:docMk/>
            <pc:sldMk cId="1318135951" sldId="291"/>
            <ac:graphicFrameMk id="3" creationId="{6C612EA7-DF6E-6E36-6EB4-9261039FFC30}"/>
          </ac:graphicFrameMkLst>
        </pc:graphicFrameChg>
        <pc:graphicFrameChg chg="add mod">
          <ac:chgData name="kitn.lzh →" userId="aae51206e0f3c209" providerId="LiveId" clId="{2B599A23-E6BC-4D57-BA0D-73F904748290}" dt="2026-03-05T15:14:11.355" v="99" actId="1076"/>
          <ac:graphicFrameMkLst>
            <pc:docMk/>
            <pc:sldMk cId="1318135951" sldId="291"/>
            <ac:graphicFrameMk id="4" creationId="{6F12A954-A813-B1AC-D9E8-5BAD2FBEE046}"/>
          </ac:graphicFrameMkLst>
        </pc:graphicFrameChg>
        <pc:graphicFrameChg chg="add mod">
          <ac:chgData name="kitn.lzh →" userId="aae51206e0f3c209" providerId="LiveId" clId="{2B599A23-E6BC-4D57-BA0D-73F904748290}" dt="2026-03-05T15:14:08.500" v="98" actId="1076"/>
          <ac:graphicFrameMkLst>
            <pc:docMk/>
            <pc:sldMk cId="1318135951" sldId="291"/>
            <ac:graphicFrameMk id="5" creationId="{4F5B96F9-E684-4E89-98E0-9D52955F034F}"/>
          </ac:graphicFrameMkLst>
        </pc:graphicFrameChg>
      </pc:sldChg>
      <pc:sldChg chg="addSp modSp new mod">
        <pc:chgData name="kitn.lzh →" userId="aae51206e0f3c209" providerId="LiveId" clId="{2B599A23-E6BC-4D57-BA0D-73F904748290}" dt="2026-03-05T15:14:47.790" v="109" actId="1076"/>
        <pc:sldMkLst>
          <pc:docMk/>
          <pc:sldMk cId="4057489067" sldId="292"/>
        </pc:sldMkLst>
        <pc:graphicFrameChg chg="add mod">
          <ac:chgData name="kitn.lzh →" userId="aae51206e0f3c209" providerId="LiveId" clId="{2B599A23-E6BC-4D57-BA0D-73F904748290}" dt="2026-03-05T15:14:38.773" v="106" actId="1076"/>
          <ac:graphicFrameMkLst>
            <pc:docMk/>
            <pc:sldMk cId="4057489067" sldId="292"/>
            <ac:graphicFrameMk id="2" creationId="{7B612800-B9D0-757B-807F-E26DF53992DE}"/>
          </ac:graphicFrameMkLst>
        </pc:graphicFrameChg>
        <pc:graphicFrameChg chg="add mod">
          <ac:chgData name="kitn.lzh →" userId="aae51206e0f3c209" providerId="LiveId" clId="{2B599A23-E6BC-4D57-BA0D-73F904748290}" dt="2026-03-05T15:14:42.319" v="107" actId="1076"/>
          <ac:graphicFrameMkLst>
            <pc:docMk/>
            <pc:sldMk cId="4057489067" sldId="292"/>
            <ac:graphicFrameMk id="3" creationId="{9EF92DD5-D661-87A9-A9ED-DE2F1BD4D690}"/>
          </ac:graphicFrameMkLst>
        </pc:graphicFrameChg>
        <pc:graphicFrameChg chg="add mod">
          <ac:chgData name="kitn.lzh →" userId="aae51206e0f3c209" providerId="LiveId" clId="{2B599A23-E6BC-4D57-BA0D-73F904748290}" dt="2026-03-05T15:14:45.622" v="108" actId="1076"/>
          <ac:graphicFrameMkLst>
            <pc:docMk/>
            <pc:sldMk cId="4057489067" sldId="292"/>
            <ac:graphicFrameMk id="4" creationId="{99A66C2E-4F96-31D9-B774-F03440243612}"/>
          </ac:graphicFrameMkLst>
        </pc:graphicFrameChg>
        <pc:graphicFrameChg chg="add mod">
          <ac:chgData name="kitn.lzh →" userId="aae51206e0f3c209" providerId="LiveId" clId="{2B599A23-E6BC-4D57-BA0D-73F904748290}" dt="2026-03-05T15:14:47.790" v="109" actId="1076"/>
          <ac:graphicFrameMkLst>
            <pc:docMk/>
            <pc:sldMk cId="4057489067" sldId="292"/>
            <ac:graphicFrameMk id="5" creationId="{F2264073-0A93-F221-506B-FCB274B3A7EA}"/>
          </ac:graphicFrameMkLst>
        </pc:graphicFrameChg>
      </pc:sldChg>
      <pc:sldChg chg="addSp modSp new mod">
        <pc:chgData name="kitn.lzh →" userId="aae51206e0f3c209" providerId="LiveId" clId="{2B599A23-E6BC-4D57-BA0D-73F904748290}" dt="2026-03-05T15:15:17.159" v="113" actId="1076"/>
        <pc:sldMkLst>
          <pc:docMk/>
          <pc:sldMk cId="2735398883" sldId="293"/>
        </pc:sldMkLst>
        <pc:graphicFrameChg chg="add mod">
          <ac:chgData name="kitn.lzh →" userId="aae51206e0f3c209" providerId="LiveId" clId="{2B599A23-E6BC-4D57-BA0D-73F904748290}" dt="2026-03-05T15:15:17.159" v="113" actId="1076"/>
          <ac:graphicFrameMkLst>
            <pc:docMk/>
            <pc:sldMk cId="2735398883" sldId="293"/>
            <ac:graphicFrameMk id="2" creationId="{8CBF632E-C02F-A30B-BBC2-36C0BE841E28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5:42:05.233" v="167" actId="1076"/>
        <pc:sldMkLst>
          <pc:docMk/>
          <pc:sldMk cId="722769891" sldId="294"/>
        </pc:sldMkLst>
        <pc:spChg chg="del">
          <ac:chgData name="kitn.lzh →" userId="aae51206e0f3c209" providerId="LiveId" clId="{2B599A23-E6BC-4D57-BA0D-73F904748290}" dt="2026-03-05T15:41:53.616" v="159" actId="478"/>
          <ac:spMkLst>
            <pc:docMk/>
            <pc:sldMk cId="722769891" sldId="294"/>
            <ac:spMk id="2" creationId="{0C4A21A7-70F1-CBD4-C487-259B50E04C29}"/>
          </ac:spMkLst>
        </pc:spChg>
        <pc:spChg chg="del">
          <ac:chgData name="kitn.lzh →" userId="aae51206e0f3c209" providerId="LiveId" clId="{2B599A23-E6BC-4D57-BA0D-73F904748290}" dt="2026-03-05T15:41:50.497" v="158" actId="478"/>
          <ac:spMkLst>
            <pc:docMk/>
            <pc:sldMk cId="722769891" sldId="294"/>
            <ac:spMk id="3" creationId="{8C72F6F3-9B8A-DDE7-B354-DD052E88DA65}"/>
          </ac:spMkLst>
        </pc:spChg>
        <pc:graphicFrameChg chg="add mod">
          <ac:chgData name="kitn.lzh →" userId="aae51206e0f3c209" providerId="LiveId" clId="{2B599A23-E6BC-4D57-BA0D-73F904748290}" dt="2026-03-05T15:42:02.604" v="166" actId="1076"/>
          <ac:graphicFrameMkLst>
            <pc:docMk/>
            <pc:sldMk cId="722769891" sldId="294"/>
            <ac:graphicFrameMk id="4" creationId="{061DC799-7C1C-F947-27A5-5BBF59368191}"/>
          </ac:graphicFrameMkLst>
        </pc:graphicFrameChg>
        <pc:graphicFrameChg chg="add mod">
          <ac:chgData name="kitn.lzh →" userId="aae51206e0f3c209" providerId="LiveId" clId="{2B599A23-E6BC-4D57-BA0D-73F904748290}" dt="2026-03-05T15:42:05.233" v="167" actId="1076"/>
          <ac:graphicFrameMkLst>
            <pc:docMk/>
            <pc:sldMk cId="722769891" sldId="294"/>
            <ac:graphicFrameMk id="5" creationId="{1C23DFEC-947F-56D2-595F-E0DC680407AF}"/>
          </ac:graphicFrameMkLst>
        </pc:graphicFrameChg>
        <pc:graphicFrameChg chg="add mod">
          <ac:chgData name="kitn.lzh →" userId="aae51206e0f3c209" providerId="LiveId" clId="{2B599A23-E6BC-4D57-BA0D-73F904748290}" dt="2026-03-05T15:41:59.929" v="165" actId="1076"/>
          <ac:graphicFrameMkLst>
            <pc:docMk/>
            <pc:sldMk cId="722769891" sldId="294"/>
            <ac:graphicFrameMk id="6" creationId="{CFB74ABE-ACA1-0EBE-F449-95D04F4F34E4}"/>
          </ac:graphicFrameMkLst>
        </pc:graphicFrameChg>
        <pc:graphicFrameChg chg="add mod">
          <ac:chgData name="kitn.lzh →" userId="aae51206e0f3c209" providerId="LiveId" clId="{2B599A23-E6BC-4D57-BA0D-73F904748290}" dt="2026-03-05T15:41:59.929" v="165" actId="1076"/>
          <ac:graphicFrameMkLst>
            <pc:docMk/>
            <pc:sldMk cId="722769891" sldId="294"/>
            <ac:graphicFrameMk id="7" creationId="{B7BB0112-FD5F-402C-E517-9654CC222584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5:42:41.938" v="179" actId="1076"/>
        <pc:sldMkLst>
          <pc:docMk/>
          <pc:sldMk cId="783845459" sldId="295"/>
        </pc:sldMkLst>
        <pc:spChg chg="del">
          <ac:chgData name="kitn.lzh →" userId="aae51206e0f3c209" providerId="LiveId" clId="{2B599A23-E6BC-4D57-BA0D-73F904748290}" dt="2026-03-05T15:42:28.773" v="170" actId="478"/>
          <ac:spMkLst>
            <pc:docMk/>
            <pc:sldMk cId="783845459" sldId="295"/>
            <ac:spMk id="2" creationId="{AFBA9003-E344-3B2E-5706-28652340FEE9}"/>
          </ac:spMkLst>
        </pc:spChg>
        <pc:spChg chg="del">
          <ac:chgData name="kitn.lzh →" userId="aae51206e0f3c209" providerId="LiveId" clId="{2B599A23-E6BC-4D57-BA0D-73F904748290}" dt="2026-03-05T15:42:26.070" v="169" actId="478"/>
          <ac:spMkLst>
            <pc:docMk/>
            <pc:sldMk cId="783845459" sldId="295"/>
            <ac:spMk id="3" creationId="{296E2886-B2E9-10DC-31A7-EA102C2A3578}"/>
          </ac:spMkLst>
        </pc:spChg>
        <pc:graphicFrameChg chg="add mod">
          <ac:chgData name="kitn.lzh →" userId="aae51206e0f3c209" providerId="LiveId" clId="{2B599A23-E6BC-4D57-BA0D-73F904748290}" dt="2026-03-05T15:42:34.917" v="176" actId="1076"/>
          <ac:graphicFrameMkLst>
            <pc:docMk/>
            <pc:sldMk cId="783845459" sldId="295"/>
            <ac:graphicFrameMk id="4" creationId="{36A96830-72BB-9F9F-BF94-8E4F7DB52BA8}"/>
          </ac:graphicFrameMkLst>
        </pc:graphicFrameChg>
        <pc:graphicFrameChg chg="add mod">
          <ac:chgData name="kitn.lzh →" userId="aae51206e0f3c209" providerId="LiveId" clId="{2B599A23-E6BC-4D57-BA0D-73F904748290}" dt="2026-03-05T15:42:37.664" v="177" actId="1076"/>
          <ac:graphicFrameMkLst>
            <pc:docMk/>
            <pc:sldMk cId="783845459" sldId="295"/>
            <ac:graphicFrameMk id="5" creationId="{B5B73BD0-9111-2DD0-8CC1-41525A2FA0C7}"/>
          </ac:graphicFrameMkLst>
        </pc:graphicFrameChg>
        <pc:graphicFrameChg chg="add mod">
          <ac:chgData name="kitn.lzh →" userId="aae51206e0f3c209" providerId="LiveId" clId="{2B599A23-E6BC-4D57-BA0D-73F904748290}" dt="2026-03-05T15:42:40.179" v="178" actId="1076"/>
          <ac:graphicFrameMkLst>
            <pc:docMk/>
            <pc:sldMk cId="783845459" sldId="295"/>
            <ac:graphicFrameMk id="6" creationId="{E3DCC465-011E-1697-299D-F8AF0D631BA0}"/>
          </ac:graphicFrameMkLst>
        </pc:graphicFrameChg>
        <pc:graphicFrameChg chg="add mod">
          <ac:chgData name="kitn.lzh →" userId="aae51206e0f3c209" providerId="LiveId" clId="{2B599A23-E6BC-4D57-BA0D-73F904748290}" dt="2026-03-05T15:42:41.938" v="179" actId="1076"/>
          <ac:graphicFrameMkLst>
            <pc:docMk/>
            <pc:sldMk cId="783845459" sldId="295"/>
            <ac:graphicFrameMk id="7" creationId="{12F32034-3BE6-CC22-99B8-E9246DE07BCE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5:42:59.414" v="185" actId="1076"/>
        <pc:sldMkLst>
          <pc:docMk/>
          <pc:sldMk cId="1797495288" sldId="296"/>
        </pc:sldMkLst>
        <pc:spChg chg="del">
          <ac:chgData name="kitn.lzh →" userId="aae51206e0f3c209" providerId="LiveId" clId="{2B599A23-E6BC-4D57-BA0D-73F904748290}" dt="2026-03-05T15:42:54.802" v="182" actId="478"/>
          <ac:spMkLst>
            <pc:docMk/>
            <pc:sldMk cId="1797495288" sldId="296"/>
            <ac:spMk id="2" creationId="{6C60A785-23CA-4CB5-BC59-FE7DA75A071B}"/>
          </ac:spMkLst>
        </pc:spChg>
        <pc:spChg chg="del">
          <ac:chgData name="kitn.lzh →" userId="aae51206e0f3c209" providerId="LiveId" clId="{2B599A23-E6BC-4D57-BA0D-73F904748290}" dt="2026-03-05T15:42:51.757" v="181" actId="478"/>
          <ac:spMkLst>
            <pc:docMk/>
            <pc:sldMk cId="1797495288" sldId="296"/>
            <ac:spMk id="3" creationId="{C57C8310-26F0-6F9A-D224-185C783A2CDD}"/>
          </ac:spMkLst>
        </pc:spChg>
        <pc:graphicFrameChg chg="add mod">
          <ac:chgData name="kitn.lzh →" userId="aae51206e0f3c209" providerId="LiveId" clId="{2B599A23-E6BC-4D57-BA0D-73F904748290}" dt="2026-03-05T15:42:59.414" v="185" actId="1076"/>
          <ac:graphicFrameMkLst>
            <pc:docMk/>
            <pc:sldMk cId="1797495288" sldId="296"/>
            <ac:graphicFrameMk id="4" creationId="{66E81C0A-DF74-5BD5-957F-225CFD1A3D22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6:06:44.768" v="211" actId="478"/>
        <pc:sldMkLst>
          <pc:docMk/>
          <pc:sldMk cId="1275170810" sldId="297"/>
        </pc:sldMkLst>
        <pc:spChg chg="del">
          <ac:chgData name="kitn.lzh →" userId="aae51206e0f3c209" providerId="LiveId" clId="{2B599A23-E6BC-4D57-BA0D-73F904748290}" dt="2026-03-05T16:06:44.768" v="211" actId="478"/>
          <ac:spMkLst>
            <pc:docMk/>
            <pc:sldMk cId="1275170810" sldId="297"/>
            <ac:spMk id="2" creationId="{3C998286-8B1D-DE1E-64FC-6A7C4280AE62}"/>
          </ac:spMkLst>
        </pc:spChg>
        <pc:spChg chg="del">
          <ac:chgData name="kitn.lzh →" userId="aae51206e0f3c209" providerId="LiveId" clId="{2B599A23-E6BC-4D57-BA0D-73F904748290}" dt="2026-03-05T16:06:26.258" v="201" actId="478"/>
          <ac:spMkLst>
            <pc:docMk/>
            <pc:sldMk cId="1275170810" sldId="297"/>
            <ac:spMk id="3" creationId="{8BE46FF0-7C36-6C4F-022D-ECF11F012A8A}"/>
          </ac:spMkLst>
        </pc:spChg>
        <pc:graphicFrameChg chg="add mod">
          <ac:chgData name="kitn.lzh →" userId="aae51206e0f3c209" providerId="LiveId" clId="{2B599A23-E6BC-4D57-BA0D-73F904748290}" dt="2026-03-05T16:06:39.030" v="209" actId="1076"/>
          <ac:graphicFrameMkLst>
            <pc:docMk/>
            <pc:sldMk cId="1275170810" sldId="297"/>
            <ac:graphicFrameMk id="4" creationId="{4E174B81-F8E3-D1A0-9334-B3434010FC81}"/>
          </ac:graphicFrameMkLst>
        </pc:graphicFrameChg>
        <pc:graphicFrameChg chg="add mod">
          <ac:chgData name="kitn.lzh →" userId="aae51206e0f3c209" providerId="LiveId" clId="{2B599A23-E6BC-4D57-BA0D-73F904748290}" dt="2026-03-05T16:06:42.163" v="210" actId="1076"/>
          <ac:graphicFrameMkLst>
            <pc:docMk/>
            <pc:sldMk cId="1275170810" sldId="297"/>
            <ac:graphicFrameMk id="5" creationId="{ABD0438F-EE31-FE7B-9BB3-E60238F39F7B}"/>
          </ac:graphicFrameMkLst>
        </pc:graphicFrameChg>
        <pc:graphicFrameChg chg="add mod">
          <ac:chgData name="kitn.lzh →" userId="aae51206e0f3c209" providerId="LiveId" clId="{2B599A23-E6BC-4D57-BA0D-73F904748290}" dt="2026-03-05T16:06:35.179" v="208" actId="1076"/>
          <ac:graphicFrameMkLst>
            <pc:docMk/>
            <pc:sldMk cId="1275170810" sldId="297"/>
            <ac:graphicFrameMk id="6" creationId="{BF5B1B32-00D7-04D2-E81B-F7D34285FFCF}"/>
          </ac:graphicFrameMkLst>
        </pc:graphicFrameChg>
        <pc:graphicFrameChg chg="add mod">
          <ac:chgData name="kitn.lzh →" userId="aae51206e0f3c209" providerId="LiveId" clId="{2B599A23-E6BC-4D57-BA0D-73F904748290}" dt="2026-03-05T16:06:33.101" v="207" actId="1076"/>
          <ac:graphicFrameMkLst>
            <pc:docMk/>
            <pc:sldMk cId="1275170810" sldId="297"/>
            <ac:graphicFrameMk id="7" creationId="{DCE3C9A8-CDA9-65E1-D23F-ADF905EA8665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6:07:38.065" v="223" actId="478"/>
        <pc:sldMkLst>
          <pc:docMk/>
          <pc:sldMk cId="1921564311" sldId="298"/>
        </pc:sldMkLst>
        <pc:spChg chg="del">
          <ac:chgData name="kitn.lzh →" userId="aae51206e0f3c209" providerId="LiveId" clId="{2B599A23-E6BC-4D57-BA0D-73F904748290}" dt="2026-03-05T16:07:21.923" v="213" actId="478"/>
          <ac:spMkLst>
            <pc:docMk/>
            <pc:sldMk cId="1921564311" sldId="298"/>
            <ac:spMk id="2" creationId="{AF71F980-C360-4DED-74CE-2B4FCB652487}"/>
          </ac:spMkLst>
        </pc:spChg>
        <pc:spChg chg="del">
          <ac:chgData name="kitn.lzh →" userId="aae51206e0f3c209" providerId="LiveId" clId="{2B599A23-E6BC-4D57-BA0D-73F904748290}" dt="2026-03-05T16:07:38.065" v="223" actId="478"/>
          <ac:spMkLst>
            <pc:docMk/>
            <pc:sldMk cId="1921564311" sldId="298"/>
            <ac:spMk id="3" creationId="{B0E98065-C617-5870-E2C0-5DCEF673D1A9}"/>
          </ac:spMkLst>
        </pc:spChg>
        <pc:graphicFrameChg chg="add mod">
          <ac:chgData name="kitn.lzh →" userId="aae51206e0f3c209" providerId="LiveId" clId="{2B599A23-E6BC-4D57-BA0D-73F904748290}" dt="2026-03-05T16:07:26.539" v="219" actId="1076"/>
          <ac:graphicFrameMkLst>
            <pc:docMk/>
            <pc:sldMk cId="1921564311" sldId="298"/>
            <ac:graphicFrameMk id="4" creationId="{AA48750B-11BD-17A0-9893-F88601C8D9F2}"/>
          </ac:graphicFrameMkLst>
        </pc:graphicFrameChg>
        <pc:graphicFrameChg chg="add mod">
          <ac:chgData name="kitn.lzh →" userId="aae51206e0f3c209" providerId="LiveId" clId="{2B599A23-E6BC-4D57-BA0D-73F904748290}" dt="2026-03-05T16:07:30.079" v="220" actId="1076"/>
          <ac:graphicFrameMkLst>
            <pc:docMk/>
            <pc:sldMk cId="1921564311" sldId="298"/>
            <ac:graphicFrameMk id="5" creationId="{D8077894-BA53-6DD9-CD1B-63BD1948A4E8}"/>
          </ac:graphicFrameMkLst>
        </pc:graphicFrameChg>
        <pc:graphicFrameChg chg="add mod">
          <ac:chgData name="kitn.lzh →" userId="aae51206e0f3c209" providerId="LiveId" clId="{2B599A23-E6BC-4D57-BA0D-73F904748290}" dt="2026-03-05T16:07:33.397" v="221" actId="1076"/>
          <ac:graphicFrameMkLst>
            <pc:docMk/>
            <pc:sldMk cId="1921564311" sldId="298"/>
            <ac:graphicFrameMk id="6" creationId="{ACA764AE-AFF7-C1AD-D8E4-1A97B45BC1FE}"/>
          </ac:graphicFrameMkLst>
        </pc:graphicFrameChg>
        <pc:graphicFrameChg chg="add mod">
          <ac:chgData name="kitn.lzh →" userId="aae51206e0f3c209" providerId="LiveId" clId="{2B599A23-E6BC-4D57-BA0D-73F904748290}" dt="2026-03-05T16:07:36.180" v="222" actId="1076"/>
          <ac:graphicFrameMkLst>
            <pc:docMk/>
            <pc:sldMk cId="1921564311" sldId="298"/>
            <ac:graphicFrameMk id="7" creationId="{400F5D96-2806-A019-2707-C91AA2DF5CC9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6:08:03.945" v="229" actId="1076"/>
        <pc:sldMkLst>
          <pc:docMk/>
          <pc:sldMk cId="3195840507" sldId="299"/>
        </pc:sldMkLst>
        <pc:spChg chg="del">
          <ac:chgData name="kitn.lzh →" userId="aae51206e0f3c209" providerId="LiveId" clId="{2B599A23-E6BC-4D57-BA0D-73F904748290}" dt="2026-03-05T16:08:00.538" v="226" actId="478"/>
          <ac:spMkLst>
            <pc:docMk/>
            <pc:sldMk cId="3195840507" sldId="299"/>
            <ac:spMk id="2" creationId="{593697A4-3CE7-6359-64CC-D7BB546104C9}"/>
          </ac:spMkLst>
        </pc:spChg>
        <pc:spChg chg="del">
          <ac:chgData name="kitn.lzh →" userId="aae51206e0f3c209" providerId="LiveId" clId="{2B599A23-E6BC-4D57-BA0D-73F904748290}" dt="2026-03-05T16:07:57.993" v="225" actId="478"/>
          <ac:spMkLst>
            <pc:docMk/>
            <pc:sldMk cId="3195840507" sldId="299"/>
            <ac:spMk id="3" creationId="{598DFE2E-9AC8-DD15-4923-ED62AF77927D}"/>
          </ac:spMkLst>
        </pc:spChg>
        <pc:graphicFrameChg chg="add mod">
          <ac:chgData name="kitn.lzh →" userId="aae51206e0f3c209" providerId="LiveId" clId="{2B599A23-E6BC-4D57-BA0D-73F904748290}" dt="2026-03-05T16:08:03.945" v="229" actId="1076"/>
          <ac:graphicFrameMkLst>
            <pc:docMk/>
            <pc:sldMk cId="3195840507" sldId="299"/>
            <ac:graphicFrameMk id="4" creationId="{CD46DD10-B70F-AA50-A11A-7A5B05B4118F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6:25:43.762" v="252" actId="1076"/>
        <pc:sldMkLst>
          <pc:docMk/>
          <pc:sldMk cId="3424893954" sldId="300"/>
        </pc:sldMkLst>
        <pc:spChg chg="del">
          <ac:chgData name="kitn.lzh →" userId="aae51206e0f3c209" providerId="LiveId" clId="{2B599A23-E6BC-4D57-BA0D-73F904748290}" dt="2026-03-05T16:25:25.364" v="243" actId="478"/>
          <ac:spMkLst>
            <pc:docMk/>
            <pc:sldMk cId="3424893954" sldId="300"/>
            <ac:spMk id="2" creationId="{A82036F1-93A7-1EE9-993B-2B90AE55575C}"/>
          </ac:spMkLst>
        </pc:spChg>
        <pc:spChg chg="del">
          <ac:chgData name="kitn.lzh →" userId="aae51206e0f3c209" providerId="LiveId" clId="{2B599A23-E6BC-4D57-BA0D-73F904748290}" dt="2026-03-05T16:25:23.530" v="242" actId="478"/>
          <ac:spMkLst>
            <pc:docMk/>
            <pc:sldMk cId="3424893954" sldId="300"/>
            <ac:spMk id="3" creationId="{479856F5-F05F-0E0C-A7DA-727E696AF798}"/>
          </ac:spMkLst>
        </pc:spChg>
        <pc:graphicFrameChg chg="add mod">
          <ac:chgData name="kitn.lzh →" userId="aae51206e0f3c209" providerId="LiveId" clId="{2B599A23-E6BC-4D57-BA0D-73F904748290}" dt="2026-03-05T16:25:29.353" v="249" actId="1076"/>
          <ac:graphicFrameMkLst>
            <pc:docMk/>
            <pc:sldMk cId="3424893954" sldId="300"/>
            <ac:graphicFrameMk id="4" creationId="{9C60B77E-921E-40D9-725C-DE22FF80FF5F}"/>
          </ac:graphicFrameMkLst>
        </pc:graphicFrameChg>
        <pc:graphicFrameChg chg="add mod">
          <ac:chgData name="kitn.lzh →" userId="aae51206e0f3c209" providerId="LiveId" clId="{2B599A23-E6BC-4D57-BA0D-73F904748290}" dt="2026-03-05T16:25:32.201" v="250" actId="1076"/>
          <ac:graphicFrameMkLst>
            <pc:docMk/>
            <pc:sldMk cId="3424893954" sldId="300"/>
            <ac:graphicFrameMk id="5" creationId="{0C1587EB-5D63-95C8-DCB2-ACBB451CA5A6}"/>
          </ac:graphicFrameMkLst>
        </pc:graphicFrameChg>
        <pc:graphicFrameChg chg="add mod">
          <ac:chgData name="kitn.lzh →" userId="aae51206e0f3c209" providerId="LiveId" clId="{2B599A23-E6BC-4D57-BA0D-73F904748290}" dt="2026-03-05T16:25:43.762" v="252" actId="1076"/>
          <ac:graphicFrameMkLst>
            <pc:docMk/>
            <pc:sldMk cId="3424893954" sldId="300"/>
            <ac:graphicFrameMk id="6" creationId="{FCB81EFD-2AFD-5359-ABE7-E5C624E867AA}"/>
          </ac:graphicFrameMkLst>
        </pc:graphicFrameChg>
        <pc:graphicFrameChg chg="add mod">
          <ac:chgData name="kitn.lzh →" userId="aae51206e0f3c209" providerId="LiveId" clId="{2B599A23-E6BC-4D57-BA0D-73F904748290}" dt="2026-03-05T16:25:40.009" v="251" actId="1076"/>
          <ac:graphicFrameMkLst>
            <pc:docMk/>
            <pc:sldMk cId="3424893954" sldId="300"/>
            <ac:graphicFrameMk id="7" creationId="{C04F4B90-9F45-6D80-F8A8-A3D58FE0B87E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6:26:41.275" v="263" actId="1076"/>
        <pc:sldMkLst>
          <pc:docMk/>
          <pc:sldMk cId="1837809423" sldId="301"/>
        </pc:sldMkLst>
        <pc:spChg chg="del">
          <ac:chgData name="kitn.lzh →" userId="aae51206e0f3c209" providerId="LiveId" clId="{2B599A23-E6BC-4D57-BA0D-73F904748290}" dt="2026-03-05T16:26:18.700" v="254" actId="478"/>
          <ac:spMkLst>
            <pc:docMk/>
            <pc:sldMk cId="1837809423" sldId="301"/>
            <ac:spMk id="2" creationId="{A90F8B4A-218B-48F4-7E46-4C03D05E7BDB}"/>
          </ac:spMkLst>
        </pc:spChg>
        <pc:spChg chg="del">
          <ac:chgData name="kitn.lzh →" userId="aae51206e0f3c209" providerId="LiveId" clId="{2B599A23-E6BC-4D57-BA0D-73F904748290}" dt="2026-03-05T16:26:17.471" v="253" actId="478"/>
          <ac:spMkLst>
            <pc:docMk/>
            <pc:sldMk cId="1837809423" sldId="301"/>
            <ac:spMk id="3" creationId="{FBFCFE80-DC19-2174-6FF0-D19C51D69379}"/>
          </ac:spMkLst>
        </pc:spChg>
        <pc:graphicFrameChg chg="add mod">
          <ac:chgData name="kitn.lzh →" userId="aae51206e0f3c209" providerId="LiveId" clId="{2B599A23-E6BC-4D57-BA0D-73F904748290}" dt="2026-03-05T16:26:24.654" v="260" actId="1076"/>
          <ac:graphicFrameMkLst>
            <pc:docMk/>
            <pc:sldMk cId="1837809423" sldId="301"/>
            <ac:graphicFrameMk id="4" creationId="{53915D17-F64F-391B-F5ED-6B11F049A107}"/>
          </ac:graphicFrameMkLst>
        </pc:graphicFrameChg>
        <pc:graphicFrameChg chg="add mod">
          <ac:chgData name="kitn.lzh →" userId="aae51206e0f3c209" providerId="LiveId" clId="{2B599A23-E6BC-4D57-BA0D-73F904748290}" dt="2026-03-05T16:26:30.125" v="261" actId="1076"/>
          <ac:graphicFrameMkLst>
            <pc:docMk/>
            <pc:sldMk cId="1837809423" sldId="301"/>
            <ac:graphicFrameMk id="5" creationId="{FB834FEC-08DA-B1FC-CE16-8237A1396A5F}"/>
          </ac:graphicFrameMkLst>
        </pc:graphicFrameChg>
        <pc:graphicFrameChg chg="add mod">
          <ac:chgData name="kitn.lzh →" userId="aae51206e0f3c209" providerId="LiveId" clId="{2B599A23-E6BC-4D57-BA0D-73F904748290}" dt="2026-03-05T16:26:35.642" v="262" actId="1076"/>
          <ac:graphicFrameMkLst>
            <pc:docMk/>
            <pc:sldMk cId="1837809423" sldId="301"/>
            <ac:graphicFrameMk id="6" creationId="{79D6095F-2F7F-34C7-4A52-19BDD01D39FD}"/>
          </ac:graphicFrameMkLst>
        </pc:graphicFrameChg>
        <pc:graphicFrameChg chg="add mod">
          <ac:chgData name="kitn.lzh →" userId="aae51206e0f3c209" providerId="LiveId" clId="{2B599A23-E6BC-4D57-BA0D-73F904748290}" dt="2026-03-05T16:26:41.275" v="263" actId="1076"/>
          <ac:graphicFrameMkLst>
            <pc:docMk/>
            <pc:sldMk cId="1837809423" sldId="301"/>
            <ac:graphicFrameMk id="7" creationId="{DBBC4CBC-6473-5FCA-3462-B416C518C8F0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6:26:56.611" v="268" actId="1076"/>
        <pc:sldMkLst>
          <pc:docMk/>
          <pc:sldMk cId="926605114" sldId="302"/>
        </pc:sldMkLst>
        <pc:spChg chg="del">
          <ac:chgData name="kitn.lzh →" userId="aae51206e0f3c209" providerId="LiveId" clId="{2B599A23-E6BC-4D57-BA0D-73F904748290}" dt="2026-03-05T16:26:53.257" v="265" actId="478"/>
          <ac:spMkLst>
            <pc:docMk/>
            <pc:sldMk cId="926605114" sldId="302"/>
            <ac:spMk id="2" creationId="{E684135D-5B9A-0B6A-8B5A-FF1F267F1963}"/>
          </ac:spMkLst>
        </pc:spChg>
        <pc:spChg chg="del">
          <ac:chgData name="kitn.lzh →" userId="aae51206e0f3c209" providerId="LiveId" clId="{2B599A23-E6BC-4D57-BA0D-73F904748290}" dt="2026-03-05T16:26:51.493" v="264" actId="478"/>
          <ac:spMkLst>
            <pc:docMk/>
            <pc:sldMk cId="926605114" sldId="302"/>
            <ac:spMk id="3" creationId="{C173B9C8-843D-501B-1685-571ACD5B1CB3}"/>
          </ac:spMkLst>
        </pc:spChg>
        <pc:graphicFrameChg chg="add mod">
          <ac:chgData name="kitn.lzh →" userId="aae51206e0f3c209" providerId="LiveId" clId="{2B599A23-E6BC-4D57-BA0D-73F904748290}" dt="2026-03-05T16:26:56.611" v="268" actId="1076"/>
          <ac:graphicFrameMkLst>
            <pc:docMk/>
            <pc:sldMk cId="926605114" sldId="302"/>
            <ac:graphicFrameMk id="4" creationId="{BB733F4A-41FD-F7F3-CE97-AA638A15DF92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6:30:31.746" v="294" actId="1076"/>
        <pc:sldMkLst>
          <pc:docMk/>
          <pc:sldMk cId="2750337366" sldId="303"/>
        </pc:sldMkLst>
        <pc:spChg chg="del">
          <ac:chgData name="kitn.lzh →" userId="aae51206e0f3c209" providerId="LiveId" clId="{2B599A23-E6BC-4D57-BA0D-73F904748290}" dt="2026-03-05T16:30:15.577" v="285" actId="478"/>
          <ac:spMkLst>
            <pc:docMk/>
            <pc:sldMk cId="2750337366" sldId="303"/>
            <ac:spMk id="2" creationId="{F25875CF-FF53-C698-7C4C-4C9BB4D2B1C6}"/>
          </ac:spMkLst>
        </pc:spChg>
        <pc:spChg chg="del">
          <ac:chgData name="kitn.lzh →" userId="aae51206e0f3c209" providerId="LiveId" clId="{2B599A23-E6BC-4D57-BA0D-73F904748290}" dt="2026-03-05T16:30:13.482" v="284" actId="478"/>
          <ac:spMkLst>
            <pc:docMk/>
            <pc:sldMk cId="2750337366" sldId="303"/>
            <ac:spMk id="3" creationId="{A474D13F-C4E4-219C-3DBE-42D9AC92DB4A}"/>
          </ac:spMkLst>
        </pc:spChg>
        <pc:graphicFrameChg chg="add mod">
          <ac:chgData name="kitn.lzh →" userId="aae51206e0f3c209" providerId="LiveId" clId="{2B599A23-E6BC-4D57-BA0D-73F904748290}" dt="2026-03-05T16:30:27.757" v="293" actId="1076"/>
          <ac:graphicFrameMkLst>
            <pc:docMk/>
            <pc:sldMk cId="2750337366" sldId="303"/>
            <ac:graphicFrameMk id="4" creationId="{49033C7E-D11F-E6BC-56EA-B457A01DA617}"/>
          </ac:graphicFrameMkLst>
        </pc:graphicFrameChg>
        <pc:graphicFrameChg chg="add mod">
          <ac:chgData name="kitn.lzh →" userId="aae51206e0f3c209" providerId="LiveId" clId="{2B599A23-E6BC-4D57-BA0D-73F904748290}" dt="2026-03-05T16:30:31.746" v="294" actId="1076"/>
          <ac:graphicFrameMkLst>
            <pc:docMk/>
            <pc:sldMk cId="2750337366" sldId="303"/>
            <ac:graphicFrameMk id="5" creationId="{9DCAEBF1-D649-616A-DE44-7B224C225EF0}"/>
          </ac:graphicFrameMkLst>
        </pc:graphicFrameChg>
        <pc:graphicFrameChg chg="add mod">
          <ac:chgData name="kitn.lzh →" userId="aae51206e0f3c209" providerId="LiveId" clId="{2B599A23-E6BC-4D57-BA0D-73F904748290}" dt="2026-03-05T16:30:23.843" v="292" actId="1076"/>
          <ac:graphicFrameMkLst>
            <pc:docMk/>
            <pc:sldMk cId="2750337366" sldId="303"/>
            <ac:graphicFrameMk id="6" creationId="{A66AD921-C5A5-8BA0-DD83-A2A1F8D7EA82}"/>
          </ac:graphicFrameMkLst>
        </pc:graphicFrameChg>
        <pc:graphicFrameChg chg="add mod">
          <ac:chgData name="kitn.lzh →" userId="aae51206e0f3c209" providerId="LiveId" clId="{2B599A23-E6BC-4D57-BA0D-73F904748290}" dt="2026-03-05T16:30:20.157" v="291" actId="1076"/>
          <ac:graphicFrameMkLst>
            <pc:docMk/>
            <pc:sldMk cId="2750337366" sldId="303"/>
            <ac:graphicFrameMk id="7" creationId="{C5D7A79A-B54D-F3F5-5C46-26562F5D2FF1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6:31:01.747" v="305" actId="1076"/>
        <pc:sldMkLst>
          <pc:docMk/>
          <pc:sldMk cId="3146909138" sldId="304"/>
        </pc:sldMkLst>
        <pc:spChg chg="del">
          <ac:chgData name="kitn.lzh →" userId="aae51206e0f3c209" providerId="LiveId" clId="{2B599A23-E6BC-4D57-BA0D-73F904748290}" dt="2026-03-05T16:30:45.773" v="296" actId="478"/>
          <ac:spMkLst>
            <pc:docMk/>
            <pc:sldMk cId="3146909138" sldId="304"/>
            <ac:spMk id="2" creationId="{86DA643F-4463-99D6-6BDB-FF8326F77690}"/>
          </ac:spMkLst>
        </pc:spChg>
        <pc:spChg chg="del">
          <ac:chgData name="kitn.lzh →" userId="aae51206e0f3c209" providerId="LiveId" clId="{2B599A23-E6BC-4D57-BA0D-73F904748290}" dt="2026-03-05T16:30:43.664" v="295" actId="478"/>
          <ac:spMkLst>
            <pc:docMk/>
            <pc:sldMk cId="3146909138" sldId="304"/>
            <ac:spMk id="3" creationId="{5D257303-C668-411E-CF8C-242C372CE6CF}"/>
          </ac:spMkLst>
        </pc:spChg>
        <pc:graphicFrameChg chg="add mod">
          <ac:chgData name="kitn.lzh →" userId="aae51206e0f3c209" providerId="LiveId" clId="{2B599A23-E6BC-4D57-BA0D-73F904748290}" dt="2026-03-05T16:30:51.761" v="302" actId="1076"/>
          <ac:graphicFrameMkLst>
            <pc:docMk/>
            <pc:sldMk cId="3146909138" sldId="304"/>
            <ac:graphicFrameMk id="4" creationId="{00F4F8FA-114A-0776-21D3-94C6A508C3BC}"/>
          </ac:graphicFrameMkLst>
        </pc:graphicFrameChg>
        <pc:graphicFrameChg chg="add mod">
          <ac:chgData name="kitn.lzh →" userId="aae51206e0f3c209" providerId="LiveId" clId="{2B599A23-E6BC-4D57-BA0D-73F904748290}" dt="2026-03-05T16:30:54.632" v="303" actId="1076"/>
          <ac:graphicFrameMkLst>
            <pc:docMk/>
            <pc:sldMk cId="3146909138" sldId="304"/>
            <ac:graphicFrameMk id="5" creationId="{DB6A922D-F35D-2EC9-8AE5-DF0F1696CE2F}"/>
          </ac:graphicFrameMkLst>
        </pc:graphicFrameChg>
        <pc:graphicFrameChg chg="add mod">
          <ac:chgData name="kitn.lzh →" userId="aae51206e0f3c209" providerId="LiveId" clId="{2B599A23-E6BC-4D57-BA0D-73F904748290}" dt="2026-03-05T16:30:58.202" v="304" actId="1076"/>
          <ac:graphicFrameMkLst>
            <pc:docMk/>
            <pc:sldMk cId="3146909138" sldId="304"/>
            <ac:graphicFrameMk id="6" creationId="{FA1D15F7-BF14-D19D-44FC-77227D49943A}"/>
          </ac:graphicFrameMkLst>
        </pc:graphicFrameChg>
        <pc:graphicFrameChg chg="add mod">
          <ac:chgData name="kitn.lzh →" userId="aae51206e0f3c209" providerId="LiveId" clId="{2B599A23-E6BC-4D57-BA0D-73F904748290}" dt="2026-03-05T16:31:01.747" v="305" actId="1076"/>
          <ac:graphicFrameMkLst>
            <pc:docMk/>
            <pc:sldMk cId="3146909138" sldId="304"/>
            <ac:graphicFrameMk id="7" creationId="{C1EE27F4-9DE3-47FB-A6AC-4196DA61621A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5T16:31:12.602" v="308" actId="1076"/>
        <pc:sldMkLst>
          <pc:docMk/>
          <pc:sldMk cId="1209963586" sldId="305"/>
        </pc:sldMkLst>
        <pc:spChg chg="del">
          <ac:chgData name="kitn.lzh →" userId="aae51206e0f3c209" providerId="LiveId" clId="{2B599A23-E6BC-4D57-BA0D-73F904748290}" dt="2026-03-05T16:29:37.477" v="272" actId="478"/>
          <ac:spMkLst>
            <pc:docMk/>
            <pc:sldMk cId="1209963586" sldId="305"/>
            <ac:spMk id="2" creationId="{CCDEE255-80B8-3D82-3F2E-E6487A52FA55}"/>
          </ac:spMkLst>
        </pc:spChg>
        <pc:spChg chg="del">
          <ac:chgData name="kitn.lzh →" userId="aae51206e0f3c209" providerId="LiveId" clId="{2B599A23-E6BC-4D57-BA0D-73F904748290}" dt="2026-03-05T16:29:37.477" v="272" actId="478"/>
          <ac:spMkLst>
            <pc:docMk/>
            <pc:sldMk cId="1209963586" sldId="305"/>
            <ac:spMk id="3" creationId="{702D3880-E100-56D3-553C-B505E19FA1C3}"/>
          </ac:spMkLst>
        </pc:spChg>
        <pc:graphicFrameChg chg="add mod">
          <ac:chgData name="kitn.lzh →" userId="aae51206e0f3c209" providerId="LiveId" clId="{2B599A23-E6BC-4D57-BA0D-73F904748290}" dt="2026-03-05T16:31:12.602" v="308" actId="1076"/>
          <ac:graphicFrameMkLst>
            <pc:docMk/>
            <pc:sldMk cId="1209963586" sldId="305"/>
            <ac:graphicFrameMk id="4" creationId="{DC57617A-A72A-087B-3458-4BBAD1A13D5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5&#26376;&#12392;6&#26376;&#12398;&#21155;&#21270;&#12354;&#12426;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13days_G_c01_deg.xlsx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6.xml"/><Relationship Id="rId1" Type="http://schemas.microsoft.com/office/2011/relationships/chartStyle" Target="style46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7.xml"/><Relationship Id="rId1" Type="http://schemas.microsoft.com/office/2011/relationships/chartStyle" Target="style47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8.xml"/><Relationship Id="rId1" Type="http://schemas.microsoft.com/office/2011/relationships/chartStyle" Target="style48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9.xml"/><Relationship Id="rId1" Type="http://schemas.microsoft.com/office/2011/relationships/chartStyle" Target="style49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0.xml"/><Relationship Id="rId1" Type="http://schemas.microsoft.com/office/2011/relationships/chartStyle" Target="style50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51.xml"/><Relationship Id="rId1" Type="http://schemas.microsoft.com/office/2011/relationships/chartStyle" Target="style51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52.xml"/><Relationship Id="rId1" Type="http://schemas.microsoft.com/office/2011/relationships/chartStyle" Target="style52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53.xml"/><Relationship Id="rId1" Type="http://schemas.microsoft.com/office/2011/relationships/chartStyle" Target="style53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54.xml"/><Relationship Id="rId1" Type="http://schemas.microsoft.com/office/2011/relationships/chartStyle" Target="style54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55.xml"/><Relationship Id="rId1" Type="http://schemas.microsoft.com/office/2011/relationships/chartStyle" Target="style55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56.xml"/><Relationship Id="rId1" Type="http://schemas.microsoft.com/office/2011/relationships/chartStyle" Target="style56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57.xml"/><Relationship Id="rId1" Type="http://schemas.microsoft.com/office/2011/relationships/chartStyle" Target="style57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58.xml"/><Relationship Id="rId1" Type="http://schemas.microsoft.com/office/2011/relationships/chartStyle" Target="style58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59.xml"/><Relationship Id="rId1" Type="http://schemas.microsoft.com/office/2011/relationships/chartStyle" Target="style59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60.xml"/><Relationship Id="rId1" Type="http://schemas.microsoft.com/office/2011/relationships/chartStyle" Target="style60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61.xml"/><Relationship Id="rId1" Type="http://schemas.microsoft.com/office/2011/relationships/chartStyle" Target="style61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62.xml"/><Relationship Id="rId1" Type="http://schemas.microsoft.com/office/2011/relationships/chartStyle" Target="style62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63.xml"/><Relationship Id="rId1" Type="http://schemas.microsoft.com/office/2011/relationships/chartStyle" Target="style63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64.xml"/><Relationship Id="rId1" Type="http://schemas.microsoft.com/office/2011/relationships/chartStyle" Target="style64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65.xml"/><Relationship Id="rId1" Type="http://schemas.microsoft.com/office/2011/relationships/chartStyle" Target="style65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66.xml"/><Relationship Id="rId1" Type="http://schemas.microsoft.com/office/2011/relationships/chartStyle" Target="style66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67.xml"/><Relationship Id="rId1" Type="http://schemas.microsoft.com/office/2011/relationships/chartStyle" Target="style67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68.xml"/><Relationship Id="rId1" Type="http://schemas.microsoft.com/office/2011/relationships/chartStyle" Target="style68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69.xml"/><Relationship Id="rId1" Type="http://schemas.microsoft.com/office/2011/relationships/chartStyle" Target="style69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70.xml"/><Relationship Id="rId1" Type="http://schemas.microsoft.com/office/2011/relationships/chartStyle" Target="style70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71.xml"/><Relationship Id="rId1" Type="http://schemas.microsoft.com/office/2011/relationships/chartStyle" Target="style71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7.xml"/><Relationship Id="rId2" Type="http://schemas.microsoft.com/office/2011/relationships/chartColorStyle" Target="colors72.xml"/><Relationship Id="rId1" Type="http://schemas.microsoft.com/office/2011/relationships/chartStyle" Target="style72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73.xml"/><Relationship Id="rId1" Type="http://schemas.microsoft.com/office/2011/relationships/chartStyle" Target="style73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9.xml"/><Relationship Id="rId2" Type="http://schemas.microsoft.com/office/2011/relationships/chartColorStyle" Target="colors74.xml"/><Relationship Id="rId1" Type="http://schemas.microsoft.com/office/2011/relationships/chartStyle" Target="style74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0.xml"/><Relationship Id="rId2" Type="http://schemas.microsoft.com/office/2011/relationships/chartColorStyle" Target="colors75.xml"/><Relationship Id="rId1" Type="http://schemas.microsoft.com/office/2011/relationships/chartStyle" Target="style75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1.xml"/><Relationship Id="rId2" Type="http://schemas.microsoft.com/office/2011/relationships/chartColorStyle" Target="colors76.xml"/><Relationship Id="rId1" Type="http://schemas.microsoft.com/office/2011/relationships/chartStyle" Target="style76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2.xml"/><Relationship Id="rId2" Type="http://schemas.microsoft.com/office/2011/relationships/chartColorStyle" Target="colors77.xml"/><Relationship Id="rId1" Type="http://schemas.microsoft.com/office/2011/relationships/chartStyle" Target="style77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3.xml"/><Relationship Id="rId2" Type="http://schemas.microsoft.com/office/2011/relationships/chartColorStyle" Target="colors78.xml"/><Relationship Id="rId1" Type="http://schemas.microsoft.com/office/2011/relationships/chartStyle" Target="style78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4.xml"/><Relationship Id="rId2" Type="http://schemas.microsoft.com/office/2011/relationships/chartColorStyle" Target="colors79.xml"/><Relationship Id="rId1" Type="http://schemas.microsoft.com/office/2011/relationships/chartStyle" Target="style79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5.xml"/><Relationship Id="rId2" Type="http://schemas.microsoft.com/office/2011/relationships/chartColorStyle" Target="colors80.xml"/><Relationship Id="rId1" Type="http://schemas.microsoft.com/office/2011/relationships/chartStyle" Target="style80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6.xml"/><Relationship Id="rId2" Type="http://schemas.microsoft.com/office/2011/relationships/chartColorStyle" Target="colors81.xml"/><Relationship Id="rId1" Type="http://schemas.microsoft.com/office/2011/relationships/chartStyle" Target="style81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7.xml"/><Relationship Id="rId2" Type="http://schemas.microsoft.com/office/2011/relationships/chartColorStyle" Target="colors82.xml"/><Relationship Id="rId1" Type="http://schemas.microsoft.com/office/2011/relationships/chartStyle" Target="style82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8.xml"/><Relationship Id="rId2" Type="http://schemas.microsoft.com/office/2011/relationships/chartColorStyle" Target="colors83.xml"/><Relationship Id="rId1" Type="http://schemas.microsoft.com/office/2011/relationships/chartStyle" Target="style83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9.xml"/><Relationship Id="rId2" Type="http://schemas.microsoft.com/office/2011/relationships/chartColorStyle" Target="colors84.xml"/><Relationship Id="rId1" Type="http://schemas.microsoft.com/office/2011/relationships/chartStyle" Target="style84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0.xml"/><Relationship Id="rId2" Type="http://schemas.microsoft.com/office/2011/relationships/chartColorStyle" Target="colors85.xml"/><Relationship Id="rId1" Type="http://schemas.microsoft.com/office/2011/relationships/chartStyle" Target="style85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1.xml"/><Relationship Id="rId2" Type="http://schemas.microsoft.com/office/2011/relationships/chartColorStyle" Target="colors86.xml"/><Relationship Id="rId1" Type="http://schemas.microsoft.com/office/2011/relationships/chartStyle" Target="style86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2.xml"/><Relationship Id="rId2" Type="http://schemas.microsoft.com/office/2011/relationships/chartColorStyle" Target="colors87.xml"/><Relationship Id="rId1" Type="http://schemas.microsoft.com/office/2011/relationships/chartStyle" Target="style87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3.xml"/><Relationship Id="rId2" Type="http://schemas.microsoft.com/office/2011/relationships/chartColorStyle" Target="colors88.xml"/><Relationship Id="rId1" Type="http://schemas.microsoft.com/office/2011/relationships/chartStyle" Target="style88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8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4.xml"/><Relationship Id="rId2" Type="http://schemas.microsoft.com/office/2011/relationships/chartColorStyle" Target="colors89.xml"/><Relationship Id="rId1" Type="http://schemas.microsoft.com/office/2011/relationships/chartStyle" Target="style89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9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5.xml"/><Relationship Id="rId2" Type="http://schemas.microsoft.com/office/2011/relationships/chartColorStyle" Target="colors90.xml"/><Relationship Id="rId1" Type="http://schemas.microsoft.com/office/2011/relationships/chartStyle" Target="style90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9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6.xml"/><Relationship Id="rId2" Type="http://schemas.microsoft.com/office/2011/relationships/chartColorStyle" Target="colors91.xml"/><Relationship Id="rId1" Type="http://schemas.microsoft.com/office/2011/relationships/chartStyle" Target="style91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9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7.xml"/><Relationship Id="rId2" Type="http://schemas.microsoft.com/office/2011/relationships/chartColorStyle" Target="colors92.xml"/><Relationship Id="rId1" Type="http://schemas.microsoft.com/office/2011/relationships/chartStyle" Target="style92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9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8.xml"/><Relationship Id="rId2" Type="http://schemas.microsoft.com/office/2011/relationships/chartColorStyle" Target="colors93.xml"/><Relationship Id="rId1" Type="http://schemas.microsoft.com/office/2011/relationships/chartStyle" Target="style93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9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9.xml"/><Relationship Id="rId2" Type="http://schemas.microsoft.com/office/2011/relationships/chartColorStyle" Target="colors94.xml"/><Relationship Id="rId1" Type="http://schemas.microsoft.com/office/2011/relationships/chartStyle" Target="style94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9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0.xml"/><Relationship Id="rId2" Type="http://schemas.microsoft.com/office/2011/relationships/chartColorStyle" Target="colors95.xml"/><Relationship Id="rId1" Type="http://schemas.microsoft.com/office/2011/relationships/chartStyle" Target="style95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9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1.xml"/><Relationship Id="rId2" Type="http://schemas.microsoft.com/office/2011/relationships/chartColorStyle" Target="colors96.xml"/><Relationship Id="rId1" Type="http://schemas.microsoft.com/office/2011/relationships/chartStyle" Target="style96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9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2.xml"/><Relationship Id="rId2" Type="http://schemas.microsoft.com/office/2011/relationships/chartColorStyle" Target="colors97.xml"/><Relationship Id="rId1" Type="http://schemas.microsoft.com/office/2011/relationships/chartStyle" Target="style97.xml"/><Relationship Id="rId4" Type="http://schemas.openxmlformats.org/officeDocument/2006/relationships/oleObject" Target="https://d.docs.live.net/aae51206e0f3c209/&#30740;&#31350;/260302/13days_G_c01_deg.xlsx" TargetMode="External"/></Relationships>
</file>

<file path=ppt/charts/_rels/chart9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3.xml"/><Relationship Id="rId2" Type="http://schemas.microsoft.com/office/2011/relationships/chartColorStyle" Target="colors98.xml"/><Relationship Id="rId1" Type="http://schemas.microsoft.com/office/2011/relationships/chartStyle" Target="style98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4.xml"/><Relationship Id="rId2" Type="http://schemas.microsoft.com/office/2011/relationships/chartColorStyle" Target="colors99.xml"/><Relationship Id="rId1" Type="http://schemas.microsoft.com/office/2011/relationships/chartStyle" Target="style99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5.xml"/><Relationship Id="rId2" Type="http://schemas.microsoft.com/office/2011/relationships/chartColorStyle" Target="colors100.xml"/><Relationship Id="rId1" Type="http://schemas.microsoft.com/office/2011/relationships/chartStyle" Target="style100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6.xml"/><Relationship Id="rId2" Type="http://schemas.microsoft.com/office/2011/relationships/chartColorStyle" Target="colors101.xml"/><Relationship Id="rId1" Type="http://schemas.microsoft.com/office/2011/relationships/chartStyle" Target="style101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7.xml"/><Relationship Id="rId2" Type="http://schemas.microsoft.com/office/2011/relationships/chartColorStyle" Target="colors102.xml"/><Relationship Id="rId1" Type="http://schemas.microsoft.com/office/2011/relationships/chartStyle" Target="style102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8.xml"/><Relationship Id="rId2" Type="http://schemas.microsoft.com/office/2011/relationships/chartColorStyle" Target="colors103.xml"/><Relationship Id="rId1" Type="http://schemas.microsoft.com/office/2011/relationships/chartStyle" Target="style103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9.xml"/><Relationship Id="rId2" Type="http://schemas.microsoft.com/office/2011/relationships/chartColorStyle" Target="colors104.xml"/><Relationship Id="rId1" Type="http://schemas.microsoft.com/office/2011/relationships/chartStyle" Target="style104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0.xml"/><Relationship Id="rId2" Type="http://schemas.microsoft.com/office/2011/relationships/chartColorStyle" Target="colors105.xml"/><Relationship Id="rId1" Type="http://schemas.microsoft.com/office/2011/relationships/chartStyle" Target="style105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1.xml"/><Relationship Id="rId2" Type="http://schemas.microsoft.com/office/2011/relationships/chartColorStyle" Target="colors106.xml"/><Relationship Id="rId1" Type="http://schemas.microsoft.com/office/2011/relationships/chartStyle" Target="style106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2.xml"/><Relationship Id="rId2" Type="http://schemas.microsoft.com/office/2011/relationships/chartColorStyle" Target="colors107.xml"/><Relationship Id="rId1" Type="http://schemas.microsoft.com/office/2011/relationships/chartStyle" Target="style107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3.xml"/><Relationship Id="rId2" Type="http://schemas.microsoft.com/office/2011/relationships/chartColorStyle" Target="colors108.xml"/><Relationship Id="rId1" Type="http://schemas.microsoft.com/office/2011/relationships/chartStyle" Target="style108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4.xml"/><Relationship Id="rId2" Type="http://schemas.microsoft.com/office/2011/relationships/chartColorStyle" Target="colors109.xml"/><Relationship Id="rId1" Type="http://schemas.microsoft.com/office/2011/relationships/chartStyle" Target="style109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5.xml"/><Relationship Id="rId2" Type="http://schemas.microsoft.com/office/2011/relationships/chartColorStyle" Target="colors110.xml"/><Relationship Id="rId1" Type="http://schemas.microsoft.com/office/2011/relationships/chartStyle" Target="style110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6.xml"/><Relationship Id="rId2" Type="http://schemas.microsoft.com/office/2011/relationships/chartColorStyle" Target="colors111.xml"/><Relationship Id="rId1" Type="http://schemas.microsoft.com/office/2011/relationships/chartStyle" Target="style111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7.xml"/><Relationship Id="rId2" Type="http://schemas.microsoft.com/office/2011/relationships/chartColorStyle" Target="colors112.xml"/><Relationship Id="rId1" Type="http://schemas.microsoft.com/office/2011/relationships/chartStyle" Target="style112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8.xml"/><Relationship Id="rId2" Type="http://schemas.microsoft.com/office/2011/relationships/chartColorStyle" Target="colors113.xml"/><Relationship Id="rId1" Type="http://schemas.microsoft.com/office/2011/relationships/chartStyle" Target="style113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9.xml"/><Relationship Id="rId2" Type="http://schemas.microsoft.com/office/2011/relationships/chartColorStyle" Target="colors114.xml"/><Relationship Id="rId1" Type="http://schemas.microsoft.com/office/2011/relationships/chartStyle" Target="style114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0.xml"/><Relationship Id="rId2" Type="http://schemas.microsoft.com/office/2011/relationships/chartColorStyle" Target="colors115.xml"/><Relationship Id="rId1" Type="http://schemas.microsoft.com/office/2011/relationships/chartStyle" Target="style115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1.xml"/><Relationship Id="rId2" Type="http://schemas.microsoft.com/office/2011/relationships/chartColorStyle" Target="colors116.xml"/><Relationship Id="rId1" Type="http://schemas.microsoft.com/office/2011/relationships/chartStyle" Target="style116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2.xml"/><Relationship Id="rId2" Type="http://schemas.microsoft.com/office/2011/relationships/chartColorStyle" Target="colors117.xml"/><Relationship Id="rId1" Type="http://schemas.microsoft.com/office/2011/relationships/chartStyle" Target="style117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3.xml"/><Relationship Id="rId2" Type="http://schemas.microsoft.com/office/2011/relationships/chartColorStyle" Target="colors118.xml"/><Relationship Id="rId1" Type="http://schemas.microsoft.com/office/2011/relationships/chartStyle" Target="style118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4.xml"/><Relationship Id="rId2" Type="http://schemas.microsoft.com/office/2011/relationships/chartColorStyle" Target="colors119.xml"/><Relationship Id="rId1" Type="http://schemas.microsoft.com/office/2011/relationships/chartStyle" Target="style119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5.xml"/><Relationship Id="rId2" Type="http://schemas.microsoft.com/office/2011/relationships/chartColorStyle" Target="colors120.xml"/><Relationship Id="rId1" Type="http://schemas.microsoft.com/office/2011/relationships/chartStyle" Target="style120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6.xml"/><Relationship Id="rId2" Type="http://schemas.microsoft.com/office/2011/relationships/chartColorStyle" Target="colors121.xml"/><Relationship Id="rId1" Type="http://schemas.microsoft.com/office/2011/relationships/chartStyle" Target="style121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7.xml"/><Relationship Id="rId2" Type="http://schemas.microsoft.com/office/2011/relationships/chartColorStyle" Target="colors122.xml"/><Relationship Id="rId1" Type="http://schemas.microsoft.com/office/2011/relationships/chartStyle" Target="style122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8.xml"/><Relationship Id="rId2" Type="http://schemas.microsoft.com/office/2011/relationships/chartColorStyle" Target="colors123.xml"/><Relationship Id="rId1" Type="http://schemas.microsoft.com/office/2011/relationships/chartStyle" Target="style123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9.xml"/><Relationship Id="rId2" Type="http://schemas.microsoft.com/office/2011/relationships/chartColorStyle" Target="colors124.xml"/><Relationship Id="rId1" Type="http://schemas.microsoft.com/office/2011/relationships/chartStyle" Target="style124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0.xml"/><Relationship Id="rId2" Type="http://schemas.microsoft.com/office/2011/relationships/chartColorStyle" Target="colors125.xml"/><Relationship Id="rId1" Type="http://schemas.microsoft.com/office/2011/relationships/chartStyle" Target="style125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1.xml"/><Relationship Id="rId2" Type="http://schemas.microsoft.com/office/2011/relationships/chartColorStyle" Target="colors126.xml"/><Relationship Id="rId1" Type="http://schemas.microsoft.com/office/2011/relationships/chartStyle" Target="style126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2.xml"/><Relationship Id="rId2" Type="http://schemas.microsoft.com/office/2011/relationships/chartColorStyle" Target="colors127.xml"/><Relationship Id="rId1" Type="http://schemas.microsoft.com/office/2011/relationships/chartStyle" Target="style127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3.xml"/><Relationship Id="rId2" Type="http://schemas.microsoft.com/office/2011/relationships/chartColorStyle" Target="colors128.xml"/><Relationship Id="rId1" Type="http://schemas.microsoft.com/office/2011/relationships/chartStyle" Target="style128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2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4.xml"/><Relationship Id="rId2" Type="http://schemas.microsoft.com/office/2011/relationships/chartColorStyle" Target="colors129.xml"/><Relationship Id="rId1" Type="http://schemas.microsoft.com/office/2011/relationships/chartStyle" Target="style129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3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5.xml"/><Relationship Id="rId2" Type="http://schemas.microsoft.com/office/2011/relationships/chartColorStyle" Target="colors130.xml"/><Relationship Id="rId1" Type="http://schemas.microsoft.com/office/2011/relationships/chartStyle" Target="style130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3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6.xml"/><Relationship Id="rId2" Type="http://schemas.microsoft.com/office/2011/relationships/chartColorStyle" Target="colors131.xml"/><Relationship Id="rId1" Type="http://schemas.microsoft.com/office/2011/relationships/chartStyle" Target="style131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3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7.xml"/><Relationship Id="rId2" Type="http://schemas.microsoft.com/office/2011/relationships/chartColorStyle" Target="colors132.xml"/><Relationship Id="rId1" Type="http://schemas.microsoft.com/office/2011/relationships/chartStyle" Target="style132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3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8.xml"/><Relationship Id="rId2" Type="http://schemas.microsoft.com/office/2011/relationships/chartColorStyle" Target="colors133.xml"/><Relationship Id="rId1" Type="http://schemas.microsoft.com/office/2011/relationships/chartStyle" Target="style133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9.xml"/><Relationship Id="rId2" Type="http://schemas.microsoft.com/office/2011/relationships/chartColorStyle" Target="colors134.xml"/><Relationship Id="rId1" Type="http://schemas.microsoft.com/office/2011/relationships/chartStyle" Target="style134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3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0.xml"/><Relationship Id="rId2" Type="http://schemas.microsoft.com/office/2011/relationships/chartColorStyle" Target="colors135.xml"/><Relationship Id="rId1" Type="http://schemas.microsoft.com/office/2011/relationships/chartStyle" Target="style135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3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1.xml"/><Relationship Id="rId2" Type="http://schemas.microsoft.com/office/2011/relationships/chartColorStyle" Target="colors136.xml"/><Relationship Id="rId1" Type="http://schemas.microsoft.com/office/2011/relationships/chartStyle" Target="style136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5</a:t>
            </a:r>
            <a:r>
              <a:rPr lang="ja-JP" altLang="en-US"/>
              <a:t>月劣化あり</a:t>
            </a:r>
            <a:r>
              <a:rPr lang="en-US" altLang="ja-JP"/>
              <a:t>SOC</a:t>
            </a:r>
            <a:r>
              <a:rPr lang="ja-JP" altLang="en-US"/>
              <a:t>推移</a:t>
            </a:r>
            <a:endParaRPr lang="en-US" altLang="ja-JP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SOC推移!$C$2</c:f>
              <c:strCache>
                <c:ptCount val="1"/>
                <c:pt idx="0">
                  <c:v>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SOC推移!$D$2:$AZ$2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0.22118197429162681</c:v>
                </c:pt>
                <c:pt idx="20">
                  <c:v>0.2</c:v>
                </c:pt>
                <c:pt idx="21">
                  <c:v>0.1769959228748805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0.11071684574976109</c:v>
                </c:pt>
                <c:pt idx="26">
                  <c:v>0.11071684574976109</c:v>
                </c:pt>
                <c:pt idx="27">
                  <c:v>0.11071684574976109</c:v>
                </c:pt>
                <c:pt idx="28">
                  <c:v>0.11071684574976109</c:v>
                </c:pt>
                <c:pt idx="29">
                  <c:v>0.11071684574976109</c:v>
                </c:pt>
                <c:pt idx="30">
                  <c:v>0.93955692096485122</c:v>
                </c:pt>
                <c:pt idx="31">
                  <c:v>0.9295021676219285</c:v>
                </c:pt>
                <c:pt idx="32">
                  <c:v>0.92950216762192861</c:v>
                </c:pt>
                <c:pt idx="33">
                  <c:v>0.91944741427900611</c:v>
                </c:pt>
                <c:pt idx="34">
                  <c:v>0.92950216762192861</c:v>
                </c:pt>
                <c:pt idx="35">
                  <c:v>0.92950216762192861</c:v>
                </c:pt>
                <c:pt idx="36">
                  <c:v>0.91944741427900623</c:v>
                </c:pt>
                <c:pt idx="37">
                  <c:v>0.64695565416463019</c:v>
                </c:pt>
                <c:pt idx="38">
                  <c:v>0.37446389405025438</c:v>
                </c:pt>
                <c:pt idx="39">
                  <c:v>0.11581064191124819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0.10208259042728671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7F-4B4A-8723-9F3C5DA5A868}"/>
            </c:ext>
          </c:extLst>
        </c:ser>
        <c:ser>
          <c:idx val="1"/>
          <c:order val="1"/>
          <c:tx>
            <c:strRef>
              <c:f>SOC推移!$C$3</c:f>
              <c:strCache>
                <c:ptCount val="1"/>
                <c:pt idx="0">
                  <c:v>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SOC推移!$D$3:$AZ$3</c:f>
              <c:numCache>
                <c:formatCode>General</c:formatCode>
                <c:ptCount val="49"/>
                <c:pt idx="0">
                  <c:v>0.5</c:v>
                </c:pt>
                <c:pt idx="1">
                  <c:v>0.49519166666666659</c:v>
                </c:pt>
                <c:pt idx="2">
                  <c:v>0.49038333333333328</c:v>
                </c:pt>
                <c:pt idx="3">
                  <c:v>0.48557500000000009</c:v>
                </c:pt>
                <c:pt idx="4">
                  <c:v>0.48076666666666662</c:v>
                </c:pt>
                <c:pt idx="5">
                  <c:v>0.47595833333333348</c:v>
                </c:pt>
                <c:pt idx="6">
                  <c:v>0.47115000000000001</c:v>
                </c:pt>
                <c:pt idx="7">
                  <c:v>0.47115000000000001</c:v>
                </c:pt>
                <c:pt idx="8">
                  <c:v>0.47115000000000001</c:v>
                </c:pt>
                <c:pt idx="9">
                  <c:v>0.47115000000000001</c:v>
                </c:pt>
                <c:pt idx="10">
                  <c:v>0.47115000000000001</c:v>
                </c:pt>
                <c:pt idx="11">
                  <c:v>0.47115000000000001</c:v>
                </c:pt>
                <c:pt idx="12">
                  <c:v>0.47115000000000001</c:v>
                </c:pt>
                <c:pt idx="13">
                  <c:v>0.42836250000000009</c:v>
                </c:pt>
                <c:pt idx="14">
                  <c:v>0.38557500000000022</c:v>
                </c:pt>
                <c:pt idx="15">
                  <c:v>0.34278750000000008</c:v>
                </c:pt>
                <c:pt idx="16">
                  <c:v>0.3</c:v>
                </c:pt>
                <c:pt idx="17">
                  <c:v>0.25721250000000001</c:v>
                </c:pt>
                <c:pt idx="18">
                  <c:v>0.214425</c:v>
                </c:pt>
                <c:pt idx="19">
                  <c:v>0.214425</c:v>
                </c:pt>
                <c:pt idx="20">
                  <c:v>0.214425</c:v>
                </c:pt>
                <c:pt idx="21">
                  <c:v>0.214425</c:v>
                </c:pt>
                <c:pt idx="22">
                  <c:v>0.214425</c:v>
                </c:pt>
                <c:pt idx="23">
                  <c:v>0.214425</c:v>
                </c:pt>
                <c:pt idx="24">
                  <c:v>0.214425</c:v>
                </c:pt>
                <c:pt idx="25">
                  <c:v>0.214425</c:v>
                </c:pt>
                <c:pt idx="26">
                  <c:v>0.214425</c:v>
                </c:pt>
                <c:pt idx="27">
                  <c:v>0.214425</c:v>
                </c:pt>
                <c:pt idx="28">
                  <c:v>0.214425</c:v>
                </c:pt>
                <c:pt idx="29">
                  <c:v>0.214425</c:v>
                </c:pt>
                <c:pt idx="30">
                  <c:v>0.88294006088825217</c:v>
                </c:pt>
                <c:pt idx="31">
                  <c:v>0.86346704871060176</c:v>
                </c:pt>
                <c:pt idx="32">
                  <c:v>0.86346704871060176</c:v>
                </c:pt>
                <c:pt idx="33">
                  <c:v>0.84399403653295135</c:v>
                </c:pt>
                <c:pt idx="34">
                  <c:v>0.86346704871060165</c:v>
                </c:pt>
                <c:pt idx="35">
                  <c:v>0.86346704871060165</c:v>
                </c:pt>
                <c:pt idx="36">
                  <c:v>0.84399403653295124</c:v>
                </c:pt>
                <c:pt idx="37">
                  <c:v>0.6</c:v>
                </c:pt>
                <c:pt idx="38">
                  <c:v>0.35327512988228049</c:v>
                </c:pt>
                <c:pt idx="39">
                  <c:v>0.130620425183371</c:v>
                </c:pt>
                <c:pt idx="40">
                  <c:v>0.1217580657730076</c:v>
                </c:pt>
                <c:pt idx="41">
                  <c:v>0.1128957063626443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0.10403334695228091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7F-4B4A-8723-9F3C5DA5A868}"/>
            </c:ext>
          </c:extLst>
        </c:ser>
        <c:ser>
          <c:idx val="2"/>
          <c:order val="2"/>
          <c:tx>
            <c:strRef>
              <c:f>SOC推移!$C$4</c:f>
              <c:strCache>
                <c:ptCount val="1"/>
                <c:pt idx="0">
                  <c:v>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SOC推移!$D$4:$AZ$4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0.22118197429162681</c:v>
                </c:pt>
                <c:pt idx="20">
                  <c:v>0.2</c:v>
                </c:pt>
                <c:pt idx="21">
                  <c:v>0.1769959228748805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0.11071684574976109</c:v>
                </c:pt>
                <c:pt idx="26">
                  <c:v>0.11071684574976109</c:v>
                </c:pt>
                <c:pt idx="27">
                  <c:v>0.11071684574976109</c:v>
                </c:pt>
                <c:pt idx="28">
                  <c:v>0.11071684574976109</c:v>
                </c:pt>
                <c:pt idx="29">
                  <c:v>0.11071684574976109</c:v>
                </c:pt>
                <c:pt idx="30">
                  <c:v>0.93955692096485122</c:v>
                </c:pt>
                <c:pt idx="31">
                  <c:v>0.92950216762192883</c:v>
                </c:pt>
                <c:pt idx="32">
                  <c:v>0.92950216762192861</c:v>
                </c:pt>
                <c:pt idx="33">
                  <c:v>0.91944741427900611</c:v>
                </c:pt>
                <c:pt idx="34">
                  <c:v>0.92950216762192861</c:v>
                </c:pt>
                <c:pt idx="35">
                  <c:v>0.92950216762192861</c:v>
                </c:pt>
                <c:pt idx="36">
                  <c:v>0.91944741427900623</c:v>
                </c:pt>
                <c:pt idx="37">
                  <c:v>0.64695565416463019</c:v>
                </c:pt>
                <c:pt idx="38">
                  <c:v>0.37446389405025438</c:v>
                </c:pt>
                <c:pt idx="39">
                  <c:v>0.11581064191124819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0.10208259042728671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7F-4B4A-8723-9F3C5DA5A868}"/>
            </c:ext>
          </c:extLst>
        </c:ser>
        <c:ser>
          <c:idx val="3"/>
          <c:order val="3"/>
          <c:tx>
            <c:strRef>
              <c:f>SOC推移!$C$5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SOC推移!$D$5:$AZ$5</c:f>
              <c:numCache>
                <c:formatCode>General</c:formatCode>
                <c:ptCount val="49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0.7</c:v>
                </c:pt>
                <c:pt idx="38">
                  <c:v>0.4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7F-4B4A-8723-9F3C5DA5A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9781311"/>
        <c:axId val="1589770271"/>
      </c:lineChart>
      <c:catAx>
        <c:axId val="158978131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589770271"/>
        <c:crosses val="autoZero"/>
        <c:auto val="1"/>
        <c:lblAlgn val="ctr"/>
        <c:lblOffset val="100"/>
        <c:noMultiLvlLbl val="0"/>
      </c:catAx>
      <c:valAx>
        <c:axId val="1589770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589781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6</a:t>
            </a:r>
            <a:r>
              <a:rPr lang="ja-JP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月劣化あり</a:t>
            </a:r>
            <a:r>
              <a:rPr lang="en-US" altLang="ja-JP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SOC</a:t>
            </a:r>
            <a:r>
              <a:rPr lang="ja-JP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推移</a:t>
            </a:r>
            <a:endParaRPr lang="en-US" altLang="ja-JP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SOC推移!$C$6</c:f>
              <c:strCache>
                <c:ptCount val="1"/>
                <c:pt idx="0">
                  <c:v>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SOC推移!$D$6:$AZ$6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0.74278750000000016</c:v>
                </c:pt>
                <c:pt idx="5">
                  <c:v>0.74278750000000016</c:v>
                </c:pt>
                <c:pt idx="6">
                  <c:v>0.74278750000000016</c:v>
                </c:pt>
                <c:pt idx="7">
                  <c:v>0.74278750000000016</c:v>
                </c:pt>
                <c:pt idx="8">
                  <c:v>0.74278750000000016</c:v>
                </c:pt>
                <c:pt idx="9">
                  <c:v>0.74278750000000016</c:v>
                </c:pt>
                <c:pt idx="10">
                  <c:v>0.74278750000000016</c:v>
                </c:pt>
                <c:pt idx="11">
                  <c:v>0.74278750000000016</c:v>
                </c:pt>
                <c:pt idx="12">
                  <c:v>0.74278750000000016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0.70000000000000007</c:v>
                </c:pt>
                <c:pt idx="16">
                  <c:v>0.7</c:v>
                </c:pt>
                <c:pt idx="17">
                  <c:v>0.69999999999999973</c:v>
                </c:pt>
                <c:pt idx="18">
                  <c:v>0.65721249999999976</c:v>
                </c:pt>
                <c:pt idx="19">
                  <c:v>0.49002237145813382</c:v>
                </c:pt>
                <c:pt idx="20">
                  <c:v>0.32283224291626922</c:v>
                </c:pt>
                <c:pt idx="21">
                  <c:v>0.17699592287488039</c:v>
                </c:pt>
                <c:pt idx="22">
                  <c:v>0.15490289716650721</c:v>
                </c:pt>
                <c:pt idx="23">
                  <c:v>0.13280987145813411</c:v>
                </c:pt>
                <c:pt idx="24">
                  <c:v>0.110716845749761</c:v>
                </c:pt>
                <c:pt idx="25">
                  <c:v>0.92950216762192883</c:v>
                </c:pt>
                <c:pt idx="26">
                  <c:v>0.92950216762192883</c:v>
                </c:pt>
                <c:pt idx="27">
                  <c:v>0.92950216762192883</c:v>
                </c:pt>
                <c:pt idx="28">
                  <c:v>0.92950216762192883</c:v>
                </c:pt>
                <c:pt idx="29">
                  <c:v>0.92950216762192883</c:v>
                </c:pt>
                <c:pt idx="30">
                  <c:v>0.91944741427900623</c:v>
                </c:pt>
                <c:pt idx="31">
                  <c:v>0.91944741427900623</c:v>
                </c:pt>
                <c:pt idx="32">
                  <c:v>0.91944741427900623</c:v>
                </c:pt>
                <c:pt idx="33">
                  <c:v>0.91944741427900623</c:v>
                </c:pt>
                <c:pt idx="34">
                  <c:v>0.91944741427900623</c:v>
                </c:pt>
                <c:pt idx="35">
                  <c:v>0.91944741427900623</c:v>
                </c:pt>
                <c:pt idx="36">
                  <c:v>0.91944741427900623</c:v>
                </c:pt>
                <c:pt idx="37">
                  <c:v>0.64695565416463019</c:v>
                </c:pt>
                <c:pt idx="38">
                  <c:v>0.47446389405025441</c:v>
                </c:pt>
                <c:pt idx="39">
                  <c:v>0.2019721339358784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E5-4321-84BB-BBF2D84AC2C4}"/>
            </c:ext>
          </c:extLst>
        </c:ser>
        <c:ser>
          <c:idx val="1"/>
          <c:order val="1"/>
          <c:tx>
            <c:strRef>
              <c:f>SOC推移!$C$7</c:f>
              <c:strCache>
                <c:ptCount val="1"/>
                <c:pt idx="0">
                  <c:v>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SOC推移!$D$7:$AZ$7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</c:v>
                </c:pt>
                <c:pt idx="16">
                  <c:v>0.7</c:v>
                </c:pt>
                <c:pt idx="17">
                  <c:v>0.7</c:v>
                </c:pt>
                <c:pt idx="18">
                  <c:v>0.65721249999999987</c:v>
                </c:pt>
                <c:pt idx="19">
                  <c:v>0.49002237145813432</c:v>
                </c:pt>
                <c:pt idx="20">
                  <c:v>0.32283224291626839</c:v>
                </c:pt>
                <c:pt idx="21">
                  <c:v>0.1769959228748805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0.92950216762192883</c:v>
                </c:pt>
                <c:pt idx="26">
                  <c:v>0.92950216762192861</c:v>
                </c:pt>
                <c:pt idx="27">
                  <c:v>0.92950216762192861</c:v>
                </c:pt>
                <c:pt idx="28">
                  <c:v>0.92950216762192861</c:v>
                </c:pt>
                <c:pt idx="29">
                  <c:v>0.92950216762192861</c:v>
                </c:pt>
                <c:pt idx="30">
                  <c:v>0.91944741427900623</c:v>
                </c:pt>
                <c:pt idx="31">
                  <c:v>0.91944741427900645</c:v>
                </c:pt>
                <c:pt idx="32">
                  <c:v>0.91944741427900645</c:v>
                </c:pt>
                <c:pt idx="33">
                  <c:v>0.91944741427900645</c:v>
                </c:pt>
                <c:pt idx="34">
                  <c:v>0.91944741427900645</c:v>
                </c:pt>
                <c:pt idx="35">
                  <c:v>0.91944741427900645</c:v>
                </c:pt>
                <c:pt idx="36">
                  <c:v>0.91944741427900645</c:v>
                </c:pt>
                <c:pt idx="37">
                  <c:v>0.64695565416463019</c:v>
                </c:pt>
                <c:pt idx="38">
                  <c:v>0.50000000000000011</c:v>
                </c:pt>
                <c:pt idx="39">
                  <c:v>0.2275082398856241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E5-4321-84BB-BBF2D84AC2C4}"/>
            </c:ext>
          </c:extLst>
        </c:ser>
        <c:ser>
          <c:idx val="2"/>
          <c:order val="2"/>
          <c:tx>
            <c:strRef>
              <c:f>SOC推移!$C$8</c:f>
              <c:strCache>
                <c:ptCount val="1"/>
                <c:pt idx="0">
                  <c:v>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SOC推移!$D$8:$AZ$8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0.97109521618463357</c:v>
                </c:pt>
                <c:pt idx="5">
                  <c:v>0.97109521618463357</c:v>
                </c:pt>
                <c:pt idx="6">
                  <c:v>0.97109521618463357</c:v>
                </c:pt>
                <c:pt idx="7">
                  <c:v>0.97109521618463357</c:v>
                </c:pt>
                <c:pt idx="8">
                  <c:v>0.97109521618463357</c:v>
                </c:pt>
                <c:pt idx="9">
                  <c:v>0.97109521618463357</c:v>
                </c:pt>
                <c:pt idx="10">
                  <c:v>0.97109521618463357</c:v>
                </c:pt>
                <c:pt idx="11">
                  <c:v>0.97109521618463357</c:v>
                </c:pt>
                <c:pt idx="12">
                  <c:v>0.97109521618463357</c:v>
                </c:pt>
                <c:pt idx="13">
                  <c:v>0.96628688285130049</c:v>
                </c:pt>
                <c:pt idx="14">
                  <c:v>0.96147854951796674</c:v>
                </c:pt>
                <c:pt idx="15">
                  <c:v>0.95667021618463355</c:v>
                </c:pt>
                <c:pt idx="16">
                  <c:v>0.95186188285130013</c:v>
                </c:pt>
                <c:pt idx="17">
                  <c:v>0.94705354951796705</c:v>
                </c:pt>
                <c:pt idx="18">
                  <c:v>0.67595833333333322</c:v>
                </c:pt>
                <c:pt idx="19">
                  <c:v>0.63317083333333357</c:v>
                </c:pt>
                <c:pt idx="20">
                  <c:v>0.59038333333333348</c:v>
                </c:pt>
                <c:pt idx="21">
                  <c:v>0.54759583333333339</c:v>
                </c:pt>
                <c:pt idx="22">
                  <c:v>0.5048083333333333</c:v>
                </c:pt>
                <c:pt idx="23">
                  <c:v>0.46202083333333333</c:v>
                </c:pt>
                <c:pt idx="24">
                  <c:v>0.41923333333333318</c:v>
                </c:pt>
                <c:pt idx="25">
                  <c:v>0.86346704871060176</c:v>
                </c:pt>
                <c:pt idx="26">
                  <c:v>0.86346704871060176</c:v>
                </c:pt>
                <c:pt idx="27">
                  <c:v>0.86346704871060176</c:v>
                </c:pt>
                <c:pt idx="28">
                  <c:v>0.86346704871060176</c:v>
                </c:pt>
                <c:pt idx="29">
                  <c:v>0.86346704871060176</c:v>
                </c:pt>
                <c:pt idx="30">
                  <c:v>0.84399403653295135</c:v>
                </c:pt>
                <c:pt idx="31">
                  <c:v>0.83513167712258796</c:v>
                </c:pt>
                <c:pt idx="32">
                  <c:v>0.82626931771222467</c:v>
                </c:pt>
                <c:pt idx="33">
                  <c:v>0.81740695830186116</c:v>
                </c:pt>
                <c:pt idx="34">
                  <c:v>0.80854459889149788</c:v>
                </c:pt>
                <c:pt idx="35">
                  <c:v>0.7996822394811347</c:v>
                </c:pt>
                <c:pt idx="36">
                  <c:v>0.79081988007077131</c:v>
                </c:pt>
                <c:pt idx="37">
                  <c:v>0.7</c:v>
                </c:pt>
                <c:pt idx="38">
                  <c:v>0.60000000000000009</c:v>
                </c:pt>
                <c:pt idx="39">
                  <c:v>0.3</c:v>
                </c:pt>
                <c:pt idx="40">
                  <c:v>0.10403334695228091</c:v>
                </c:pt>
                <c:pt idx="41">
                  <c:v>0.10403334695228091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E5-4321-84BB-BBF2D84AC2C4}"/>
            </c:ext>
          </c:extLst>
        </c:ser>
        <c:ser>
          <c:idx val="3"/>
          <c:order val="3"/>
          <c:tx>
            <c:strRef>
              <c:f>SOC推移!$C$9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SOC推移!$D$9:$AZ$9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0.7</c:v>
                </c:pt>
                <c:pt idx="19">
                  <c:v>0.4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0.9</c:v>
                </c:pt>
                <c:pt idx="38">
                  <c:v>0.6</c:v>
                </c:pt>
                <c:pt idx="39">
                  <c:v>0.3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E5-4321-84BB-BBF2D84AC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0920239"/>
        <c:axId val="1220918319"/>
      </c:lineChart>
      <c:catAx>
        <c:axId val="122092023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20918319"/>
        <c:crosses val="autoZero"/>
        <c:auto val="1"/>
        <c:lblAlgn val="ctr"/>
        <c:lblOffset val="100"/>
        <c:noMultiLvlLbl val="0"/>
      </c:catAx>
      <c:valAx>
        <c:axId val="1220918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20920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dirty="0"/>
              <a:t>5</a:t>
            </a:r>
            <a:r>
              <a:rPr lang="ja-JP" altLang="en-US" dirty="0"/>
              <a:t>月</a:t>
            </a:r>
            <a:r>
              <a:rPr lang="en-US" altLang="ja-JP" dirty="0"/>
              <a:t>G</a:t>
            </a:r>
            <a:endParaRPr lang="ja-JP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スポット市場の売買量!$E$1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スポット市場の売買量!$E$2:$E$49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0.95900099999999999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872.46323700000005</c:v>
                </c:pt>
                <c:pt idx="30">
                  <c:v>0</c:v>
                </c:pt>
                <c:pt idx="31">
                  <c:v>10.583951000000001</c:v>
                </c:pt>
                <c:pt idx="32">
                  <c:v>0</c:v>
                </c:pt>
                <c:pt idx="33">
                  <c:v>21.167902000000002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4.3844010000000004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85-4E66-A846-FB90B13E790B}"/>
            </c:ext>
          </c:extLst>
        </c:ser>
        <c:ser>
          <c:idx val="1"/>
          <c:order val="1"/>
          <c:tx>
            <c:strRef>
              <c:f>スポット市場の売買量!$F$1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スポット市場の売買量!$F$2:$F$49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0.82222399999999995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</c:v>
                </c:pt>
                <c:pt idx="37">
                  <c:v>241.793958</c:v>
                </c:pt>
                <c:pt idx="38">
                  <c:v>229.30470500000001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85-4E66-A846-FB90B13E79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71045855"/>
        <c:axId val="1471048735"/>
      </c:lineChart>
      <c:catAx>
        <c:axId val="14710458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71048735"/>
        <c:crosses val="autoZero"/>
        <c:auto val="1"/>
        <c:lblAlgn val="ctr"/>
        <c:lblOffset val="100"/>
        <c:noMultiLvlLbl val="0"/>
      </c:catAx>
      <c:valAx>
        <c:axId val="1471048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71045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5</a:t>
            </a:r>
            <a:r>
              <a:rPr lang="ja-JP" altLang="en-US"/>
              <a:t>月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スポット市場の売買量!$E$1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スポット市場の売買量!$E$50:$E$97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703.700064</c:v>
                </c:pt>
                <c:pt idx="30">
                  <c:v>0</c:v>
                </c:pt>
                <c:pt idx="31">
                  <c:v>20.497907999999999</c:v>
                </c:pt>
                <c:pt idx="32">
                  <c:v>0</c:v>
                </c:pt>
                <c:pt idx="33">
                  <c:v>40.995815</c:v>
                </c:pt>
                <c:pt idx="34">
                  <c:v>20.497907999999999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</c:v>
                </c:pt>
                <c:pt idx="44">
                  <c:v>4.245628</c:v>
                </c:pt>
                <c:pt idx="45">
                  <c:v>8.4912569999999992</c:v>
                </c:pt>
                <c:pt idx="46">
                  <c:v>0</c:v>
                </c:pt>
                <c:pt idx="47">
                  <c:v>425.29826000000003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05-4C49-AF0B-BBD78FEC049E}"/>
            </c:ext>
          </c:extLst>
        </c:ser>
        <c:ser>
          <c:idx val="1"/>
          <c:order val="1"/>
          <c:tx>
            <c:strRef>
              <c:f>スポット市場の売買量!$F$1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スポット市場の売買量!$F$50:$F$97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212.20633900000001</c:v>
                </c:pt>
                <c:pt idx="37">
                  <c:v>214.67091600000001</c:v>
                </c:pt>
                <c:pt idx="38">
                  <c:v>192.94759199999999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05-4C49-AF0B-BBD78FEC04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3954623"/>
        <c:axId val="1003954143"/>
      </c:lineChart>
      <c:catAx>
        <c:axId val="100395462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03954143"/>
        <c:crosses val="autoZero"/>
        <c:auto val="1"/>
        <c:lblAlgn val="ctr"/>
        <c:lblOffset val="100"/>
        <c:noMultiLvlLbl val="0"/>
      </c:catAx>
      <c:valAx>
        <c:axId val="1003954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03954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スポット市場の売買量!$E$1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スポット市場の売買量!$E$98:$E$145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0.95900099999999999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872.46323700000005</c:v>
                </c:pt>
                <c:pt idx="30">
                  <c:v>0</c:v>
                </c:pt>
                <c:pt idx="31">
                  <c:v>10.583951000000001</c:v>
                </c:pt>
                <c:pt idx="32">
                  <c:v>0</c:v>
                </c:pt>
                <c:pt idx="33">
                  <c:v>21.167902000000002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4.3844010000000004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D5-4DAB-9A88-005309D7D940}"/>
            </c:ext>
          </c:extLst>
        </c:ser>
        <c:ser>
          <c:idx val="1"/>
          <c:order val="1"/>
          <c:tx>
            <c:strRef>
              <c:f>スポット市場の売買量!$F$1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スポット市場の売買量!$F$98:$F$145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0.82222399999999995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</c:v>
                </c:pt>
                <c:pt idx="37">
                  <c:v>241.793958</c:v>
                </c:pt>
                <c:pt idx="38">
                  <c:v>229.30470500000001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D5-4DAB-9A88-005309D7D9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04725247"/>
        <c:axId val="1704731487"/>
      </c:lineChart>
      <c:catAx>
        <c:axId val="17047252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4731487"/>
        <c:crosses val="autoZero"/>
        <c:auto val="1"/>
        <c:lblAlgn val="ctr"/>
        <c:lblOffset val="100"/>
        <c:noMultiLvlLbl val="0"/>
      </c:catAx>
      <c:valAx>
        <c:axId val="1704731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4725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A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スポット市場の売買量!$E$1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スポット市場の売買量!$E$146:$E$193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947.36842100000001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421.05263200000002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B7-4A08-BE1F-B635878B0261}"/>
            </c:ext>
          </c:extLst>
        </c:ser>
        <c:ser>
          <c:idx val="1"/>
          <c:order val="1"/>
          <c:tx>
            <c:strRef>
              <c:f>スポット市場の売買量!$F$1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スポット市場の売買量!$F$146:$F$193</c:f>
              <c:numCache>
                <c:formatCode>General</c:formatCode>
                <c:ptCount val="48"/>
                <c:pt idx="0">
                  <c:v>270.75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90.25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270.75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B7-4A08-BE1F-B635878B02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73332495"/>
        <c:axId val="1473332975"/>
      </c:lineChart>
      <c:catAx>
        <c:axId val="147333249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73332975"/>
        <c:crosses val="autoZero"/>
        <c:auto val="1"/>
        <c:lblAlgn val="ctr"/>
        <c:lblOffset val="100"/>
        <c:noMultiLvlLbl val="0"/>
      </c:catAx>
      <c:valAx>
        <c:axId val="147333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73332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6G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スポット市場の売買量!$E$1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スポット市場の売買量!$E$194:$E$241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8A-48BA-B203-96BC3B21509D}"/>
            </c:ext>
          </c:extLst>
        </c:ser>
        <c:ser>
          <c:idx val="1"/>
          <c:order val="1"/>
          <c:tx>
            <c:strRef>
              <c:f>スポット市場の売買量!$F$1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スポット市場の売買量!$F$194:$F$241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111.67832300000001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</c:v>
                </c:pt>
                <c:pt idx="37">
                  <c:v>151.543958</c:v>
                </c:pt>
                <c:pt idx="38">
                  <c:v>241.793958</c:v>
                </c:pt>
                <c:pt idx="39">
                  <c:v>77.760746999999995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8A-48BA-B203-96BC3B2150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6929727"/>
        <c:axId val="1006928767"/>
      </c:lineChart>
      <c:catAx>
        <c:axId val="100692972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06928767"/>
        <c:crosses val="autoZero"/>
        <c:auto val="1"/>
        <c:lblAlgn val="ctr"/>
        <c:lblOffset val="100"/>
        <c:noMultiLvlLbl val="0"/>
      </c:catAx>
      <c:valAx>
        <c:axId val="100692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06929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スポット市場の売買量!$E$1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スポット市場の売買量!$E$242:$E$289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CB-40E2-9785-C3F09348D2EB}"/>
            </c:ext>
          </c:extLst>
        </c:ser>
        <c:ser>
          <c:idx val="1"/>
          <c:order val="1"/>
          <c:tx>
            <c:strRef>
              <c:f>スポット市場の売買量!$F$1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スポット市場の売買量!$F$242:$F$289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111.67832300000001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</c:v>
                </c:pt>
                <c:pt idx="37">
                  <c:v>128.49762200000001</c:v>
                </c:pt>
                <c:pt idx="38">
                  <c:v>241.793958</c:v>
                </c:pt>
                <c:pt idx="39">
                  <c:v>100.80708199999999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CB-40E2-9785-C3F09348D2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3944815"/>
        <c:axId val="1283934735"/>
      </c:lineChart>
      <c:catAx>
        <c:axId val="12839448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83934735"/>
        <c:crosses val="autoZero"/>
        <c:auto val="1"/>
        <c:lblAlgn val="ctr"/>
        <c:lblOffset val="100"/>
        <c:noMultiLvlLbl val="0"/>
      </c:catAx>
      <c:valAx>
        <c:axId val="1283934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839448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スポット市場の売買量!$E$1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スポット市場の売買量!$E$290:$E$337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495.889701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488.112345</c:v>
                </c:pt>
                <c:pt idx="25">
                  <c:v>20.497907999999999</c:v>
                </c:pt>
                <c:pt idx="26">
                  <c:v>20.497907999999999</c:v>
                </c:pt>
                <c:pt idx="27">
                  <c:v>20.497907999999999</c:v>
                </c:pt>
                <c:pt idx="28">
                  <c:v>20.497907999999999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</c:v>
                </c:pt>
                <c:pt idx="44">
                  <c:v>4.245628</c:v>
                </c:pt>
                <c:pt idx="45">
                  <c:v>4.245628</c:v>
                </c:pt>
                <c:pt idx="46">
                  <c:v>4.245628</c:v>
                </c:pt>
                <c:pt idx="47">
                  <c:v>425.29826000000003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18-4138-B97D-BDCF7F8CC489}"/>
            </c:ext>
          </c:extLst>
        </c:ser>
        <c:ser>
          <c:idx val="1"/>
          <c:order val="1"/>
          <c:tx>
            <c:strRef>
              <c:f>スポット市場の売買量!$F$1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スポット市場の売買量!$F$290:$F$337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240.32391200000001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81.964941999999994</c:v>
                </c:pt>
                <c:pt idx="37">
                  <c:v>90.25</c:v>
                </c:pt>
                <c:pt idx="38">
                  <c:v>270.75</c:v>
                </c:pt>
                <c:pt idx="39">
                  <c:v>176.859904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B18-4138-B97D-BDCF7F8CC4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9779871"/>
        <c:axId val="1589780831"/>
      </c:lineChart>
      <c:catAx>
        <c:axId val="158977987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589780831"/>
        <c:crosses val="autoZero"/>
        <c:auto val="1"/>
        <c:lblAlgn val="ctr"/>
        <c:lblOffset val="100"/>
        <c:noMultiLvlLbl val="0"/>
      </c:catAx>
      <c:valAx>
        <c:axId val="1589780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589779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A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スポット市場の売買量!$E$1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スポット市場の売買量!$E$338:$E$385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947.36842100000001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421.05263200000002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0F-4409-8048-447566EE3C2F}"/>
            </c:ext>
          </c:extLst>
        </c:ser>
        <c:ser>
          <c:idx val="1"/>
          <c:order val="1"/>
          <c:tx>
            <c:strRef>
              <c:f>スポット市場の売買量!$F$1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スポット市場の売買量!$F$338:$F$385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270.75</c:v>
                </c:pt>
                <c:pt idx="18">
                  <c:v>270.75</c:v>
                </c:pt>
                <c:pt idx="19">
                  <c:v>270.75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90.25</c:v>
                </c:pt>
                <c:pt idx="37">
                  <c:v>270.75</c:v>
                </c:pt>
                <c:pt idx="38">
                  <c:v>270.75</c:v>
                </c:pt>
                <c:pt idx="39">
                  <c:v>180.5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0F-4409-8048-447566EE3C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73327215"/>
        <c:axId val="1473334895"/>
      </c:lineChart>
      <c:catAx>
        <c:axId val="14733272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73334895"/>
        <c:crosses val="autoZero"/>
        <c:auto val="1"/>
        <c:lblAlgn val="ctr"/>
        <c:lblOffset val="100"/>
        <c:noMultiLvlLbl val="0"/>
      </c:catAx>
      <c:valAx>
        <c:axId val="1473334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73327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07-49F8-9EBE-65C291457CD2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primary_secondary_long!$F$2:$F$9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0</c:v>
                </c:pt>
                <c:pt idx="5">
                  <c:v>254.49717488483759</c:v>
                </c:pt>
                <c:pt idx="6">
                  <c:v>115.82416793947</c:v>
                </c:pt>
                <c:pt idx="7">
                  <c:v>52.712718264715768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07-49F8-9EBE-65C291457C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22605263"/>
        <c:axId val="1422604303"/>
      </c:lineChart>
      <c:catAx>
        <c:axId val="142260526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22604303"/>
        <c:crosses val="autoZero"/>
        <c:auto val="1"/>
        <c:lblAlgn val="ctr"/>
        <c:lblOffset val="100"/>
        <c:noMultiLvlLbl val="0"/>
      </c:catAx>
      <c:valAx>
        <c:axId val="1422604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22605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primary_secondary_long!$E$10:$E$17</c:f>
              <c:numCache>
                <c:formatCode>General</c:formatCode>
                <c:ptCount val="8"/>
                <c:pt idx="0">
                  <c:v>121.70435290680599</c:v>
                </c:pt>
                <c:pt idx="1">
                  <c:v>0</c:v>
                </c:pt>
                <c:pt idx="2">
                  <c:v>1083</c:v>
                </c:pt>
                <c:pt idx="3">
                  <c:v>0</c:v>
                </c:pt>
                <c:pt idx="4">
                  <c:v>0</c:v>
                </c:pt>
                <c:pt idx="5">
                  <c:v>492.88395415472758</c:v>
                </c:pt>
                <c:pt idx="6">
                  <c:v>224.3163363464447</c:v>
                </c:pt>
                <c:pt idx="7">
                  <c:v>102.0885714126846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2B-44C3-AAD1-B97847CE3829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primary_secondary_long!$F$10:$F$17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2B-44C3-AAD1-B97847CE38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04751647"/>
        <c:axId val="1704750687"/>
      </c:lineChart>
      <c:catAx>
        <c:axId val="17047516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4750687"/>
        <c:crosses val="autoZero"/>
        <c:auto val="1"/>
        <c:lblAlgn val="ctr"/>
        <c:lblOffset val="100"/>
        <c:noMultiLvlLbl val="0"/>
      </c:catAx>
      <c:valAx>
        <c:axId val="1704750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4751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primary_secondary_long!$E$18:$E$25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53-41E2-85B4-D01FE0E1F550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primary_secondary_long!$F$18:$F$25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0</c:v>
                </c:pt>
                <c:pt idx="5">
                  <c:v>254.4971748848377</c:v>
                </c:pt>
                <c:pt idx="6">
                  <c:v>115.82416793947</c:v>
                </c:pt>
                <c:pt idx="7">
                  <c:v>52.712718264715761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53-41E2-85B4-D01FE0E1F5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04732447"/>
        <c:axId val="1704737727"/>
      </c:lineChart>
      <c:catAx>
        <c:axId val="17047324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4737727"/>
        <c:crosses val="autoZero"/>
        <c:auto val="1"/>
        <c:lblAlgn val="ctr"/>
        <c:lblOffset val="100"/>
        <c:noMultiLvlLbl val="0"/>
      </c:catAx>
      <c:valAx>
        <c:axId val="1704737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4732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6G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primary_secondary_long!$E$34:$E$41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559.19945877109103</c:v>
                </c:pt>
                <c:pt idx="4">
                  <c:v>254.49717488483751</c:v>
                </c:pt>
                <c:pt idx="5">
                  <c:v>0</c:v>
                </c:pt>
                <c:pt idx="6">
                  <c:v>115.8241679394699</c:v>
                </c:pt>
                <c:pt idx="7">
                  <c:v>52.712718264715733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20-4739-928C-CBAFD33D31E7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primary_secondary_long!$F$34:$F$41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20-4739-928C-CBAFD33D3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95126703"/>
        <c:axId val="1595119503"/>
      </c:lineChart>
      <c:catAx>
        <c:axId val="159512670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595119503"/>
        <c:crosses val="autoZero"/>
        <c:auto val="1"/>
        <c:lblAlgn val="ctr"/>
        <c:lblOffset val="100"/>
        <c:noMultiLvlLbl val="0"/>
      </c:catAx>
      <c:valAx>
        <c:axId val="1595119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595126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6D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primary_secondary_long!$E$42:$E$49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254.49717488483759</c:v>
                </c:pt>
                <c:pt idx="5">
                  <c:v>0</c:v>
                </c:pt>
                <c:pt idx="6">
                  <c:v>115.82416793947</c:v>
                </c:pt>
                <c:pt idx="7">
                  <c:v>52.712718264715768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D3-44F6-8E1C-4824BDF56479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primary_secondary_long!$F$42:$F$49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D3-44F6-8E1C-4824BDF564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00730175"/>
        <c:axId val="1700728255"/>
      </c:lineChart>
      <c:catAx>
        <c:axId val="170073017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0728255"/>
        <c:crosses val="autoZero"/>
        <c:auto val="1"/>
        <c:lblAlgn val="ctr"/>
        <c:lblOffset val="100"/>
        <c:noMultiLvlLbl val="0"/>
      </c:catAx>
      <c:valAx>
        <c:axId val="1700728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0730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6E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primary_secondary_long!$E$50:$E$57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CC-447D-B64D-3C5FF5E9B8A7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primary_secondary_long!$F$50:$F$57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121.70435290680599</c:v>
                </c:pt>
                <c:pt idx="3">
                  <c:v>1083</c:v>
                </c:pt>
                <c:pt idx="4">
                  <c:v>492.88395415472752</c:v>
                </c:pt>
                <c:pt idx="5">
                  <c:v>224.3163363464447</c:v>
                </c:pt>
                <c:pt idx="6">
                  <c:v>0</c:v>
                </c:pt>
                <c:pt idx="7">
                  <c:v>102.0885714126846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CC-447D-B64D-3C5FF5E9B8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79990191"/>
        <c:axId val="1779986351"/>
      </c:lineChart>
      <c:catAx>
        <c:axId val="177999019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79986351"/>
        <c:crosses val="autoZero"/>
        <c:auto val="1"/>
        <c:lblAlgn val="ctr"/>
        <c:lblOffset val="100"/>
        <c:noMultiLvlLbl val="0"/>
      </c:catAx>
      <c:valAx>
        <c:axId val="1779986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79990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5</a:t>
            </a:r>
            <a:r>
              <a:rPr lang="ja-JP" altLang="en-US"/>
              <a:t>月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soc_transition_wide!$D$2</c:f>
              <c:strCache>
                <c:ptCount val="1"/>
                <c:pt idx="0">
                  <c:v>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soc_transition_wide!$E$2:$BA$2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0.22118197429162681</c:v>
                </c:pt>
                <c:pt idx="20">
                  <c:v>0.1990889485832536</c:v>
                </c:pt>
                <c:pt idx="21">
                  <c:v>0.24418605141674621</c:v>
                </c:pt>
                <c:pt idx="22">
                  <c:v>0.22209302570837311</c:v>
                </c:pt>
                <c:pt idx="23">
                  <c:v>0.2</c:v>
                </c:pt>
                <c:pt idx="24">
                  <c:v>0.22010950668584489</c:v>
                </c:pt>
                <c:pt idx="25">
                  <c:v>0.21005475334292251</c:v>
                </c:pt>
                <c:pt idx="26">
                  <c:v>0.2</c:v>
                </c:pt>
                <c:pt idx="27">
                  <c:v>0.2100547533429224</c:v>
                </c:pt>
                <c:pt idx="28">
                  <c:v>0.2</c:v>
                </c:pt>
                <c:pt idx="29">
                  <c:v>0.92950216762192861</c:v>
                </c:pt>
                <c:pt idx="30">
                  <c:v>0.96243700677145316</c:v>
                </c:pt>
                <c:pt idx="31">
                  <c:v>0.96791574295305538</c:v>
                </c:pt>
                <c:pt idx="32">
                  <c:v>0.96791574295305549</c:v>
                </c:pt>
                <c:pt idx="33">
                  <c:v>0.96333972579173488</c:v>
                </c:pt>
                <c:pt idx="34">
                  <c:v>0.96791574295305538</c:v>
                </c:pt>
                <c:pt idx="35">
                  <c:v>0.96791574295305538</c:v>
                </c:pt>
                <c:pt idx="36">
                  <c:v>0.96333972579173488</c:v>
                </c:pt>
                <c:pt idx="37">
                  <c:v>0.68215703749733514</c:v>
                </c:pt>
                <c:pt idx="38">
                  <c:v>0.39467630808520521</c:v>
                </c:pt>
                <c:pt idx="39">
                  <c:v>0.10719557867307521</c:v>
                </c:pt>
                <c:pt idx="40">
                  <c:v>0.10511298824578851</c:v>
                </c:pt>
                <c:pt idx="41">
                  <c:v>0.10303039781850171</c:v>
                </c:pt>
                <c:pt idx="42">
                  <c:v>0.10094780739121501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0.10094780739121501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DC-42AD-896E-5533FC8D9451}"/>
            </c:ext>
          </c:extLst>
        </c:ser>
        <c:ser>
          <c:idx val="1"/>
          <c:order val="1"/>
          <c:tx>
            <c:strRef>
              <c:f>soc_transition_wide!$D$3</c:f>
              <c:strCache>
                <c:ptCount val="1"/>
                <c:pt idx="0">
                  <c:v>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soc_transition_wide!$E$3:$BA$3</c:f>
              <c:numCache>
                <c:formatCode>General</c:formatCode>
                <c:ptCount val="49"/>
                <c:pt idx="0">
                  <c:v>0.5</c:v>
                </c:pt>
                <c:pt idx="1">
                  <c:v>0.49519166666666659</c:v>
                </c:pt>
                <c:pt idx="2">
                  <c:v>0.49038333333333328</c:v>
                </c:pt>
                <c:pt idx="3">
                  <c:v>0.48557500000000009</c:v>
                </c:pt>
                <c:pt idx="4">
                  <c:v>0.48076666666666662</c:v>
                </c:pt>
                <c:pt idx="5">
                  <c:v>0.47595833333333348</c:v>
                </c:pt>
                <c:pt idx="6">
                  <c:v>0.47115000000000001</c:v>
                </c:pt>
                <c:pt idx="7">
                  <c:v>0.47115000000000001</c:v>
                </c:pt>
                <c:pt idx="8">
                  <c:v>0.47115000000000001</c:v>
                </c:pt>
                <c:pt idx="9">
                  <c:v>0.47115000000000001</c:v>
                </c:pt>
                <c:pt idx="10">
                  <c:v>0.47115000000000001</c:v>
                </c:pt>
                <c:pt idx="11">
                  <c:v>0.47115000000000001</c:v>
                </c:pt>
                <c:pt idx="12">
                  <c:v>0.47115000000000001</c:v>
                </c:pt>
                <c:pt idx="13">
                  <c:v>0.42836250000000009</c:v>
                </c:pt>
                <c:pt idx="14">
                  <c:v>0.38557500000000011</c:v>
                </c:pt>
                <c:pt idx="15">
                  <c:v>0.34278750000000008</c:v>
                </c:pt>
                <c:pt idx="16">
                  <c:v>0.3</c:v>
                </c:pt>
                <c:pt idx="17">
                  <c:v>0.25721250000000001</c:v>
                </c:pt>
                <c:pt idx="18">
                  <c:v>0.21442499999999989</c:v>
                </c:pt>
                <c:pt idx="19">
                  <c:v>0.21442499999999989</c:v>
                </c:pt>
                <c:pt idx="20">
                  <c:v>0.21442499999999989</c:v>
                </c:pt>
                <c:pt idx="21">
                  <c:v>0.21442499999999989</c:v>
                </c:pt>
                <c:pt idx="22">
                  <c:v>0.21442499999999989</c:v>
                </c:pt>
                <c:pt idx="23">
                  <c:v>0.21442499999999989</c:v>
                </c:pt>
                <c:pt idx="24">
                  <c:v>0.21442499999999989</c:v>
                </c:pt>
                <c:pt idx="25">
                  <c:v>0.21442499999999989</c:v>
                </c:pt>
                <c:pt idx="26">
                  <c:v>0.88294006088825217</c:v>
                </c:pt>
                <c:pt idx="27">
                  <c:v>0.88294006088825217</c:v>
                </c:pt>
                <c:pt idx="28">
                  <c:v>0.88294006088825217</c:v>
                </c:pt>
                <c:pt idx="29">
                  <c:v>0.88294006088825217</c:v>
                </c:pt>
                <c:pt idx="30">
                  <c:v>0.88294006088825217</c:v>
                </c:pt>
                <c:pt idx="31">
                  <c:v>0.86346704871060176</c:v>
                </c:pt>
                <c:pt idx="32">
                  <c:v>0.86346704871060176</c:v>
                </c:pt>
                <c:pt idx="33">
                  <c:v>0.84399403653295135</c:v>
                </c:pt>
                <c:pt idx="34">
                  <c:v>0.86346704871060176</c:v>
                </c:pt>
                <c:pt idx="35">
                  <c:v>0.86346704871060176</c:v>
                </c:pt>
                <c:pt idx="36">
                  <c:v>0.84399403653295135</c:v>
                </c:pt>
                <c:pt idx="37">
                  <c:v>0.62407016541881066</c:v>
                </c:pt>
                <c:pt idx="38">
                  <c:v>0.3773452953010904</c:v>
                </c:pt>
                <c:pt idx="39">
                  <c:v>0.130620425183371</c:v>
                </c:pt>
                <c:pt idx="40">
                  <c:v>0.1217580657730076</c:v>
                </c:pt>
                <c:pt idx="41">
                  <c:v>0.1128957063626443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0.10403334695228091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DC-42AD-896E-5533FC8D9451}"/>
            </c:ext>
          </c:extLst>
        </c:ser>
        <c:ser>
          <c:idx val="2"/>
          <c:order val="2"/>
          <c:tx>
            <c:strRef>
              <c:f>soc_transition_wide!$D$4</c:f>
              <c:strCache>
                <c:ptCount val="1"/>
                <c:pt idx="0">
                  <c:v>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soc_transition_wide!$E$4:$BA$4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0.45721249999999641</c:v>
                </c:pt>
                <c:pt idx="14">
                  <c:v>0.41442499999999272</c:v>
                </c:pt>
                <c:pt idx="15">
                  <c:v>0.37163749999998907</c:v>
                </c:pt>
                <c:pt idx="16">
                  <c:v>0.32884999999999998</c:v>
                </c:pt>
                <c:pt idx="17">
                  <c:v>0.2860624999999819</c:v>
                </c:pt>
                <c:pt idx="18">
                  <c:v>0.24327499999997829</c:v>
                </c:pt>
                <c:pt idx="19">
                  <c:v>0.2211819742916061</c:v>
                </c:pt>
                <c:pt idx="20">
                  <c:v>0.1990889485832435</c:v>
                </c:pt>
                <c:pt idx="21">
                  <c:v>0.19999999999999049</c:v>
                </c:pt>
                <c:pt idx="22">
                  <c:v>0.17790697429161831</c:v>
                </c:pt>
                <c:pt idx="23">
                  <c:v>0.15581394858324629</c:v>
                </c:pt>
                <c:pt idx="24">
                  <c:v>0.13372092287487411</c:v>
                </c:pt>
                <c:pt idx="25">
                  <c:v>0.1236661695319648</c:v>
                </c:pt>
                <c:pt idx="26">
                  <c:v>0.1136114161890356</c:v>
                </c:pt>
                <c:pt idx="27">
                  <c:v>0.1035566628461122</c:v>
                </c:pt>
                <c:pt idx="28">
                  <c:v>0.1000000000000134</c:v>
                </c:pt>
                <c:pt idx="29">
                  <c:v>0.1</c:v>
                </c:pt>
                <c:pt idx="30">
                  <c:v>0.96243700677145261</c:v>
                </c:pt>
                <c:pt idx="31">
                  <c:v>0.96791574295306482</c:v>
                </c:pt>
                <c:pt idx="32">
                  <c:v>0.96791574295305893</c:v>
                </c:pt>
                <c:pt idx="33">
                  <c:v>0.96333972579173821</c:v>
                </c:pt>
                <c:pt idx="34">
                  <c:v>0.9679157429530586</c:v>
                </c:pt>
                <c:pt idx="35">
                  <c:v>0.96791574295305893</c:v>
                </c:pt>
                <c:pt idx="36">
                  <c:v>0.9633397257917472</c:v>
                </c:pt>
                <c:pt idx="37">
                  <c:v>0.68215703749734136</c:v>
                </c:pt>
                <c:pt idx="38">
                  <c:v>0.39467630808520682</c:v>
                </c:pt>
                <c:pt idx="39">
                  <c:v>0.10719557867307419</c:v>
                </c:pt>
                <c:pt idx="40">
                  <c:v>0.1051129882457873</c:v>
                </c:pt>
                <c:pt idx="41">
                  <c:v>0.103030397818504</c:v>
                </c:pt>
                <c:pt idx="42">
                  <c:v>0.1009478073912172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0.1009478073912175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BDC-42AD-896E-5533FC8D9451}"/>
            </c:ext>
          </c:extLst>
        </c:ser>
        <c:ser>
          <c:idx val="3"/>
          <c:order val="3"/>
          <c:tx>
            <c:strRef>
              <c:f>soc_transition_wide!$D$5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soc_transition_wide!$E$5:$BA$5</c:f>
              <c:numCache>
                <c:formatCode>General</c:formatCode>
                <c:ptCount val="49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0.7</c:v>
                </c:pt>
                <c:pt idx="38">
                  <c:v>0.4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BDC-42AD-896E-5533FC8D94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159584"/>
        <c:axId val="108160064"/>
      </c:lineChart>
      <c:catAx>
        <c:axId val="1081595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8160064"/>
        <c:crosses val="autoZero"/>
        <c:auto val="1"/>
        <c:lblAlgn val="ctr"/>
        <c:lblOffset val="100"/>
        <c:noMultiLvlLbl val="0"/>
      </c:catAx>
      <c:valAx>
        <c:axId val="108160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8159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6</a:t>
            </a:r>
            <a:r>
              <a:rPr lang="ja-JP" altLang="en-US"/>
              <a:t>月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soc_transition_wide!$D$6</c:f>
              <c:strCache>
                <c:ptCount val="1"/>
                <c:pt idx="0">
                  <c:v>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soc_transition_wide!$E$6:$BA$6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0.74278749999978688</c:v>
                </c:pt>
                <c:pt idx="5">
                  <c:v>0.74278749999978688</c:v>
                </c:pt>
                <c:pt idx="6">
                  <c:v>0.74278749999978688</c:v>
                </c:pt>
                <c:pt idx="7">
                  <c:v>0.74278749999978688</c:v>
                </c:pt>
                <c:pt idx="8">
                  <c:v>0.74278749999978688</c:v>
                </c:pt>
                <c:pt idx="9">
                  <c:v>0.74278749999978688</c:v>
                </c:pt>
                <c:pt idx="10">
                  <c:v>0.74278749999978688</c:v>
                </c:pt>
                <c:pt idx="11">
                  <c:v>0.74278749999978688</c:v>
                </c:pt>
                <c:pt idx="12">
                  <c:v>0.74278749999978688</c:v>
                </c:pt>
                <c:pt idx="13">
                  <c:v>0.70000000000016527</c:v>
                </c:pt>
                <c:pt idx="14">
                  <c:v>0.65721250000018283</c:v>
                </c:pt>
                <c:pt idx="15">
                  <c:v>0.70000000000037454</c:v>
                </c:pt>
                <c:pt idx="16">
                  <c:v>0.7</c:v>
                </c:pt>
                <c:pt idx="17">
                  <c:v>0.7000000000004839</c:v>
                </c:pt>
                <c:pt idx="18">
                  <c:v>0.65721250000037845</c:v>
                </c:pt>
                <c:pt idx="19">
                  <c:v>0.49002237145853722</c:v>
                </c:pt>
                <c:pt idx="20">
                  <c:v>0.32283224291684159</c:v>
                </c:pt>
                <c:pt idx="21">
                  <c:v>0.17699592287521951</c:v>
                </c:pt>
                <c:pt idx="22">
                  <c:v>0.15490289716680411</c:v>
                </c:pt>
                <c:pt idx="23">
                  <c:v>0.1328098714583886</c:v>
                </c:pt>
                <c:pt idx="24">
                  <c:v>0.1107168457499732</c:v>
                </c:pt>
                <c:pt idx="25">
                  <c:v>0.92950216762204763</c:v>
                </c:pt>
                <c:pt idx="26">
                  <c:v>0.9295021676220323</c:v>
                </c:pt>
                <c:pt idx="27">
                  <c:v>0.92950216762201765</c:v>
                </c:pt>
                <c:pt idx="28">
                  <c:v>0.92950216762200288</c:v>
                </c:pt>
                <c:pt idx="29">
                  <c:v>0.92950216762198756</c:v>
                </c:pt>
                <c:pt idx="30">
                  <c:v>0.91944741427904619</c:v>
                </c:pt>
                <c:pt idx="31">
                  <c:v>0.91944741427904619</c:v>
                </c:pt>
                <c:pt idx="32">
                  <c:v>0.91944741427904619</c:v>
                </c:pt>
                <c:pt idx="33">
                  <c:v>0.91944741427904619</c:v>
                </c:pt>
                <c:pt idx="34">
                  <c:v>0.91944741427904619</c:v>
                </c:pt>
                <c:pt idx="35">
                  <c:v>0.91944741427904619</c:v>
                </c:pt>
                <c:pt idx="36">
                  <c:v>0.91944741427904619</c:v>
                </c:pt>
                <c:pt idx="37">
                  <c:v>0.91487139711771681</c:v>
                </c:pt>
                <c:pt idx="38">
                  <c:v>0.65621814497862652</c:v>
                </c:pt>
                <c:pt idx="39">
                  <c:v>0.38372638486430333</c:v>
                </c:pt>
                <c:pt idx="40">
                  <c:v>0.11123462474998019</c:v>
                </c:pt>
                <c:pt idx="41">
                  <c:v>0.10665860758865089</c:v>
                </c:pt>
                <c:pt idx="42">
                  <c:v>0.10208259042732171</c:v>
                </c:pt>
                <c:pt idx="43">
                  <c:v>0.1000000000000309</c:v>
                </c:pt>
                <c:pt idx="44">
                  <c:v>0.1000000000000278</c:v>
                </c:pt>
                <c:pt idx="45">
                  <c:v>0.10000000000002469</c:v>
                </c:pt>
                <c:pt idx="46">
                  <c:v>0.1000000000000216</c:v>
                </c:pt>
                <c:pt idx="47">
                  <c:v>0.1000000000000186</c:v>
                </c:pt>
                <c:pt idx="48">
                  <c:v>0.50000000000001532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22-4EAD-99B1-0DCAAABBD541}"/>
            </c:ext>
          </c:extLst>
        </c:ser>
        <c:ser>
          <c:idx val="1"/>
          <c:order val="1"/>
          <c:tx>
            <c:strRef>
              <c:f>soc_transition_wide!$D$7</c:f>
              <c:strCache>
                <c:ptCount val="1"/>
                <c:pt idx="0">
                  <c:v>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soc_transition_wide!$E$7:$BA$7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</c:v>
                </c:pt>
                <c:pt idx="16">
                  <c:v>0.7</c:v>
                </c:pt>
                <c:pt idx="17">
                  <c:v>0.7</c:v>
                </c:pt>
                <c:pt idx="18">
                  <c:v>0.65721249999999998</c:v>
                </c:pt>
                <c:pt idx="19">
                  <c:v>0.49002237145813432</c:v>
                </c:pt>
                <c:pt idx="20">
                  <c:v>0.32283224291626839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0.92950216762192861</c:v>
                </c:pt>
                <c:pt idx="26">
                  <c:v>0.92950216762192883</c:v>
                </c:pt>
                <c:pt idx="27">
                  <c:v>0.92950216762192861</c:v>
                </c:pt>
                <c:pt idx="28">
                  <c:v>0.92950216762192883</c:v>
                </c:pt>
                <c:pt idx="29">
                  <c:v>0.92950216762192861</c:v>
                </c:pt>
                <c:pt idx="30">
                  <c:v>0.91944741427900611</c:v>
                </c:pt>
                <c:pt idx="31">
                  <c:v>0.91944741427900611</c:v>
                </c:pt>
                <c:pt idx="32">
                  <c:v>0.91944741427900611</c:v>
                </c:pt>
                <c:pt idx="33">
                  <c:v>0.91944741427900611</c:v>
                </c:pt>
                <c:pt idx="34">
                  <c:v>0.91944741427900611</c:v>
                </c:pt>
                <c:pt idx="35">
                  <c:v>0.91944741427900611</c:v>
                </c:pt>
                <c:pt idx="36">
                  <c:v>0.91944741427900611</c:v>
                </c:pt>
                <c:pt idx="37">
                  <c:v>0.91487139711768561</c:v>
                </c:pt>
                <c:pt idx="38">
                  <c:v>0.65621814497867947</c:v>
                </c:pt>
                <c:pt idx="39">
                  <c:v>0.38372638486430349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22-4EAD-99B1-0DCAAABBD541}"/>
            </c:ext>
          </c:extLst>
        </c:ser>
        <c:ser>
          <c:idx val="2"/>
          <c:order val="2"/>
          <c:tx>
            <c:strRef>
              <c:f>soc_transition_wide!$D$8</c:f>
              <c:strCache>
                <c:ptCount val="1"/>
                <c:pt idx="0">
                  <c:v>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soc_transition_wide!$E$8:$BA$8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0.97109521618461836</c:v>
                </c:pt>
                <c:pt idx="5">
                  <c:v>0.97109521618461836</c:v>
                </c:pt>
                <c:pt idx="6">
                  <c:v>0.97109521618461836</c:v>
                </c:pt>
                <c:pt idx="7">
                  <c:v>0.97109521618461836</c:v>
                </c:pt>
                <c:pt idx="8">
                  <c:v>0.97109521618461836</c:v>
                </c:pt>
                <c:pt idx="9">
                  <c:v>0.97109521618461836</c:v>
                </c:pt>
                <c:pt idx="10">
                  <c:v>0.97109521618461836</c:v>
                </c:pt>
                <c:pt idx="11">
                  <c:v>0.97109521618461836</c:v>
                </c:pt>
                <c:pt idx="12">
                  <c:v>0.97109521618461836</c:v>
                </c:pt>
                <c:pt idx="13">
                  <c:v>0.96628688285128261</c:v>
                </c:pt>
                <c:pt idx="14">
                  <c:v>0.96147854951795164</c:v>
                </c:pt>
                <c:pt idx="15">
                  <c:v>0.9566702161846109</c:v>
                </c:pt>
                <c:pt idx="16">
                  <c:v>0.95186188285128492</c:v>
                </c:pt>
                <c:pt idx="17">
                  <c:v>0.94705354951793941</c:v>
                </c:pt>
                <c:pt idx="18">
                  <c:v>0.67595833333333577</c:v>
                </c:pt>
                <c:pt idx="19">
                  <c:v>0.63317083333331237</c:v>
                </c:pt>
                <c:pt idx="20">
                  <c:v>0.59038333333331361</c:v>
                </c:pt>
                <c:pt idx="21">
                  <c:v>0.54759583333331496</c:v>
                </c:pt>
                <c:pt idx="22">
                  <c:v>0.50480833333332598</c:v>
                </c:pt>
                <c:pt idx="23">
                  <c:v>0.46202083333331773</c:v>
                </c:pt>
                <c:pt idx="24">
                  <c:v>0.41923333333331902</c:v>
                </c:pt>
                <c:pt idx="25">
                  <c:v>0.8634670487106062</c:v>
                </c:pt>
                <c:pt idx="26">
                  <c:v>0.8634670487106062</c:v>
                </c:pt>
                <c:pt idx="27">
                  <c:v>0.8634670487106062</c:v>
                </c:pt>
                <c:pt idx="28">
                  <c:v>0.8634670487106062</c:v>
                </c:pt>
                <c:pt idx="29">
                  <c:v>0.8634670487106062</c:v>
                </c:pt>
                <c:pt idx="30">
                  <c:v>0.84399403653295646</c:v>
                </c:pt>
                <c:pt idx="31">
                  <c:v>0.8351316771225934</c:v>
                </c:pt>
                <c:pt idx="32">
                  <c:v>0.82626931771223022</c:v>
                </c:pt>
                <c:pt idx="33">
                  <c:v>0.81740695830186716</c:v>
                </c:pt>
                <c:pt idx="34">
                  <c:v>0.80854459889150421</c:v>
                </c:pt>
                <c:pt idx="35">
                  <c:v>0.79968223948114114</c:v>
                </c:pt>
                <c:pt idx="36">
                  <c:v>0.79081988007077797</c:v>
                </c:pt>
                <c:pt idx="37">
                  <c:v>0.79081988007077797</c:v>
                </c:pt>
                <c:pt idx="38">
                  <c:v>0.70403334695228326</c:v>
                </c:pt>
                <c:pt idx="39">
                  <c:v>0.40403334695228188</c:v>
                </c:pt>
                <c:pt idx="40">
                  <c:v>0.10403334695228079</c:v>
                </c:pt>
                <c:pt idx="41">
                  <c:v>0.10403334695228079</c:v>
                </c:pt>
                <c:pt idx="42">
                  <c:v>0.10403334695228079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22-4EAD-99B1-0DCAAABBD541}"/>
            </c:ext>
          </c:extLst>
        </c:ser>
        <c:ser>
          <c:idx val="3"/>
          <c:order val="3"/>
          <c:tx>
            <c:strRef>
              <c:f>soc_transition_wide!$D$9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soc_transition_wide!$E$9:$BA$9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0.7</c:v>
                </c:pt>
                <c:pt idx="19">
                  <c:v>0.4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0.7</c:v>
                </c:pt>
                <c:pt idx="39">
                  <c:v>0.4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C22-4EAD-99B1-0DCAAABBD5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14465088"/>
        <c:axId val="115006960"/>
      </c:lineChart>
      <c:catAx>
        <c:axId val="20144650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5006960"/>
        <c:crosses val="autoZero"/>
        <c:auto val="1"/>
        <c:lblAlgn val="ctr"/>
        <c:lblOffset val="100"/>
        <c:noMultiLvlLbl val="0"/>
      </c:catAx>
      <c:valAx>
        <c:axId val="115006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1446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spot_buy_sell_long!$E$2:$E$49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70.726450999999997</c:v>
                </c:pt>
                <c:pt idx="21">
                  <c:v>0</c:v>
                </c:pt>
                <c:pt idx="22">
                  <c:v>0</c:v>
                </c:pt>
                <c:pt idx="23">
                  <c:v>44.423718000000001</c:v>
                </c:pt>
                <c:pt idx="24">
                  <c:v>0</c:v>
                </c:pt>
                <c:pt idx="25">
                  <c:v>0</c:v>
                </c:pt>
                <c:pt idx="26">
                  <c:v>21.167902000000002</c:v>
                </c:pt>
                <c:pt idx="27">
                  <c:v>0</c:v>
                </c:pt>
                <c:pt idx="28">
                  <c:v>778.48096899999996</c:v>
                </c:pt>
                <c:pt idx="29">
                  <c:v>45.252203000000002</c:v>
                </c:pt>
                <c:pt idx="30">
                  <c:v>10.583951000000001</c:v>
                </c:pt>
                <c:pt idx="31">
                  <c:v>4.8168600000000001</c:v>
                </c:pt>
                <c:pt idx="32">
                  <c:v>0</c:v>
                </c:pt>
                <c:pt idx="33">
                  <c:v>9.6337200000000003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1.995384</c:v>
                </c:pt>
                <c:pt idx="46">
                  <c:v>0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BB-4B69-9465-6A499861390D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spot_buy_sell_long!$F$2:$F$49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251.88783799999999</c:v>
                </c:pt>
                <c:pt idx="37">
                  <c:v>257.57182</c:v>
                </c:pt>
                <c:pt idx="38">
                  <c:v>257.57182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BB-4B69-9465-6A4998613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1892480"/>
        <c:axId val="2111889600"/>
      </c:lineChart>
      <c:catAx>
        <c:axId val="21118924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11889600"/>
        <c:crosses val="autoZero"/>
        <c:auto val="1"/>
        <c:lblAlgn val="ctr"/>
        <c:lblOffset val="100"/>
        <c:noMultiLvlLbl val="0"/>
      </c:catAx>
      <c:valAx>
        <c:axId val="2111889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11892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spot_buy_sell_long!$E$50:$E$97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703.700064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20.497907999999999</c:v>
                </c:pt>
                <c:pt idx="32">
                  <c:v>0</c:v>
                </c:pt>
                <c:pt idx="33">
                  <c:v>40.995815</c:v>
                </c:pt>
                <c:pt idx="34">
                  <c:v>20.497907999999999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</c:v>
                </c:pt>
                <c:pt idx="44">
                  <c:v>4.245628</c:v>
                </c:pt>
                <c:pt idx="45">
                  <c:v>8.4912569999999992</c:v>
                </c:pt>
                <c:pt idx="46">
                  <c:v>0</c:v>
                </c:pt>
                <c:pt idx="47">
                  <c:v>425.29826000000003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E9-41C1-AE0D-699C160F89A1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spot_buy_sell_long!$F$50:$F$97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190.483014</c:v>
                </c:pt>
                <c:pt idx="37">
                  <c:v>214.67091600000001</c:v>
                </c:pt>
                <c:pt idx="38">
                  <c:v>214.67091600000001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E9-41C1-AE0D-699C160F89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8081808"/>
        <c:axId val="1688080368"/>
      </c:lineChart>
      <c:catAx>
        <c:axId val="1688081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688080368"/>
        <c:crosses val="autoZero"/>
        <c:auto val="1"/>
        <c:lblAlgn val="ctr"/>
        <c:lblOffset val="100"/>
        <c:noMultiLvlLbl val="0"/>
      </c:catAx>
      <c:valAx>
        <c:axId val="1688080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688081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spot_buy_sell_long!$E$98:$E$145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24.214818000000001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6.8400949999999998</c:v>
                </c:pt>
                <c:pt idx="28">
                  <c:v>10.583951000000001</c:v>
                </c:pt>
                <c:pt idx="29">
                  <c:v>918.41237899999999</c:v>
                </c:pt>
                <c:pt idx="30">
                  <c:v>10.583951000000001</c:v>
                </c:pt>
                <c:pt idx="31">
                  <c:v>4.8168600000000001</c:v>
                </c:pt>
                <c:pt idx="32">
                  <c:v>0</c:v>
                </c:pt>
                <c:pt idx="33">
                  <c:v>9.6337200000000003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1.995384</c:v>
                </c:pt>
                <c:pt idx="46">
                  <c:v>0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34-4692-8DE8-0588CF7DD618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spot_buy_sell_long!$F$98:$F$145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251.88783799999999</c:v>
                </c:pt>
                <c:pt idx="37">
                  <c:v>257.57182</c:v>
                </c:pt>
                <c:pt idx="38">
                  <c:v>257.57182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34-4692-8DE8-0588CF7DD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0258192"/>
        <c:axId val="2120258672"/>
      </c:lineChart>
      <c:catAx>
        <c:axId val="212025819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20258672"/>
        <c:crosses val="autoZero"/>
        <c:auto val="1"/>
        <c:lblAlgn val="ctr"/>
        <c:lblOffset val="100"/>
        <c:noMultiLvlLbl val="0"/>
      </c:catAx>
      <c:valAx>
        <c:axId val="2120258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2025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A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spot_buy_sell_long!$E$146:$E$193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105.263158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842.10526300000004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421.05263200000002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92-42BF-8CE4-A5FC6526214B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spot_buy_sell_long!$F$146:$F$193</c:f>
              <c:numCache>
                <c:formatCode>General</c:formatCode>
                <c:ptCount val="48"/>
                <c:pt idx="0">
                  <c:v>270.75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90.25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270.75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92-42BF-8CE4-A5FC652621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3341504"/>
        <c:axId val="1697005248"/>
      </c:lineChart>
      <c:catAx>
        <c:axId val="1933415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697005248"/>
        <c:crosses val="autoZero"/>
        <c:auto val="1"/>
        <c:lblAlgn val="ctr"/>
        <c:lblOffset val="100"/>
        <c:noMultiLvlLbl val="0"/>
      </c:catAx>
      <c:valAx>
        <c:axId val="1697005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3341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spot_buy_sell_long!$E$194:$E$241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34-4179-8A4E-E3F17251F9B6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spot_buy_sell_long!$F$194:$F$241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111.67832300000001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229.30470500000001</c:v>
                </c:pt>
                <c:pt idx="38">
                  <c:v>241.793958</c:v>
                </c:pt>
                <c:pt idx="39">
                  <c:v>241.793958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34-4179-8A4E-E3F17251F9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569408"/>
        <c:axId val="199570368"/>
      </c:lineChart>
      <c:catAx>
        <c:axId val="1995694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9570368"/>
        <c:crosses val="autoZero"/>
        <c:auto val="1"/>
        <c:lblAlgn val="ctr"/>
        <c:lblOffset val="100"/>
        <c:noMultiLvlLbl val="0"/>
      </c:catAx>
      <c:valAx>
        <c:axId val="199570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956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spot_buy_sell_long!$E$242:$E$289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91-451A-8142-44CA6610F954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spot_buy_sell_long!$F$242:$F$289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111.67832300000001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229.30470500000001</c:v>
                </c:pt>
                <c:pt idx="38">
                  <c:v>241.793958</c:v>
                </c:pt>
                <c:pt idx="39">
                  <c:v>241.793958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91-451A-8142-44CA6610F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946832"/>
        <c:axId val="111948272"/>
      </c:lineChart>
      <c:catAx>
        <c:axId val="11194683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1948272"/>
        <c:crosses val="autoZero"/>
        <c:auto val="1"/>
        <c:lblAlgn val="ctr"/>
        <c:lblOffset val="100"/>
        <c:noMultiLvlLbl val="0"/>
      </c:catAx>
      <c:valAx>
        <c:axId val="11194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1946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spot_buy_sell_long!$E$290:$E$337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495.889701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488.112345</c:v>
                </c:pt>
                <c:pt idx="25">
                  <c:v>20.497907999999999</c:v>
                </c:pt>
                <c:pt idx="26">
                  <c:v>20.497907999999999</c:v>
                </c:pt>
                <c:pt idx="27">
                  <c:v>20.497907999999999</c:v>
                </c:pt>
                <c:pt idx="28">
                  <c:v>20.497907999999999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</c:v>
                </c:pt>
                <c:pt idx="44">
                  <c:v>4.245628</c:v>
                </c:pt>
                <c:pt idx="45">
                  <c:v>4.245628</c:v>
                </c:pt>
                <c:pt idx="46">
                  <c:v>4.245628</c:v>
                </c:pt>
                <c:pt idx="47">
                  <c:v>425.29826000000003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19-4894-9CBF-94BF0A47E512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spot_buy_sell_long!$F$290:$F$337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240.32391200000001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78.324845999999994</c:v>
                </c:pt>
                <c:pt idx="38">
                  <c:v>270.75</c:v>
                </c:pt>
                <c:pt idx="39">
                  <c:v>270.75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19-4894-9CBF-94BF0A47E5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045152"/>
        <c:axId val="116046112"/>
      </c:lineChart>
      <c:catAx>
        <c:axId val="1160451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6046112"/>
        <c:crosses val="autoZero"/>
        <c:auto val="1"/>
        <c:lblAlgn val="ctr"/>
        <c:lblOffset val="100"/>
        <c:noMultiLvlLbl val="0"/>
      </c:catAx>
      <c:valAx>
        <c:axId val="116046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6045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A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spot_buy_sell_long!$E$338:$E$385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947.36842100000001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421.05263200000002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6E-4251-B699-691733F8AEC0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spot_buy_sell_long!$F$338:$F$385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270.75</c:v>
                </c:pt>
                <c:pt idx="18">
                  <c:v>270.75</c:v>
                </c:pt>
                <c:pt idx="19">
                  <c:v>270.75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270.75</c:v>
                </c:pt>
                <c:pt idx="38">
                  <c:v>270.75</c:v>
                </c:pt>
                <c:pt idx="39">
                  <c:v>270.75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6E-4251-B699-691733F8A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7928864"/>
        <c:axId val="217934144"/>
      </c:lineChart>
      <c:catAx>
        <c:axId val="2179288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7934144"/>
        <c:crosses val="autoZero"/>
        <c:auto val="1"/>
        <c:lblAlgn val="ctr"/>
        <c:lblOffset val="100"/>
        <c:noMultiLvlLbl val="0"/>
      </c:catAx>
      <c:valAx>
        <c:axId val="21793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7928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21-47F2-973F-CA723EC68F04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primary_secondary_long!$F$2:$F$9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254.4971748848377</c:v>
                </c:pt>
                <c:pt idx="5">
                  <c:v>115.82416793947</c:v>
                </c:pt>
                <c:pt idx="6">
                  <c:v>52.712718264715782</c:v>
                </c:pt>
                <c:pt idx="7">
                  <c:v>23.990076650560709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21-47F2-973F-CA723EC68F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7935104"/>
        <c:axId val="217927904"/>
      </c:lineChart>
      <c:catAx>
        <c:axId val="2179351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7927904"/>
        <c:crosses val="autoZero"/>
        <c:auto val="1"/>
        <c:lblAlgn val="ctr"/>
        <c:lblOffset val="100"/>
        <c:noMultiLvlLbl val="0"/>
      </c:catAx>
      <c:valAx>
        <c:axId val="21792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7935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primary_secondary_long!$E$10:$E$17</c:f>
              <c:numCache>
                <c:formatCode>General</c:formatCode>
                <c:ptCount val="8"/>
                <c:pt idx="0">
                  <c:v>121.70435290680599</c:v>
                </c:pt>
                <c:pt idx="1">
                  <c:v>0</c:v>
                </c:pt>
                <c:pt idx="2">
                  <c:v>1083</c:v>
                </c:pt>
                <c:pt idx="3">
                  <c:v>0</c:v>
                </c:pt>
                <c:pt idx="4">
                  <c:v>0</c:v>
                </c:pt>
                <c:pt idx="5">
                  <c:v>492.88395415472752</c:v>
                </c:pt>
                <c:pt idx="6">
                  <c:v>224.31633634644459</c:v>
                </c:pt>
                <c:pt idx="7">
                  <c:v>102.0885714126846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A2-40CB-B71C-898D68E3FB1B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primary_secondary_long!$F$10:$F$17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A2-40CB-B71C-898D68E3FB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953200"/>
        <c:axId val="119950800"/>
      </c:lineChart>
      <c:catAx>
        <c:axId val="1199532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950800"/>
        <c:crosses val="autoZero"/>
        <c:auto val="1"/>
        <c:lblAlgn val="ctr"/>
        <c:lblOffset val="100"/>
        <c:noMultiLvlLbl val="0"/>
      </c:catAx>
      <c:valAx>
        <c:axId val="119950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953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primary_secondary_long!$E$18:$E$25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F8-4C6D-B104-34A4F1B3D314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primary_secondary_long!$F$18:$F$25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559.19945877106932</c:v>
                </c:pt>
                <c:pt idx="4">
                  <c:v>254.4971748848609</c:v>
                </c:pt>
                <c:pt idx="5">
                  <c:v>115.8241679394699</c:v>
                </c:pt>
                <c:pt idx="6">
                  <c:v>52.712718264715868</c:v>
                </c:pt>
                <c:pt idx="7">
                  <c:v>23.990076650624289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F8-4C6D-B104-34A4F1B3D3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8399312"/>
        <c:axId val="118395472"/>
      </c:lineChart>
      <c:catAx>
        <c:axId val="1183993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8395472"/>
        <c:crosses val="autoZero"/>
        <c:auto val="1"/>
        <c:lblAlgn val="ctr"/>
        <c:lblOffset val="100"/>
        <c:noMultiLvlLbl val="0"/>
      </c:catAx>
      <c:valAx>
        <c:axId val="118395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839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primary_secondary_long!$E$34:$E$41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559.19945877216253</c:v>
                </c:pt>
                <c:pt idx="4">
                  <c:v>254.49717488532511</c:v>
                </c:pt>
                <c:pt idx="5">
                  <c:v>0</c:v>
                </c:pt>
                <c:pt idx="6">
                  <c:v>115.8241679396919</c:v>
                </c:pt>
                <c:pt idx="7">
                  <c:v>52.712718264816722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59-4474-A2AD-7210C51C1513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primary_secondary_long!$F$34:$F$41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59-4474-A2AD-7210C51C15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4888080"/>
        <c:axId val="224883760"/>
      </c:lineChart>
      <c:catAx>
        <c:axId val="2248880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24883760"/>
        <c:crosses val="autoZero"/>
        <c:auto val="1"/>
        <c:lblAlgn val="ctr"/>
        <c:lblOffset val="100"/>
        <c:noMultiLvlLbl val="0"/>
      </c:catAx>
      <c:valAx>
        <c:axId val="224883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2488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primary_secondary_long!$E$42:$E$49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254.49717488483759</c:v>
                </c:pt>
                <c:pt idx="5">
                  <c:v>0</c:v>
                </c:pt>
                <c:pt idx="6">
                  <c:v>115.8241679394699</c:v>
                </c:pt>
                <c:pt idx="7">
                  <c:v>52.712718264715761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68-4479-A64B-9EBE7BC18F20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primary_secondary_long!$F$42:$F$49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68-4479-A64B-9EBE7BC18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365344"/>
        <c:axId val="124369184"/>
      </c:lineChart>
      <c:catAx>
        <c:axId val="1243653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4369184"/>
        <c:crosses val="autoZero"/>
        <c:auto val="1"/>
        <c:lblAlgn val="ctr"/>
        <c:lblOffset val="100"/>
        <c:noMultiLvlLbl val="0"/>
      </c:catAx>
      <c:valAx>
        <c:axId val="124369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4365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primary_secondary_long!$E$50:$E$57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57-4054-906F-35D1F401C4EF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primary_secondary_long!$F$50:$F$57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121.7043529068701</c:v>
                </c:pt>
                <c:pt idx="3">
                  <c:v>1083</c:v>
                </c:pt>
                <c:pt idx="4">
                  <c:v>492.8839541547116</c:v>
                </c:pt>
                <c:pt idx="5">
                  <c:v>224.3163363464374</c:v>
                </c:pt>
                <c:pt idx="6">
                  <c:v>0</c:v>
                </c:pt>
                <c:pt idx="7">
                  <c:v>102.0885714126813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57-4054-906F-35D1F401C4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1365552"/>
        <c:axId val="2121366512"/>
      </c:lineChart>
      <c:catAx>
        <c:axId val="21213655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21366512"/>
        <c:crosses val="autoZero"/>
        <c:auto val="1"/>
        <c:lblAlgn val="ctr"/>
        <c:lblOffset val="100"/>
        <c:noMultiLvlLbl val="0"/>
      </c:catAx>
      <c:valAx>
        <c:axId val="2121366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21365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soc_transition_wide!$B$1</c:f>
              <c:strCache>
                <c:ptCount val="1"/>
                <c:pt idx="0">
                  <c:v>2024-07-01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soc_transition_wide!$B$2:$B$50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0.74278749999999982</c:v>
                </c:pt>
                <c:pt idx="13">
                  <c:v>0.69999999999999973</c:v>
                </c:pt>
                <c:pt idx="14">
                  <c:v>0.65721249999999964</c:v>
                </c:pt>
                <c:pt idx="15">
                  <c:v>0.69999999999999973</c:v>
                </c:pt>
                <c:pt idx="16">
                  <c:v>0.7</c:v>
                </c:pt>
                <c:pt idx="17">
                  <c:v>0.69999999999999973</c:v>
                </c:pt>
                <c:pt idx="18">
                  <c:v>0.82440262854186575</c:v>
                </c:pt>
                <c:pt idx="19">
                  <c:v>0.80230960283349284</c:v>
                </c:pt>
                <c:pt idx="20">
                  <c:v>0.63511947429162696</c:v>
                </c:pt>
                <c:pt idx="21">
                  <c:v>0.46792934574976108</c:v>
                </c:pt>
                <c:pt idx="22">
                  <c:v>0.30073921720789532</c:v>
                </c:pt>
                <c:pt idx="23">
                  <c:v>0.13354908866602941</c:v>
                </c:pt>
                <c:pt idx="24">
                  <c:v>0.110716845749761</c:v>
                </c:pt>
                <c:pt idx="25">
                  <c:v>0.11004799545983231</c:v>
                </c:pt>
                <c:pt idx="26">
                  <c:v>0.99531042741504816</c:v>
                </c:pt>
                <c:pt idx="27">
                  <c:v>0.99464157712511936</c:v>
                </c:pt>
                <c:pt idx="28">
                  <c:v>0.69866229942014235</c:v>
                </c:pt>
                <c:pt idx="29">
                  <c:v>0.40268302171516551</c:v>
                </c:pt>
                <c:pt idx="30">
                  <c:v>0.1067037440101886</c:v>
                </c:pt>
                <c:pt idx="31">
                  <c:v>0.1067037440101886</c:v>
                </c:pt>
                <c:pt idx="32">
                  <c:v>0.1067037440101886</c:v>
                </c:pt>
                <c:pt idx="33">
                  <c:v>0.1067037440101886</c:v>
                </c:pt>
                <c:pt idx="34">
                  <c:v>0.1067037440101886</c:v>
                </c:pt>
                <c:pt idx="35">
                  <c:v>0.12907091019952849</c:v>
                </c:pt>
                <c:pt idx="36">
                  <c:v>0.12907091019952849</c:v>
                </c:pt>
                <c:pt idx="37">
                  <c:v>0.1193806067996856</c:v>
                </c:pt>
                <c:pt idx="38">
                  <c:v>0.1096903033998428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60-4056-B227-99618806B6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59931648"/>
        <c:axId val="2059932128"/>
      </c:lineChart>
      <c:catAx>
        <c:axId val="205993164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59932128"/>
        <c:crosses val="autoZero"/>
        <c:auto val="1"/>
        <c:lblAlgn val="ctr"/>
        <c:lblOffset val="100"/>
        <c:noMultiLvlLbl val="0"/>
      </c:catAx>
      <c:valAx>
        <c:axId val="2059932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59931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soc_transition_wide!$C$1</c:f>
              <c:strCache>
                <c:ptCount val="1"/>
                <c:pt idx="0">
                  <c:v>2024-10-22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soc_transition_wide!$C$2:$C$50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0.7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0.45721249999999691</c:v>
                </c:pt>
                <c:pt idx="20">
                  <c:v>0.41442499999999372</c:v>
                </c:pt>
                <c:pt idx="21">
                  <c:v>0.37163749999999057</c:v>
                </c:pt>
                <c:pt idx="22">
                  <c:v>0.32884999999999998</c:v>
                </c:pt>
                <c:pt idx="23">
                  <c:v>0.28606249999998418</c:v>
                </c:pt>
                <c:pt idx="24">
                  <c:v>0.24327499999998109</c:v>
                </c:pt>
                <c:pt idx="25">
                  <c:v>0.84509710283350459</c:v>
                </c:pt>
                <c:pt idx="26">
                  <c:v>0.84509710283350459</c:v>
                </c:pt>
                <c:pt idx="27">
                  <c:v>0.84509710283350459</c:v>
                </c:pt>
                <c:pt idx="28">
                  <c:v>0.84509710283350459</c:v>
                </c:pt>
                <c:pt idx="29">
                  <c:v>0.84509710283350459</c:v>
                </c:pt>
                <c:pt idx="30">
                  <c:v>0.91746389525648453</c:v>
                </c:pt>
                <c:pt idx="31">
                  <c:v>0.90740914191356259</c:v>
                </c:pt>
                <c:pt idx="32">
                  <c:v>0.66785222094870678</c:v>
                </c:pt>
                <c:pt idx="33">
                  <c:v>0.42829529998385102</c:v>
                </c:pt>
                <c:pt idx="34">
                  <c:v>0.18873837901899529</c:v>
                </c:pt>
                <c:pt idx="35">
                  <c:v>0.14918145805413949</c:v>
                </c:pt>
                <c:pt idx="36">
                  <c:v>0.11830406864528049</c:v>
                </c:pt>
                <c:pt idx="37">
                  <c:v>0.1137280514839604</c:v>
                </c:pt>
                <c:pt idx="38">
                  <c:v>0.1091520343226402</c:v>
                </c:pt>
                <c:pt idx="39">
                  <c:v>0.1045760171613201</c:v>
                </c:pt>
                <c:pt idx="40">
                  <c:v>0.1</c:v>
                </c:pt>
                <c:pt idx="41">
                  <c:v>0.1</c:v>
                </c:pt>
                <c:pt idx="42">
                  <c:v>0.1020825904272866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0C-4461-989C-604B8CDC1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7190928"/>
        <c:axId val="307191408"/>
      </c:lineChart>
      <c:catAx>
        <c:axId val="30719092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07191408"/>
        <c:crosses val="autoZero"/>
        <c:auto val="1"/>
        <c:lblAlgn val="ctr"/>
        <c:lblOffset val="100"/>
        <c:noMultiLvlLbl val="0"/>
      </c:catAx>
      <c:valAx>
        <c:axId val="307191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07190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soc_transition_wide!$D$1</c:f>
              <c:strCache>
                <c:ptCount val="1"/>
                <c:pt idx="0">
                  <c:v>2025-01-30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soc_transition_wide!$D$2:$D$50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0.97109521618463357</c:v>
                </c:pt>
                <c:pt idx="13">
                  <c:v>0.96628688285130049</c:v>
                </c:pt>
                <c:pt idx="14">
                  <c:v>0.96147854951796674</c:v>
                </c:pt>
                <c:pt idx="15">
                  <c:v>0.79038333333333344</c:v>
                </c:pt>
                <c:pt idx="16">
                  <c:v>0.7855749999999998</c:v>
                </c:pt>
                <c:pt idx="17">
                  <c:v>0.78076666666666683</c:v>
                </c:pt>
                <c:pt idx="18">
                  <c:v>0.77115</c:v>
                </c:pt>
                <c:pt idx="19">
                  <c:v>0.47115000000000001</c:v>
                </c:pt>
                <c:pt idx="20">
                  <c:v>0.47115000000000001</c:v>
                </c:pt>
                <c:pt idx="21">
                  <c:v>0.47115000000000001</c:v>
                </c:pt>
                <c:pt idx="22">
                  <c:v>0.47115000000000001</c:v>
                </c:pt>
                <c:pt idx="23">
                  <c:v>0.47115000000000001</c:v>
                </c:pt>
                <c:pt idx="24">
                  <c:v>0.47115000000000001</c:v>
                </c:pt>
                <c:pt idx="25">
                  <c:v>0.42836250000000009</c:v>
                </c:pt>
                <c:pt idx="26">
                  <c:v>0.7</c:v>
                </c:pt>
                <c:pt idx="27">
                  <c:v>0.65721250000000009</c:v>
                </c:pt>
                <c:pt idx="28">
                  <c:v>0.7</c:v>
                </c:pt>
                <c:pt idx="29">
                  <c:v>0.69999999999999984</c:v>
                </c:pt>
                <c:pt idx="30">
                  <c:v>0.95721250000000002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0.7</c:v>
                </c:pt>
                <c:pt idx="36">
                  <c:v>0.39999999999999991</c:v>
                </c:pt>
                <c:pt idx="37">
                  <c:v>0.21705993911174759</c:v>
                </c:pt>
                <c:pt idx="38">
                  <c:v>0.18675440812096511</c:v>
                </c:pt>
                <c:pt idx="39">
                  <c:v>0.1672813959433147</c:v>
                </c:pt>
                <c:pt idx="40">
                  <c:v>0.14780838376566419</c:v>
                </c:pt>
                <c:pt idx="41">
                  <c:v>0.12833537158801381</c:v>
                </c:pt>
                <c:pt idx="42">
                  <c:v>0.1088623594103634</c:v>
                </c:pt>
                <c:pt idx="43">
                  <c:v>0.1</c:v>
                </c:pt>
                <c:pt idx="44">
                  <c:v>0.1088623594103634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61-42F5-BE8B-90B18629E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1738400"/>
        <c:axId val="411740800"/>
      </c:lineChart>
      <c:catAx>
        <c:axId val="4117384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1740800"/>
        <c:crosses val="autoZero"/>
        <c:auto val="1"/>
        <c:lblAlgn val="ctr"/>
        <c:lblOffset val="100"/>
        <c:noMultiLvlLbl val="0"/>
      </c:catAx>
      <c:valAx>
        <c:axId val="411740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1738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soc_transition_wide!$E$1</c:f>
              <c:strCache>
                <c:ptCount val="1"/>
                <c:pt idx="0">
                  <c:v>2024-08-06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soc_transition_wide!$E$2:$E$50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0.49519166666666659</c:v>
                </c:pt>
                <c:pt idx="8">
                  <c:v>0.49038333333333328</c:v>
                </c:pt>
                <c:pt idx="9">
                  <c:v>0.48557499999999998</c:v>
                </c:pt>
                <c:pt idx="10">
                  <c:v>0.48076666666666662</c:v>
                </c:pt>
                <c:pt idx="11">
                  <c:v>0.47595833333333332</c:v>
                </c:pt>
                <c:pt idx="12">
                  <c:v>0.47115000000000001</c:v>
                </c:pt>
                <c:pt idx="13">
                  <c:v>0.42836249999999992</c:v>
                </c:pt>
                <c:pt idx="14">
                  <c:v>0.38557499999999978</c:v>
                </c:pt>
                <c:pt idx="15">
                  <c:v>0.34278749999999991</c:v>
                </c:pt>
                <c:pt idx="16">
                  <c:v>0.3</c:v>
                </c:pt>
                <c:pt idx="17">
                  <c:v>0.25721249999999968</c:v>
                </c:pt>
                <c:pt idx="18">
                  <c:v>0.21442499999999981</c:v>
                </c:pt>
                <c:pt idx="19">
                  <c:v>0.19495198782234929</c:v>
                </c:pt>
                <c:pt idx="20">
                  <c:v>0.17547897564469889</c:v>
                </c:pt>
                <c:pt idx="21">
                  <c:v>0.15600596346704851</c:v>
                </c:pt>
                <c:pt idx="22">
                  <c:v>0.1365329512893981</c:v>
                </c:pt>
                <c:pt idx="23">
                  <c:v>0.1170599391117477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0.93786251070735605</c:v>
                </c:pt>
                <c:pt idx="30">
                  <c:v>0.96689160487912396</c:v>
                </c:pt>
                <c:pt idx="31">
                  <c:v>0.9717206173372066</c:v>
                </c:pt>
                <c:pt idx="32">
                  <c:v>0.9717206173372066</c:v>
                </c:pt>
                <c:pt idx="33">
                  <c:v>0.96768727038492564</c:v>
                </c:pt>
                <c:pt idx="34">
                  <c:v>0.96365392343264467</c:v>
                </c:pt>
                <c:pt idx="35">
                  <c:v>0.95962057648036381</c:v>
                </c:pt>
                <c:pt idx="36">
                  <c:v>0.95558722952808284</c:v>
                </c:pt>
                <c:pt idx="37">
                  <c:v>0.66662183890349747</c:v>
                </c:pt>
                <c:pt idx="38">
                  <c:v>0.37765644827891232</c:v>
                </c:pt>
                <c:pt idx="39">
                  <c:v>0.1036712317531268</c:v>
                </c:pt>
                <c:pt idx="40">
                  <c:v>0.1018356158765634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0.50083540684353611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A4-4C30-8C21-4E6ECA599D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86072976"/>
        <c:axId val="2086076336"/>
      </c:lineChart>
      <c:catAx>
        <c:axId val="20860729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86076336"/>
        <c:crosses val="autoZero"/>
        <c:auto val="1"/>
        <c:lblAlgn val="ctr"/>
        <c:lblOffset val="100"/>
        <c:noMultiLvlLbl val="0"/>
      </c:catAx>
      <c:valAx>
        <c:axId val="208607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8607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soc_transition_wide!$F$1</c:f>
              <c:strCache>
                <c:ptCount val="1"/>
                <c:pt idx="0">
                  <c:v>2024-05-06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soc_transition_wide!$F$2:$F$50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0.8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0.24327499999999991</c:v>
                </c:pt>
                <c:pt idx="20">
                  <c:v>0.24327499999999991</c:v>
                </c:pt>
                <c:pt idx="21">
                  <c:v>0.24327499999999991</c:v>
                </c:pt>
                <c:pt idx="22">
                  <c:v>0.24327499999999991</c:v>
                </c:pt>
                <c:pt idx="23">
                  <c:v>0.24327499999999991</c:v>
                </c:pt>
                <c:pt idx="24">
                  <c:v>0.24327499999999991</c:v>
                </c:pt>
                <c:pt idx="25">
                  <c:v>0.86719012854186572</c:v>
                </c:pt>
                <c:pt idx="26">
                  <c:v>0.86719012854186572</c:v>
                </c:pt>
                <c:pt idx="27">
                  <c:v>0.86719012854186572</c:v>
                </c:pt>
                <c:pt idx="28">
                  <c:v>0.86719012854186572</c:v>
                </c:pt>
                <c:pt idx="29">
                  <c:v>0.86719012854186572</c:v>
                </c:pt>
                <c:pt idx="30">
                  <c:v>0.86719012854186572</c:v>
                </c:pt>
                <c:pt idx="31">
                  <c:v>0.8450971028334926</c:v>
                </c:pt>
                <c:pt idx="32">
                  <c:v>0.82300407712511936</c:v>
                </c:pt>
                <c:pt idx="33">
                  <c:v>0.80091105141674634</c:v>
                </c:pt>
                <c:pt idx="34">
                  <c:v>0.73372092287488067</c:v>
                </c:pt>
                <c:pt idx="35">
                  <c:v>0.66653079433301476</c:v>
                </c:pt>
                <c:pt idx="36">
                  <c:v>0.63763692394667371</c:v>
                </c:pt>
                <c:pt idx="37">
                  <c:v>0.62758217060375132</c:v>
                </c:pt>
                <c:pt idx="38">
                  <c:v>0.38802524963890028</c:v>
                </c:pt>
                <c:pt idx="39">
                  <c:v>0.14846832867404919</c:v>
                </c:pt>
                <c:pt idx="40">
                  <c:v>0.13841357533112669</c:v>
                </c:pt>
                <c:pt idx="41">
                  <c:v>0.12835882198820431</c:v>
                </c:pt>
                <c:pt idx="42">
                  <c:v>0.1183040686452819</c:v>
                </c:pt>
                <c:pt idx="43">
                  <c:v>0.1137280514839614</c:v>
                </c:pt>
                <c:pt idx="44">
                  <c:v>0.10915203432264101</c:v>
                </c:pt>
                <c:pt idx="45">
                  <c:v>0.10457601716132051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8A-4488-A33E-C1602A43A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9987824"/>
        <c:axId val="419988784"/>
      </c:lineChart>
      <c:catAx>
        <c:axId val="41998782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9988784"/>
        <c:crosses val="autoZero"/>
        <c:auto val="1"/>
        <c:lblAlgn val="ctr"/>
        <c:lblOffset val="100"/>
        <c:noMultiLvlLbl val="0"/>
      </c:catAx>
      <c:valAx>
        <c:axId val="419988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1998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soc_transition_wide!$G$1</c:f>
              <c:strCache>
                <c:ptCount val="1"/>
                <c:pt idx="0">
                  <c:v>2024-04-30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soc_transition_wide!$G$2:$G$50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0.45721250000000008</c:v>
                </c:pt>
                <c:pt idx="14">
                  <c:v>0.4144250000000001</c:v>
                </c:pt>
                <c:pt idx="15">
                  <c:v>0.37163750000000012</c:v>
                </c:pt>
                <c:pt idx="16">
                  <c:v>0.32884999999999998</c:v>
                </c:pt>
                <c:pt idx="17">
                  <c:v>0.28606250000000011</c:v>
                </c:pt>
                <c:pt idx="18">
                  <c:v>0.24327499999999999</c:v>
                </c:pt>
                <c:pt idx="19">
                  <c:v>0.22118197429162689</c:v>
                </c:pt>
                <c:pt idx="20">
                  <c:v>0.19908894858325371</c:v>
                </c:pt>
                <c:pt idx="21">
                  <c:v>0.17699592287488061</c:v>
                </c:pt>
                <c:pt idx="22">
                  <c:v>0.1549028971665074</c:v>
                </c:pt>
                <c:pt idx="23">
                  <c:v>0.1328098714581343</c:v>
                </c:pt>
                <c:pt idx="24">
                  <c:v>0.11071684574976121</c:v>
                </c:pt>
                <c:pt idx="25">
                  <c:v>0.1006620924068387</c:v>
                </c:pt>
                <c:pt idx="26">
                  <c:v>0.92950216762192861</c:v>
                </c:pt>
                <c:pt idx="27">
                  <c:v>0.92950216762192861</c:v>
                </c:pt>
                <c:pt idx="28">
                  <c:v>0.92950216762192861</c:v>
                </c:pt>
                <c:pt idx="29">
                  <c:v>0.92950216762192861</c:v>
                </c:pt>
                <c:pt idx="30">
                  <c:v>0.91944741427900623</c:v>
                </c:pt>
                <c:pt idx="31">
                  <c:v>0.96791574295305538</c:v>
                </c:pt>
                <c:pt idx="32">
                  <c:v>0.96333972579173488</c:v>
                </c:pt>
                <c:pt idx="33">
                  <c:v>0.96791574295305538</c:v>
                </c:pt>
                <c:pt idx="34">
                  <c:v>0.96791574295305538</c:v>
                </c:pt>
                <c:pt idx="35">
                  <c:v>0.96791574295305538</c:v>
                </c:pt>
                <c:pt idx="36">
                  <c:v>0.96333972579173488</c:v>
                </c:pt>
                <c:pt idx="37">
                  <c:v>0.67585899637960489</c:v>
                </c:pt>
                <c:pt idx="38">
                  <c:v>0.38837826696747491</c:v>
                </c:pt>
                <c:pt idx="39">
                  <c:v>0.10719557867307521</c:v>
                </c:pt>
                <c:pt idx="40">
                  <c:v>0.10511298824578851</c:v>
                </c:pt>
                <c:pt idx="41">
                  <c:v>0.10303039781850171</c:v>
                </c:pt>
                <c:pt idx="42">
                  <c:v>0.10094780739121501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B2-45E1-A30A-1D0EDDFC5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482640"/>
        <c:axId val="103485040"/>
      </c:lineChart>
      <c:catAx>
        <c:axId val="1034826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3485040"/>
        <c:crosses val="autoZero"/>
        <c:auto val="1"/>
        <c:lblAlgn val="ctr"/>
        <c:lblOffset val="100"/>
        <c:noMultiLvlLbl val="0"/>
      </c:catAx>
      <c:valAx>
        <c:axId val="103485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3482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soc_transition_wide!$H$1</c:f>
              <c:strCache>
                <c:ptCount val="1"/>
                <c:pt idx="0">
                  <c:v>2024-12-04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soc_transition_wide!$H$2:$H$50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0.45721250000000002</c:v>
                </c:pt>
                <c:pt idx="20">
                  <c:v>0.41442499999999988</c:v>
                </c:pt>
                <c:pt idx="21">
                  <c:v>0.37163750000000001</c:v>
                </c:pt>
                <c:pt idx="22">
                  <c:v>0.32884999999999998</c:v>
                </c:pt>
                <c:pt idx="23">
                  <c:v>0.28606249999999978</c:v>
                </c:pt>
                <c:pt idx="24">
                  <c:v>0.2432749999999998</c:v>
                </c:pt>
                <c:pt idx="25">
                  <c:v>0.2211819742916267</c:v>
                </c:pt>
                <c:pt idx="26">
                  <c:v>0.2</c:v>
                </c:pt>
                <c:pt idx="27">
                  <c:v>0.17790697429162691</c:v>
                </c:pt>
                <c:pt idx="28">
                  <c:v>0.15581394858325379</c:v>
                </c:pt>
                <c:pt idx="29">
                  <c:v>0.8450971028334926</c:v>
                </c:pt>
                <c:pt idx="30">
                  <c:v>0.97790697429162687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0.7</c:v>
                </c:pt>
                <c:pt idx="36">
                  <c:v>0.4</c:v>
                </c:pt>
                <c:pt idx="37">
                  <c:v>0.16044307903514879</c:v>
                </c:pt>
                <c:pt idx="38">
                  <c:v>0.14937104769433071</c:v>
                </c:pt>
                <c:pt idx="39">
                  <c:v>0.13931629435140819</c:v>
                </c:pt>
                <c:pt idx="40">
                  <c:v>0.1292615410084858</c:v>
                </c:pt>
                <c:pt idx="41">
                  <c:v>0.1192067876655634</c:v>
                </c:pt>
                <c:pt idx="42">
                  <c:v>0.10915203432264101</c:v>
                </c:pt>
                <c:pt idx="43">
                  <c:v>0.10457601716132051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8F-4CD8-8193-5816EBA46F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079024"/>
        <c:axId val="131079504"/>
      </c:lineChart>
      <c:catAx>
        <c:axId val="13107902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1079504"/>
        <c:crosses val="autoZero"/>
        <c:auto val="1"/>
        <c:lblAlgn val="ctr"/>
        <c:lblOffset val="100"/>
        <c:noMultiLvlLbl val="0"/>
      </c:catAx>
      <c:valAx>
        <c:axId val="131079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1079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soc_transition_wide!$I$1</c:f>
              <c:strCache>
                <c:ptCount val="1"/>
                <c:pt idx="0">
                  <c:v>2025-02-11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soc_transition_wide!$I$2:$I$50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0.41442499999999999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0.22118197429162681</c:v>
                </c:pt>
                <c:pt idx="20">
                  <c:v>0.19908894858325371</c:v>
                </c:pt>
                <c:pt idx="21">
                  <c:v>0.1769959228748805</c:v>
                </c:pt>
                <c:pt idx="22">
                  <c:v>0.15490289716650729</c:v>
                </c:pt>
                <c:pt idx="23">
                  <c:v>0.1328098714581343</c:v>
                </c:pt>
                <c:pt idx="24">
                  <c:v>0.11071684574976109</c:v>
                </c:pt>
                <c:pt idx="25">
                  <c:v>0.11071684574976109</c:v>
                </c:pt>
                <c:pt idx="26">
                  <c:v>0.11071684574976109</c:v>
                </c:pt>
                <c:pt idx="27">
                  <c:v>0.11071684574976109</c:v>
                </c:pt>
                <c:pt idx="28">
                  <c:v>0.11071684574976109</c:v>
                </c:pt>
                <c:pt idx="29">
                  <c:v>1</c:v>
                </c:pt>
                <c:pt idx="30">
                  <c:v>0.93955692096485122</c:v>
                </c:pt>
                <c:pt idx="31">
                  <c:v>0.92950216762192861</c:v>
                </c:pt>
                <c:pt idx="32">
                  <c:v>0.92950216762192861</c:v>
                </c:pt>
                <c:pt idx="33">
                  <c:v>0.92950216762192883</c:v>
                </c:pt>
                <c:pt idx="34">
                  <c:v>0.92950216762192861</c:v>
                </c:pt>
                <c:pt idx="35">
                  <c:v>0.91944741427900611</c:v>
                </c:pt>
                <c:pt idx="36">
                  <c:v>0.67989049331415519</c:v>
                </c:pt>
                <c:pt idx="37">
                  <c:v>0.40739873319977921</c:v>
                </c:pt>
                <c:pt idx="38">
                  <c:v>0.23490697308540329</c:v>
                </c:pt>
                <c:pt idx="39">
                  <c:v>0.12205841319310839</c:v>
                </c:pt>
                <c:pt idx="40">
                  <c:v>0.11748239603178789</c:v>
                </c:pt>
                <c:pt idx="41">
                  <c:v>0.11290637887046739</c:v>
                </c:pt>
                <c:pt idx="42">
                  <c:v>0.10833036170914689</c:v>
                </c:pt>
                <c:pt idx="43">
                  <c:v>0.10624777128186021</c:v>
                </c:pt>
                <c:pt idx="44">
                  <c:v>0.10416518085457351</c:v>
                </c:pt>
                <c:pt idx="45">
                  <c:v>0.10208259042728671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C0-47F8-9E16-65D0A6A26D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303968"/>
        <c:axId val="125304448"/>
      </c:lineChart>
      <c:catAx>
        <c:axId val="12530396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5304448"/>
        <c:crosses val="autoZero"/>
        <c:auto val="1"/>
        <c:lblAlgn val="ctr"/>
        <c:lblOffset val="100"/>
        <c:noMultiLvlLbl val="0"/>
      </c:catAx>
      <c:valAx>
        <c:axId val="12530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5303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soc_transition_wide!$J$1</c:f>
              <c:strCache>
                <c:ptCount val="1"/>
                <c:pt idx="0">
                  <c:v>2024-06-11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soc_transition_wide!$J$2:$J$50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0.45721249999999991</c:v>
                </c:pt>
                <c:pt idx="14">
                  <c:v>0.41442499999999982</c:v>
                </c:pt>
                <c:pt idx="15">
                  <c:v>0.37163749999999979</c:v>
                </c:pt>
                <c:pt idx="16">
                  <c:v>0.32884999999999998</c:v>
                </c:pt>
                <c:pt idx="17">
                  <c:v>0.28606249999999972</c:v>
                </c:pt>
                <c:pt idx="18">
                  <c:v>0.24327499999999971</c:v>
                </c:pt>
                <c:pt idx="19">
                  <c:v>0.24327499999999971</c:v>
                </c:pt>
                <c:pt idx="20">
                  <c:v>0.24327499999999971</c:v>
                </c:pt>
                <c:pt idx="21">
                  <c:v>0.54327499999999962</c:v>
                </c:pt>
                <c:pt idx="22">
                  <c:v>0.24327499999999971</c:v>
                </c:pt>
                <c:pt idx="23">
                  <c:v>0.24327499999999971</c:v>
                </c:pt>
                <c:pt idx="24">
                  <c:v>0.24327499999999971</c:v>
                </c:pt>
                <c:pt idx="25">
                  <c:v>0.24327499999999971</c:v>
                </c:pt>
                <c:pt idx="26">
                  <c:v>1</c:v>
                </c:pt>
                <c:pt idx="27">
                  <c:v>1</c:v>
                </c:pt>
                <c:pt idx="28">
                  <c:v>0.7</c:v>
                </c:pt>
                <c:pt idx="29">
                  <c:v>0.40000000000000008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0.82366341133397059</c:v>
                </c:pt>
                <c:pt idx="37">
                  <c:v>0.65647328279210482</c:v>
                </c:pt>
                <c:pt idx="38">
                  <c:v>0.48928315425023888</c:v>
                </c:pt>
                <c:pt idx="39">
                  <c:v>0.32209302570837312</c:v>
                </c:pt>
                <c:pt idx="40">
                  <c:v>0.15490289716650721</c:v>
                </c:pt>
                <c:pt idx="41">
                  <c:v>0.13280987145813411</c:v>
                </c:pt>
                <c:pt idx="42">
                  <c:v>0.110716845749761</c:v>
                </c:pt>
                <c:pt idx="43">
                  <c:v>0.1006620924068386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6C-463C-B2B5-B323072137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286688"/>
        <c:axId val="125289568"/>
      </c:lineChart>
      <c:catAx>
        <c:axId val="1252866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5289568"/>
        <c:crosses val="autoZero"/>
        <c:auto val="1"/>
        <c:lblAlgn val="ctr"/>
        <c:lblOffset val="100"/>
        <c:noMultiLvlLbl val="0"/>
      </c:catAx>
      <c:valAx>
        <c:axId val="125289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5286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soc_transition_wide!$K$1</c:f>
              <c:strCache>
                <c:ptCount val="1"/>
                <c:pt idx="0">
                  <c:v>2024-06-05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soc_transition_wide!$K$2:$K$50</c:f>
              <c:numCache>
                <c:formatCode>General</c:formatCode>
                <c:ptCount val="49"/>
                <c:pt idx="0">
                  <c:v>0.5</c:v>
                </c:pt>
                <c:pt idx="1">
                  <c:v>0.49519166666666659</c:v>
                </c:pt>
                <c:pt idx="2">
                  <c:v>0.49038333333333328</c:v>
                </c:pt>
                <c:pt idx="3">
                  <c:v>0.48557500000000009</c:v>
                </c:pt>
                <c:pt idx="4">
                  <c:v>0.48076666666666662</c:v>
                </c:pt>
                <c:pt idx="5">
                  <c:v>0.47595833333333348</c:v>
                </c:pt>
                <c:pt idx="6">
                  <c:v>0.47115000000000001</c:v>
                </c:pt>
                <c:pt idx="7">
                  <c:v>0.47115000000000001</c:v>
                </c:pt>
                <c:pt idx="8">
                  <c:v>0.47115000000000001</c:v>
                </c:pt>
                <c:pt idx="9">
                  <c:v>0.47115000000000001</c:v>
                </c:pt>
                <c:pt idx="10">
                  <c:v>0.47115000000000001</c:v>
                </c:pt>
                <c:pt idx="11">
                  <c:v>0.47115000000000001</c:v>
                </c:pt>
                <c:pt idx="12">
                  <c:v>0.47115000000000001</c:v>
                </c:pt>
                <c:pt idx="13">
                  <c:v>0.47115000000000001</c:v>
                </c:pt>
                <c:pt idx="14">
                  <c:v>0.47115000000000001</c:v>
                </c:pt>
                <c:pt idx="15">
                  <c:v>0.47115000000000001</c:v>
                </c:pt>
                <c:pt idx="16">
                  <c:v>0.47115000000000001</c:v>
                </c:pt>
                <c:pt idx="17">
                  <c:v>0.47115000000000001</c:v>
                </c:pt>
                <c:pt idx="18">
                  <c:v>0.47115000000000001</c:v>
                </c:pt>
                <c:pt idx="19">
                  <c:v>0.42836250000000009</c:v>
                </c:pt>
                <c:pt idx="20">
                  <c:v>0.38557500000000022</c:v>
                </c:pt>
                <c:pt idx="21">
                  <c:v>0.34278750000000008</c:v>
                </c:pt>
                <c:pt idx="22">
                  <c:v>0.3</c:v>
                </c:pt>
                <c:pt idx="23">
                  <c:v>0.25721250000000001</c:v>
                </c:pt>
                <c:pt idx="24">
                  <c:v>0.214425</c:v>
                </c:pt>
                <c:pt idx="25">
                  <c:v>0.2</c:v>
                </c:pt>
                <c:pt idx="26">
                  <c:v>0.18052698782234949</c:v>
                </c:pt>
                <c:pt idx="27">
                  <c:v>0.16105397564469909</c:v>
                </c:pt>
                <c:pt idx="28">
                  <c:v>0.86346704871060176</c:v>
                </c:pt>
                <c:pt idx="29">
                  <c:v>0.86346704871060176</c:v>
                </c:pt>
                <c:pt idx="30">
                  <c:v>0.9805269878223497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0.71772471882072686</c:v>
                </c:pt>
                <c:pt idx="38">
                  <c:v>0.4177247188207267</c:v>
                </c:pt>
                <c:pt idx="39">
                  <c:v>0.1177247188207267</c:v>
                </c:pt>
                <c:pt idx="40">
                  <c:v>0.1177247188207267</c:v>
                </c:pt>
                <c:pt idx="41">
                  <c:v>0.1177247188207267</c:v>
                </c:pt>
                <c:pt idx="42">
                  <c:v>0.1177247188207267</c:v>
                </c:pt>
                <c:pt idx="43">
                  <c:v>0.1088623594103634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12-4DA2-830C-55C1047631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4460368"/>
        <c:axId val="184461808"/>
      </c:lineChart>
      <c:catAx>
        <c:axId val="18446036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84461808"/>
        <c:crosses val="autoZero"/>
        <c:auto val="1"/>
        <c:lblAlgn val="ctr"/>
        <c:lblOffset val="100"/>
        <c:noMultiLvlLbl val="0"/>
      </c:catAx>
      <c:valAx>
        <c:axId val="184461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84460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soc_transition_wide!$L$1</c:f>
              <c:strCache>
                <c:ptCount val="1"/>
                <c:pt idx="0">
                  <c:v>2025-03-25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soc_transition_wide!$L$2:$L$50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0.7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0.3716374999999999</c:v>
                </c:pt>
                <c:pt idx="16">
                  <c:v>0.32884999999999998</c:v>
                </c:pt>
                <c:pt idx="17">
                  <c:v>0.28606249999999978</c:v>
                </c:pt>
                <c:pt idx="18">
                  <c:v>0.24327499999999971</c:v>
                </c:pt>
                <c:pt idx="19">
                  <c:v>0.22118197429162659</c:v>
                </c:pt>
                <c:pt idx="20">
                  <c:v>0.2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</c:v>
                </c:pt>
                <c:pt idx="25">
                  <c:v>0.110716845749761</c:v>
                </c:pt>
                <c:pt idx="26">
                  <c:v>0.110716845749761</c:v>
                </c:pt>
                <c:pt idx="27">
                  <c:v>0.110716845749761</c:v>
                </c:pt>
                <c:pt idx="28">
                  <c:v>0.110716845749761</c:v>
                </c:pt>
                <c:pt idx="29">
                  <c:v>0.110716845749761</c:v>
                </c:pt>
                <c:pt idx="30">
                  <c:v>0.110716845749761</c:v>
                </c:pt>
                <c:pt idx="31">
                  <c:v>0.1006620924068386</c:v>
                </c:pt>
                <c:pt idx="32">
                  <c:v>0.92950216762192883</c:v>
                </c:pt>
                <c:pt idx="33">
                  <c:v>0.92950216762192883</c:v>
                </c:pt>
                <c:pt idx="34">
                  <c:v>0.92950216762192883</c:v>
                </c:pt>
                <c:pt idx="35">
                  <c:v>0.92950216762192883</c:v>
                </c:pt>
                <c:pt idx="36">
                  <c:v>0.91944741427900623</c:v>
                </c:pt>
                <c:pt idx="37">
                  <c:v>0.6469556541646303</c:v>
                </c:pt>
                <c:pt idx="38">
                  <c:v>0.37446389405025438</c:v>
                </c:pt>
                <c:pt idx="39">
                  <c:v>0.124141003620395</c:v>
                </c:pt>
                <c:pt idx="40">
                  <c:v>0.1195649864590746</c:v>
                </c:pt>
                <c:pt idx="41">
                  <c:v>0.1149889692977541</c:v>
                </c:pt>
                <c:pt idx="42">
                  <c:v>0.1104129521364336</c:v>
                </c:pt>
                <c:pt idx="43">
                  <c:v>0.10833036170914689</c:v>
                </c:pt>
                <c:pt idx="44">
                  <c:v>0.10624777128186021</c:v>
                </c:pt>
                <c:pt idx="45">
                  <c:v>0.10416518085457351</c:v>
                </c:pt>
                <c:pt idx="46">
                  <c:v>0.10208259042728671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A2-44FF-B802-3F9B551F14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9047136"/>
        <c:axId val="99048576"/>
      </c:lineChart>
      <c:catAx>
        <c:axId val="990471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9048576"/>
        <c:crosses val="autoZero"/>
        <c:auto val="1"/>
        <c:lblAlgn val="ctr"/>
        <c:lblOffset val="100"/>
        <c:noMultiLvlLbl val="0"/>
      </c:catAx>
      <c:valAx>
        <c:axId val="99048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9047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soc_transition_wide!$M$1</c:f>
              <c:strCache>
                <c:ptCount val="1"/>
                <c:pt idx="0">
                  <c:v>2024-05-10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soc_transition_wide!$M$2:$M$50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0.8</c:v>
                </c:pt>
                <c:pt idx="10">
                  <c:v>0.8</c:v>
                </c:pt>
                <c:pt idx="11">
                  <c:v>0.5</c:v>
                </c:pt>
                <c:pt idx="12">
                  <c:v>0.5</c:v>
                </c:pt>
                <c:pt idx="13">
                  <c:v>0.49519166666666659</c:v>
                </c:pt>
                <c:pt idx="14">
                  <c:v>0.49038333333333328</c:v>
                </c:pt>
                <c:pt idx="15">
                  <c:v>0.48557499999999998</c:v>
                </c:pt>
                <c:pt idx="16">
                  <c:v>0.48076666666666662</c:v>
                </c:pt>
                <c:pt idx="17">
                  <c:v>0.47595833333333348</c:v>
                </c:pt>
                <c:pt idx="18">
                  <c:v>0.47115000000000001</c:v>
                </c:pt>
                <c:pt idx="19">
                  <c:v>0.42836250000000009</c:v>
                </c:pt>
                <c:pt idx="20">
                  <c:v>0.38557500000000011</c:v>
                </c:pt>
                <c:pt idx="21">
                  <c:v>0.34278750000000008</c:v>
                </c:pt>
                <c:pt idx="22">
                  <c:v>0.3</c:v>
                </c:pt>
                <c:pt idx="23">
                  <c:v>0.25721250000000001</c:v>
                </c:pt>
                <c:pt idx="24">
                  <c:v>0.21442499999999989</c:v>
                </c:pt>
                <c:pt idx="25">
                  <c:v>0.2</c:v>
                </c:pt>
                <c:pt idx="26">
                  <c:v>0.17547897564469911</c:v>
                </c:pt>
                <c:pt idx="27">
                  <c:v>0.1560059634670487</c:v>
                </c:pt>
                <c:pt idx="28">
                  <c:v>0.1365329512893983</c:v>
                </c:pt>
                <c:pt idx="29">
                  <c:v>0.11705993911174779</c:v>
                </c:pt>
                <c:pt idx="30">
                  <c:v>0.1</c:v>
                </c:pt>
                <c:pt idx="31">
                  <c:v>0.1</c:v>
                </c:pt>
                <c:pt idx="32">
                  <c:v>0.93786251070735605</c:v>
                </c:pt>
                <c:pt idx="33">
                  <c:v>0.93786251070735605</c:v>
                </c:pt>
                <c:pt idx="34">
                  <c:v>0.93786251070735605</c:v>
                </c:pt>
                <c:pt idx="35">
                  <c:v>0.93786251070735605</c:v>
                </c:pt>
                <c:pt idx="36">
                  <c:v>0.96689160487912396</c:v>
                </c:pt>
                <c:pt idx="37">
                  <c:v>0.93532858677302433</c:v>
                </c:pt>
                <c:pt idx="38">
                  <c:v>0.65957462248353682</c:v>
                </c:pt>
                <c:pt idx="39">
                  <c:v>0.38382065819404942</c:v>
                </c:pt>
                <c:pt idx="40">
                  <c:v>0.1080666939045619</c:v>
                </c:pt>
                <c:pt idx="41">
                  <c:v>0.10403334695228091</c:v>
                </c:pt>
                <c:pt idx="42">
                  <c:v>0.1</c:v>
                </c:pt>
                <c:pt idx="43">
                  <c:v>0.1</c:v>
                </c:pt>
                <c:pt idx="44">
                  <c:v>0.10550684762969011</c:v>
                </c:pt>
                <c:pt idx="45">
                  <c:v>0.1036712317531268</c:v>
                </c:pt>
                <c:pt idx="46">
                  <c:v>0.1018356158765634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CC-4BF5-8FDB-5BE3C224D9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30829920"/>
        <c:axId val="1930830400"/>
      </c:lineChart>
      <c:catAx>
        <c:axId val="19308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30830400"/>
        <c:crosses val="autoZero"/>
        <c:auto val="1"/>
        <c:lblAlgn val="ctr"/>
        <c:lblOffset val="100"/>
        <c:noMultiLvlLbl val="0"/>
      </c:catAx>
      <c:valAx>
        <c:axId val="193083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30829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soc_transition_wide!$N$1</c:f>
              <c:strCache>
                <c:ptCount val="1"/>
                <c:pt idx="0">
                  <c:v>2024-05-03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soc_transition_wide!$N$2:$N$50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0.7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0.45721250000000019</c:v>
                </c:pt>
                <c:pt idx="20">
                  <c:v>0.41442500000000082</c:v>
                </c:pt>
                <c:pt idx="21">
                  <c:v>0.37163750000000118</c:v>
                </c:pt>
                <c:pt idx="22">
                  <c:v>0.32884999999999998</c:v>
                </c:pt>
                <c:pt idx="23">
                  <c:v>0.28606250000000211</c:v>
                </c:pt>
                <c:pt idx="24">
                  <c:v>0.24327500000000249</c:v>
                </c:pt>
                <c:pt idx="25">
                  <c:v>0.2211819742916292</c:v>
                </c:pt>
                <c:pt idx="26">
                  <c:v>0.2</c:v>
                </c:pt>
                <c:pt idx="27">
                  <c:v>0.17699592287488239</c:v>
                </c:pt>
                <c:pt idx="28">
                  <c:v>0.1549028971665091</c:v>
                </c:pt>
                <c:pt idx="29">
                  <c:v>0.13280987145813569</c:v>
                </c:pt>
                <c:pt idx="30">
                  <c:v>0.1107168457497623</c:v>
                </c:pt>
                <c:pt idx="31">
                  <c:v>0.10066209240683981</c:v>
                </c:pt>
                <c:pt idx="32">
                  <c:v>0.1</c:v>
                </c:pt>
                <c:pt idx="33">
                  <c:v>0.1</c:v>
                </c:pt>
                <c:pt idx="34">
                  <c:v>0.92950216762192783</c:v>
                </c:pt>
                <c:pt idx="35">
                  <c:v>0.92950216762192783</c:v>
                </c:pt>
                <c:pt idx="36">
                  <c:v>0.96243700677145294</c:v>
                </c:pt>
                <c:pt idx="37">
                  <c:v>0.95786098961013244</c:v>
                </c:pt>
                <c:pt idx="38">
                  <c:v>0.68536922949575696</c:v>
                </c:pt>
                <c:pt idx="39">
                  <c:v>0.41287746938138148</c:v>
                </c:pt>
                <c:pt idx="40">
                  <c:v>0.24038570926700589</c:v>
                </c:pt>
                <c:pt idx="41">
                  <c:v>0.16789394915263031</c:v>
                </c:pt>
                <c:pt idx="42">
                  <c:v>0.1104129521364338</c:v>
                </c:pt>
                <c:pt idx="43">
                  <c:v>0.10833036170914701</c:v>
                </c:pt>
                <c:pt idx="44">
                  <c:v>0.1062477712818603</c:v>
                </c:pt>
                <c:pt idx="45">
                  <c:v>0.10416518085457351</c:v>
                </c:pt>
                <c:pt idx="46">
                  <c:v>0.1020825904272868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D2-445B-8BD0-FB7250DA08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802928"/>
        <c:axId val="88801488"/>
      </c:lineChart>
      <c:catAx>
        <c:axId val="8880292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801488"/>
        <c:crosses val="autoZero"/>
        <c:auto val="1"/>
        <c:lblAlgn val="ctr"/>
        <c:lblOffset val="100"/>
        <c:noMultiLvlLbl val="0"/>
      </c:catAx>
      <c:valAx>
        <c:axId val="8880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88802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spot_buy_wide!$B$2:$B$49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883.04718800000001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55.836154000000001</c:v>
                </c:pt>
                <c:pt idx="31">
                  <c:v>0</c:v>
                </c:pt>
                <c:pt idx="32">
                  <c:v>9.6337200000000003</c:v>
                </c:pt>
                <c:pt idx="33">
                  <c:v>4.8168600000000001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0.99769200000000002</c:v>
                </c:pt>
                <c:pt idx="46">
                  <c:v>0.99769200000000002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E1-4877-B57C-1E77431F1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spot_buy_wide!$C$2:$C$49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0.95900099999999999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9.8870120000000004</c:v>
                </c:pt>
                <c:pt idx="32">
                  <c:v>10.583951000000001</c:v>
                </c:pt>
                <c:pt idx="33">
                  <c:v>883.74412700000005</c:v>
                </c:pt>
                <c:pt idx="34">
                  <c:v>10.583951000000001</c:v>
                </c:pt>
                <c:pt idx="35">
                  <c:v>45.252203000000002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D2-43DF-906C-A1B3203B6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4.8168600000000001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83-48D0-BA45-53B285B04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spot_buy_wide!$E$2:$E$49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5.3136970000000003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2.5400770000000001</c:v>
                </c:pt>
                <c:pt idx="30">
                  <c:v>9.3287990000000001</c:v>
                </c:pt>
                <c:pt idx="31">
                  <c:v>891.28933700000005</c:v>
                </c:pt>
                <c:pt idx="32">
                  <c:v>9.3287990000000001</c:v>
                </c:pt>
                <c:pt idx="33">
                  <c:v>9.3287990000000001</c:v>
                </c:pt>
                <c:pt idx="34">
                  <c:v>9.3287990000000001</c:v>
                </c:pt>
                <c:pt idx="35">
                  <c:v>39.885741000000003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1.9322269999999999</c:v>
                </c:pt>
                <c:pt idx="43">
                  <c:v>7.7289089999999998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422.98485899999997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75-43A9-94EB-EE45FBB6B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spot_buy_wide!$F$2:$F$49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5.3136970000000003</c:v>
                </c:pt>
                <c:pt idx="25">
                  <c:v>0</c:v>
                </c:pt>
                <c:pt idx="26">
                  <c:v>0</c:v>
                </c:pt>
                <c:pt idx="27">
                  <c:v>759.88009</c:v>
                </c:pt>
                <c:pt idx="28">
                  <c:v>20.497907999999999</c:v>
                </c:pt>
                <c:pt idx="29">
                  <c:v>143.718896</c:v>
                </c:pt>
                <c:pt idx="30">
                  <c:v>20.497907999999999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9.3287990000000001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8C-42D5-9508-61DE5464E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spot_buy_wide!$G$2:$G$49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315.78947399999998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796.55263200000002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631.57894699999997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9.8870120000000004</c:v>
                </c:pt>
                <c:pt idx="44">
                  <c:v>10.583951000000001</c:v>
                </c:pt>
                <c:pt idx="45">
                  <c:v>10.583951000000001</c:v>
                </c:pt>
                <c:pt idx="46">
                  <c:v>10.583951000000001</c:v>
                </c:pt>
                <c:pt idx="47">
                  <c:v>431.63658199999998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AA-40D5-92F0-304EF172D7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spot_buy_wide!$H$2:$H$49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175.989609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932.55924400000004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23.544384999999998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10.200319</c:v>
                </c:pt>
                <c:pt idx="40">
                  <c:v>10.200319</c:v>
                </c:pt>
                <c:pt idx="41">
                  <c:v>10.200319</c:v>
                </c:pt>
                <c:pt idx="42">
                  <c:v>4.6422660000000002</c:v>
                </c:pt>
                <c:pt idx="43">
                  <c:v>4.6422660000000002</c:v>
                </c:pt>
                <c:pt idx="44">
                  <c:v>4.6422660000000002</c:v>
                </c:pt>
                <c:pt idx="45">
                  <c:v>4.6422660000000002</c:v>
                </c:pt>
                <c:pt idx="46">
                  <c:v>4.6422660000000002</c:v>
                </c:pt>
                <c:pt idx="47">
                  <c:v>425.69489700000003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A8-4851-A6EC-C76322277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spot_buy_wide!$I$2:$I$49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2.5400770000000001</c:v>
                </c:pt>
                <c:pt idx="24">
                  <c:v>9.3287990000000001</c:v>
                </c:pt>
                <c:pt idx="25">
                  <c:v>9.3287990000000001</c:v>
                </c:pt>
                <c:pt idx="26">
                  <c:v>9.3287990000000001</c:v>
                </c:pt>
                <c:pt idx="27">
                  <c:v>9.3287990000000001</c:v>
                </c:pt>
                <c:pt idx="28">
                  <c:v>891.28933700000005</c:v>
                </c:pt>
                <c:pt idx="29">
                  <c:v>39.885741000000003</c:v>
                </c:pt>
                <c:pt idx="30">
                  <c:v>9.3287990000000001</c:v>
                </c:pt>
                <c:pt idx="31">
                  <c:v>4.245628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1.9322269999999999</c:v>
                </c:pt>
                <c:pt idx="42">
                  <c:v>0.87937600000000005</c:v>
                </c:pt>
                <c:pt idx="43">
                  <c:v>0.87937600000000005</c:v>
                </c:pt>
                <c:pt idx="44">
                  <c:v>0.87937600000000005</c:v>
                </c:pt>
                <c:pt idx="45">
                  <c:v>0.87937600000000005</c:v>
                </c:pt>
                <c:pt idx="46">
                  <c:v>422.81138299999998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F3-4694-98C1-19FDEE124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spot_buy_wide!$J$2:$J$49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526.315789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23.255817</c:v>
                </c:pt>
                <c:pt idx="26">
                  <c:v>23.255817</c:v>
                </c:pt>
                <c:pt idx="27">
                  <c:v>23.255817</c:v>
                </c:pt>
                <c:pt idx="28">
                  <c:v>23.255817</c:v>
                </c:pt>
                <c:pt idx="29">
                  <c:v>99.431387999999998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4.8168600000000001</c:v>
                </c:pt>
                <c:pt idx="41">
                  <c:v>7.009061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0C-4B8E-9DD6-E81511F292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spot_buy_wide!$K$2:$K$49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0.95900099999999999</c:v>
                </c:pt>
                <c:pt idx="26">
                  <c:v>0</c:v>
                </c:pt>
                <c:pt idx="27">
                  <c:v>0</c:v>
                </c:pt>
                <c:pt idx="28">
                  <c:v>748.81703200000004</c:v>
                </c:pt>
                <c:pt idx="29">
                  <c:v>163.05568099999999</c:v>
                </c:pt>
                <c:pt idx="30">
                  <c:v>23.255817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4.8168600000000001</c:v>
                </c:pt>
                <c:pt idx="45">
                  <c:v>4.8168600000000001</c:v>
                </c:pt>
                <c:pt idx="46">
                  <c:v>4.8168600000000001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75-485F-8579-50ECB00EF2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spot_buy_wide!$L$2:$L$49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330.97368399999999</c:v>
                </c:pt>
                <c:pt idx="26">
                  <c:v>0</c:v>
                </c:pt>
                <c:pt idx="27">
                  <c:v>90.078946999999999</c:v>
                </c:pt>
                <c:pt idx="28">
                  <c:v>45.039473999999998</c:v>
                </c:pt>
                <c:pt idx="29">
                  <c:v>315.78947399999998</c:v>
                </c:pt>
                <c:pt idx="30">
                  <c:v>45.039473999999998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18.657599000000001</c:v>
                </c:pt>
                <c:pt idx="44">
                  <c:v>0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00-4571-BBB1-941CA3B0D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spot_buy_wide!$M$2:$M$49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936.08753100000001</c:v>
                </c:pt>
                <c:pt idx="29">
                  <c:v>0</c:v>
                </c:pt>
                <c:pt idx="30">
                  <c:v>0</c:v>
                </c:pt>
                <c:pt idx="31">
                  <c:v>10.583951000000001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3D-40C0-8E6A-CB3210D568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spot_buy_wide!$N$2:$N$49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0.95900099999999999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883.04718800000001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D9-471A-B8A6-3A853A021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spot_buy_wide!$B$2:$B$49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883.04718800000001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55.836154000000001</c:v>
                </c:pt>
                <c:pt idx="31">
                  <c:v>0</c:v>
                </c:pt>
                <c:pt idx="32">
                  <c:v>9.6337200000000003</c:v>
                </c:pt>
                <c:pt idx="33">
                  <c:v>4.8168600000000001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0.99769200000000002</c:v>
                </c:pt>
                <c:pt idx="46">
                  <c:v>0.99769200000000002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E1-4877-B57C-1E77431F1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spot_buy_wide!$C$2:$C$49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0.95900099999999999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9.8870120000000004</c:v>
                </c:pt>
                <c:pt idx="32">
                  <c:v>10.583951000000001</c:v>
                </c:pt>
                <c:pt idx="33">
                  <c:v>883.74412700000005</c:v>
                </c:pt>
                <c:pt idx="34">
                  <c:v>10.583951000000001</c:v>
                </c:pt>
                <c:pt idx="35">
                  <c:v>45.252203000000002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D2-43DF-906C-A1B3203B6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4.8168600000000001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83-48D0-BA45-53B285B04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spot_buy_wide!$E$2:$E$49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5.3136970000000003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2.5400770000000001</c:v>
                </c:pt>
                <c:pt idx="30">
                  <c:v>9.3287990000000001</c:v>
                </c:pt>
                <c:pt idx="31">
                  <c:v>891.28933700000005</c:v>
                </c:pt>
                <c:pt idx="32">
                  <c:v>9.3287990000000001</c:v>
                </c:pt>
                <c:pt idx="33">
                  <c:v>9.3287990000000001</c:v>
                </c:pt>
                <c:pt idx="34">
                  <c:v>9.3287990000000001</c:v>
                </c:pt>
                <c:pt idx="35">
                  <c:v>39.885741000000003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1.9322269999999999</c:v>
                </c:pt>
                <c:pt idx="43">
                  <c:v>7.7289089999999998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422.98485899999997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75-43A9-94EB-EE45FBB6B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spot_buy_wide!$F$2:$F$49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5.3136970000000003</c:v>
                </c:pt>
                <c:pt idx="25">
                  <c:v>0</c:v>
                </c:pt>
                <c:pt idx="26">
                  <c:v>0</c:v>
                </c:pt>
                <c:pt idx="27">
                  <c:v>759.88009</c:v>
                </c:pt>
                <c:pt idx="28">
                  <c:v>20.497907999999999</c:v>
                </c:pt>
                <c:pt idx="29">
                  <c:v>143.718896</c:v>
                </c:pt>
                <c:pt idx="30">
                  <c:v>20.497907999999999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9.3287990000000001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8C-42D5-9508-61DE5464E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spot_buy_wide!$G$2:$G$49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315.78947399999998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796.55263200000002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631.57894699999997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9.8870120000000004</c:v>
                </c:pt>
                <c:pt idx="44">
                  <c:v>10.583951000000001</c:v>
                </c:pt>
                <c:pt idx="45">
                  <c:v>10.583951000000001</c:v>
                </c:pt>
                <c:pt idx="46">
                  <c:v>10.583951000000001</c:v>
                </c:pt>
                <c:pt idx="47">
                  <c:v>431.63658199999998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AA-40D5-92F0-304EF172D7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spot_buy_wide!$H$2:$H$49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175.989609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932.55924400000004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23.544384999999998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10.200319</c:v>
                </c:pt>
                <c:pt idx="40">
                  <c:v>10.200319</c:v>
                </c:pt>
                <c:pt idx="41">
                  <c:v>10.200319</c:v>
                </c:pt>
                <c:pt idx="42">
                  <c:v>4.6422660000000002</c:v>
                </c:pt>
                <c:pt idx="43">
                  <c:v>4.6422660000000002</c:v>
                </c:pt>
                <c:pt idx="44">
                  <c:v>4.6422660000000002</c:v>
                </c:pt>
                <c:pt idx="45">
                  <c:v>4.6422660000000002</c:v>
                </c:pt>
                <c:pt idx="46">
                  <c:v>4.6422660000000002</c:v>
                </c:pt>
                <c:pt idx="47">
                  <c:v>425.69489700000003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A8-4851-A6EC-C76322277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spot_buy_wide!$I$2:$I$49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2.5400770000000001</c:v>
                </c:pt>
                <c:pt idx="24">
                  <c:v>9.3287990000000001</c:v>
                </c:pt>
                <c:pt idx="25">
                  <c:v>9.3287990000000001</c:v>
                </c:pt>
                <c:pt idx="26">
                  <c:v>9.3287990000000001</c:v>
                </c:pt>
                <c:pt idx="27">
                  <c:v>9.3287990000000001</c:v>
                </c:pt>
                <c:pt idx="28">
                  <c:v>891.28933700000005</c:v>
                </c:pt>
                <c:pt idx="29">
                  <c:v>39.885741000000003</c:v>
                </c:pt>
                <c:pt idx="30">
                  <c:v>9.3287990000000001</c:v>
                </c:pt>
                <c:pt idx="31">
                  <c:v>4.245628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1.9322269999999999</c:v>
                </c:pt>
                <c:pt idx="42">
                  <c:v>0.87937600000000005</c:v>
                </c:pt>
                <c:pt idx="43">
                  <c:v>0.87937600000000005</c:v>
                </c:pt>
                <c:pt idx="44">
                  <c:v>0.87937600000000005</c:v>
                </c:pt>
                <c:pt idx="45">
                  <c:v>0.87937600000000005</c:v>
                </c:pt>
                <c:pt idx="46">
                  <c:v>422.81138299999998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F3-4694-98C1-19FDEE124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spot_buy_wide!$J$2:$J$49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526.315789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23.255817</c:v>
                </c:pt>
                <c:pt idx="26">
                  <c:v>23.255817</c:v>
                </c:pt>
                <c:pt idx="27">
                  <c:v>23.255817</c:v>
                </c:pt>
                <c:pt idx="28">
                  <c:v>23.255817</c:v>
                </c:pt>
                <c:pt idx="29">
                  <c:v>99.431387999999998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4.8168600000000001</c:v>
                </c:pt>
                <c:pt idx="41">
                  <c:v>7.009061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0C-4B8E-9DD6-E81511F292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spot_buy_wide!$K$2:$K$49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0.95900099999999999</c:v>
                </c:pt>
                <c:pt idx="26">
                  <c:v>0</c:v>
                </c:pt>
                <c:pt idx="27">
                  <c:v>0</c:v>
                </c:pt>
                <c:pt idx="28">
                  <c:v>748.81703200000004</c:v>
                </c:pt>
                <c:pt idx="29">
                  <c:v>163.05568099999999</c:v>
                </c:pt>
                <c:pt idx="30">
                  <c:v>23.255817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4.8168600000000001</c:v>
                </c:pt>
                <c:pt idx="45">
                  <c:v>4.8168600000000001</c:v>
                </c:pt>
                <c:pt idx="46">
                  <c:v>4.8168600000000001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75-485F-8579-50ECB00EF2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spot_buy_wide!$L$2:$L$49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330.97368399999999</c:v>
                </c:pt>
                <c:pt idx="26">
                  <c:v>0</c:v>
                </c:pt>
                <c:pt idx="27">
                  <c:v>90.078946999999999</c:v>
                </c:pt>
                <c:pt idx="28">
                  <c:v>45.039473999999998</c:v>
                </c:pt>
                <c:pt idx="29">
                  <c:v>315.78947399999998</c:v>
                </c:pt>
                <c:pt idx="30">
                  <c:v>45.039473999999998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18.657599000000001</c:v>
                </c:pt>
                <c:pt idx="44">
                  <c:v>0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00-4571-BBB1-941CA3B0D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spot_buy_wide!$M$2:$M$49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936.08753100000001</c:v>
                </c:pt>
                <c:pt idx="29">
                  <c:v>0</c:v>
                </c:pt>
                <c:pt idx="30">
                  <c:v>0</c:v>
                </c:pt>
                <c:pt idx="31">
                  <c:v>10.583951000000001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3D-40C0-8E6A-CB3210D568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spot_buy_wide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spot_buy_wide!$A$2:$A$49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spot_buy_wide!$N$2:$N$49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0.95900099999999999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883.04718800000001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D9-471A-B8A6-3A853A021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883.04718800000001</c:v>
              </c:pt>
              <c:pt idx="26">
                <c:v>10.583951000000001</c:v>
              </c:pt>
              <c:pt idx="27">
                <c:v>10.583951000000001</c:v>
              </c:pt>
              <c:pt idx="28">
                <c:v>10.583951000000001</c:v>
              </c:pt>
              <c:pt idx="29">
                <c:v>0</c:v>
              </c:pt>
              <c:pt idx="30">
                <c:v>55.836154000000001</c:v>
              </c:pt>
              <c:pt idx="31">
                <c:v>0</c:v>
              </c:pt>
              <c:pt idx="32">
                <c:v>9.6337200000000003</c:v>
              </c:pt>
              <c:pt idx="33">
                <c:v>4.8168600000000001</c:v>
              </c:pt>
              <c:pt idx="34">
                <c:v>4.8168600000000001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0.99769200000000002</c:v>
              </c:pt>
              <c:pt idx="44">
                <c:v>0.99769200000000002</c:v>
              </c:pt>
              <c:pt idx="45">
                <c:v>0.99769200000000002</c:v>
              </c:pt>
              <c:pt idx="46">
                <c:v>0.99769200000000002</c:v>
              </c:pt>
              <c:pt idx="47">
                <c:v>422.05032399999999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CF8-40C3-829A-ADEBE3D5034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257.57182</c:v>
              </c:pt>
              <c:pt idx="37">
                <c:v>257.57182</c:v>
              </c:pt>
              <c:pt idx="38">
                <c:v>251.88783799999999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CF8-40C3-829A-ADEBE3D503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526.315789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0.95900099999999999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9.8870120000000004</c:v>
              </c:pt>
              <c:pt idx="32">
                <c:v>10.583951000000001</c:v>
              </c:pt>
              <c:pt idx="33">
                <c:v>883.74412700000005</c:v>
              </c:pt>
              <c:pt idx="34">
                <c:v>10.583951000000001</c:v>
              </c:pt>
              <c:pt idx="35">
                <c:v>45.252203000000002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423.24483199999997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205-44D5-A83E-3309E38556D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270.75</c:v>
              </c:pt>
              <c:pt idx="8">
                <c:v>180.5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0.82222399999999995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241.793958</c:v>
              </c:pt>
              <c:pt idx="38">
                <c:v>241.793958</c:v>
              </c:pt>
              <c:pt idx="39">
                <c:v>151.543958</c:v>
              </c:pt>
              <c:pt idx="40">
                <c:v>61.293958000000003</c:v>
              </c:pt>
              <c:pt idx="41">
                <c:v>47.746744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205-44D5-A83E-3309E3855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526.315789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656.75276699999995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4.8168600000000001</c:v>
              </c:pt>
              <c:pt idx="47">
                <c:v>425.86949199999998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77E-4C3A-99AB-6E17C08F1B07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180.5</c:v>
              </c:pt>
              <c:pt idx="8">
                <c:v>270.75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40.700135000000003</c:v>
              </c:pt>
              <c:pt idx="34">
                <c:v>40.700135000000003</c:v>
              </c:pt>
              <c:pt idx="35">
                <c:v>6.1377620000000004</c:v>
              </c:pt>
              <c:pt idx="36">
                <c:v>0</c:v>
              </c:pt>
              <c:pt idx="37">
                <c:v>207.12570600000001</c:v>
              </c:pt>
              <c:pt idx="38">
                <c:v>207.12570600000001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77E-4C3A-99AB-6E17C08F1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526.315789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5.3136970000000003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2.5400770000000001</c:v>
              </c:pt>
              <c:pt idx="30">
                <c:v>9.3287990000000001</c:v>
              </c:pt>
              <c:pt idx="31">
                <c:v>891.28933700000005</c:v>
              </c:pt>
              <c:pt idx="32">
                <c:v>9.3287990000000001</c:v>
              </c:pt>
              <c:pt idx="33">
                <c:v>9.3287990000000001</c:v>
              </c:pt>
              <c:pt idx="34">
                <c:v>9.3287990000000001</c:v>
              </c:pt>
              <c:pt idx="35">
                <c:v>39.885741000000003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1.9322269999999999</c:v>
              </c:pt>
              <c:pt idx="43">
                <c:v>7.7289089999999998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422.98485899999997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349-4874-9900-D7D47FE6043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180.5</c:v>
              </c:pt>
              <c:pt idx="9">
                <c:v>0</c:v>
              </c:pt>
              <c:pt idx="10">
                <c:v>270.75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4.5558310000000004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24.845528000000002</c:v>
              </c:pt>
              <c:pt idx="37">
                <c:v>245.227857</c:v>
              </c:pt>
              <c:pt idx="38">
                <c:v>245.227857</c:v>
              </c:pt>
              <c:pt idx="39">
                <c:v>245.227857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349-4874-9900-D7D47FE604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5.3136970000000003</c:v>
              </c:pt>
              <c:pt idx="25">
                <c:v>0</c:v>
              </c:pt>
              <c:pt idx="26">
                <c:v>0</c:v>
              </c:pt>
              <c:pt idx="27">
                <c:v>759.88009</c:v>
              </c:pt>
              <c:pt idx="28">
                <c:v>20.497907999999999</c:v>
              </c:pt>
              <c:pt idx="29">
                <c:v>143.718896</c:v>
              </c:pt>
              <c:pt idx="30">
                <c:v>20.497907999999999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9.3287990000000001</c:v>
              </c:pt>
              <c:pt idx="45">
                <c:v>9.3287990000000001</c:v>
              </c:pt>
              <c:pt idx="46">
                <c:v>9.3287990000000001</c:v>
              </c:pt>
              <c:pt idx="47">
                <c:v>430.38143100000002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9CF-438B-8889-C50F3F497DE9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254.75344100000001</c:v>
              </c:pt>
              <c:pt idx="37">
                <c:v>270.75</c:v>
              </c:pt>
              <c:pt idx="38">
                <c:v>270.75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79CF-438B-8889-C50F3F497D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315.78947399999998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796.55263200000002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631.57894699999997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9.8870120000000004</c:v>
              </c:pt>
              <c:pt idx="44">
                <c:v>10.583951000000001</c:v>
              </c:pt>
              <c:pt idx="45">
                <c:v>10.583951000000001</c:v>
              </c:pt>
              <c:pt idx="46">
                <c:v>10.583951000000001</c:v>
              </c:pt>
              <c:pt idx="47">
                <c:v>431.63658199999998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02F-4BEB-9036-7ABCB996B5FA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270.75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270.75</c:v>
              </c:pt>
              <c:pt idx="28">
                <c:v>270.75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159.14377099999999</c:v>
              </c:pt>
              <c:pt idx="36">
                <c:v>130.95013499999999</c:v>
              </c:pt>
              <c:pt idx="37">
                <c:v>130.95013499999999</c:v>
              </c:pt>
              <c:pt idx="38">
                <c:v>130.95013499999999</c:v>
              </c:pt>
              <c:pt idx="39">
                <c:v>130.95013499999999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02F-4BEB-9036-7ABCB996B5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526.315789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90.078946999999999</c:v>
              </c:pt>
              <c:pt idx="15">
                <c:v>45.039473999999998</c:v>
              </c:pt>
              <c:pt idx="16">
                <c:v>45.039473999999998</c:v>
              </c:pt>
              <c:pt idx="17">
                <c:v>175.989609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932.55924400000004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23.544384999999998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10.200319</c:v>
              </c:pt>
              <c:pt idx="40">
                <c:v>10.200319</c:v>
              </c:pt>
              <c:pt idx="41">
                <c:v>10.200319</c:v>
              </c:pt>
              <c:pt idx="42">
                <c:v>4.6422660000000002</c:v>
              </c:pt>
              <c:pt idx="43">
                <c:v>4.6422660000000002</c:v>
              </c:pt>
              <c:pt idx="44">
                <c:v>4.6422660000000002</c:v>
              </c:pt>
              <c:pt idx="45">
                <c:v>4.6422660000000002</c:v>
              </c:pt>
              <c:pt idx="46">
                <c:v>4.6422660000000002</c:v>
              </c:pt>
              <c:pt idx="47">
                <c:v>425.69489700000003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54B-479D-8D89-BA5193651F8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232.13428099999999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130.95013499999999</c:v>
              </c:pt>
              <c:pt idx="20">
                <c:v>130.95013499999999</c:v>
              </c:pt>
              <c:pt idx="21">
                <c:v>130.95013499999999</c:v>
              </c:pt>
              <c:pt idx="22">
                <c:v>130.95013499999999</c:v>
              </c:pt>
              <c:pt idx="23">
                <c:v>0.66714399999999996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266.51766099999998</c:v>
              </c:pt>
              <c:pt idx="28">
                <c:v>266.51766099999998</c:v>
              </c:pt>
              <c:pt idx="29">
                <c:v>266.51766099999998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54B-479D-8D89-BA5193651F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2.5400770000000001</c:v>
              </c:pt>
              <c:pt idx="24">
                <c:v>9.3287990000000001</c:v>
              </c:pt>
              <c:pt idx="25">
                <c:v>9.3287990000000001</c:v>
              </c:pt>
              <c:pt idx="26">
                <c:v>9.3287990000000001</c:v>
              </c:pt>
              <c:pt idx="27">
                <c:v>9.3287990000000001</c:v>
              </c:pt>
              <c:pt idx="28">
                <c:v>891.28933700000005</c:v>
              </c:pt>
              <c:pt idx="29">
                <c:v>39.885741000000003</c:v>
              </c:pt>
              <c:pt idx="30">
                <c:v>9.3287990000000001</c:v>
              </c:pt>
              <c:pt idx="31">
                <c:v>4.245628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1.9322269999999999</c:v>
              </c:pt>
              <c:pt idx="42">
                <c:v>0.87937600000000005</c:v>
              </c:pt>
              <c:pt idx="43">
                <c:v>0.87937600000000005</c:v>
              </c:pt>
              <c:pt idx="44">
                <c:v>0.87937600000000005</c:v>
              </c:pt>
              <c:pt idx="45">
                <c:v>0.87937600000000005</c:v>
              </c:pt>
              <c:pt idx="46">
                <c:v>422.81138299999998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B297-4D8C-B531-7EDA61EBBF8F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259.13462199999998</c:v>
              </c:pt>
              <c:pt idx="37">
                <c:v>259.13462199999998</c:v>
              </c:pt>
              <c:pt idx="38">
                <c:v>245.615015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B297-4D8C-B531-7EDA61EBB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526.315789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656.75276699999995</c:v>
              </c:pt>
              <c:pt idx="25">
                <c:v>23.255817</c:v>
              </c:pt>
              <c:pt idx="26">
                <c:v>23.255817</c:v>
              </c:pt>
              <c:pt idx="27">
                <c:v>23.255817</c:v>
              </c:pt>
              <c:pt idx="28">
                <c:v>23.255817</c:v>
              </c:pt>
              <c:pt idx="29">
                <c:v>99.431387999999998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4.8168600000000001</c:v>
              </c:pt>
              <c:pt idx="41">
                <c:v>7.009061</c:v>
              </c:pt>
              <c:pt idx="42">
                <c:v>0</c:v>
              </c:pt>
              <c:pt idx="43">
                <c:v>2.1922000000000001</c:v>
              </c:pt>
              <c:pt idx="44">
                <c:v>2.1922000000000001</c:v>
              </c:pt>
              <c:pt idx="45">
                <c:v>2.1922000000000001</c:v>
              </c:pt>
              <c:pt idx="46">
                <c:v>2.1922000000000001</c:v>
              </c:pt>
              <c:pt idx="47">
                <c:v>423.24483199999997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78E-4D41-960E-5AEB7853F437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270.75</c:v>
              </c:pt>
              <c:pt idx="13">
                <c:v>180.5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207.12570600000001</c:v>
              </c:pt>
              <c:pt idx="32">
                <c:v>207.12570600000001</c:v>
              </c:pt>
              <c:pt idx="33">
                <c:v>207.12570600000001</c:v>
              </c:pt>
              <c:pt idx="34">
                <c:v>26.625706000000001</c:v>
              </c:pt>
              <c:pt idx="35">
                <c:v>18.792428999999998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78E-4D41-960E-5AEB7853F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0.95900099999999999</c:v>
              </c:pt>
              <c:pt idx="26">
                <c:v>0</c:v>
              </c:pt>
              <c:pt idx="27">
                <c:v>0</c:v>
              </c:pt>
              <c:pt idx="28">
                <c:v>748.81703200000004</c:v>
              </c:pt>
              <c:pt idx="29">
                <c:v>163.05568099999999</c:v>
              </c:pt>
              <c:pt idx="30">
                <c:v>23.255817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4.8168600000000001</c:v>
              </c:pt>
              <c:pt idx="45">
                <c:v>4.8168600000000001</c:v>
              </c:pt>
              <c:pt idx="46">
                <c:v>4.8168600000000001</c:v>
              </c:pt>
              <c:pt idx="47">
                <c:v>425.86949199999998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6D0-41EC-8F4D-BAF435E099A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270.75</c:v>
              </c:pt>
              <c:pt idx="35">
                <c:v>270.75</c:v>
              </c:pt>
              <c:pt idx="36">
                <c:v>207.12570600000001</c:v>
              </c:pt>
              <c:pt idx="37">
                <c:v>0.91809300000000005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76D0-41EC-8F4D-BAF435E099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526.315789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330.97368399999999</c:v>
              </c:pt>
              <c:pt idx="26">
                <c:v>0</c:v>
              </c:pt>
              <c:pt idx="27">
                <c:v>90.078946999999999</c:v>
              </c:pt>
              <c:pt idx="28">
                <c:v>45.039473999999998</c:v>
              </c:pt>
              <c:pt idx="29">
                <c:v>315.78947399999998</c:v>
              </c:pt>
              <c:pt idx="30">
                <c:v>45.039473999999998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18.657599000000001</c:v>
              </c:pt>
              <c:pt idx="44">
                <c:v>0</c:v>
              </c:pt>
              <c:pt idx="45">
                <c:v>9.3287990000000001</c:v>
              </c:pt>
              <c:pt idx="46">
                <c:v>9.3287990000000001</c:v>
              </c:pt>
              <c:pt idx="47">
                <c:v>430.38143100000002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06D-42EC-9FFD-00C23D817627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26.086566999999999</c:v>
              </c:pt>
              <c:pt idx="12">
                <c:v>0</c:v>
              </c:pt>
              <c:pt idx="13">
                <c:v>0</c:v>
              </c:pt>
              <c:pt idx="14">
                <c:v>150.07391200000001</c:v>
              </c:pt>
              <c:pt idx="15">
                <c:v>0</c:v>
              </c:pt>
              <c:pt idx="16">
                <c:v>0</c:v>
              </c:pt>
              <c:pt idx="17">
                <c:v>4.3395210000000004</c:v>
              </c:pt>
              <c:pt idx="18">
                <c:v>270.75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270.75</c:v>
              </c:pt>
              <c:pt idx="35">
                <c:v>270.75</c:v>
              </c:pt>
              <c:pt idx="36">
                <c:v>147.529011</c:v>
              </c:pt>
              <c:pt idx="37">
                <c:v>9.7763480000000005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06D-42EC-9FFD-00C23D8176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936.08753100000001</c:v>
              </c:pt>
              <c:pt idx="29">
                <c:v>0</c:v>
              </c:pt>
              <c:pt idx="30">
                <c:v>0</c:v>
              </c:pt>
              <c:pt idx="31">
                <c:v>10.583951000000001</c:v>
              </c:pt>
              <c:pt idx="32">
                <c:v>10.583951000000001</c:v>
              </c:pt>
              <c:pt idx="33">
                <c:v>10.583951000000001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2.1922000000000001</c:v>
              </c:pt>
              <c:pt idx="47">
                <c:v>423.24483199999997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006-4DBE-9107-B96B1BD7F621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54.549878999999997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207.12570600000001</c:v>
              </c:pt>
              <c:pt idx="36">
                <c:v>241.793958</c:v>
              </c:pt>
              <c:pt idx="37">
                <c:v>151.543958</c:v>
              </c:pt>
              <c:pt idx="38">
                <c:v>97.715969999999999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006-4DBE-9107-B96B1BD7F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526.315789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0.95900099999999999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883.04718800000001</c:v>
              </c:pt>
              <c:pt idx="32">
                <c:v>10.583951000000001</c:v>
              </c:pt>
              <c:pt idx="33">
                <c:v>10.583951000000001</c:v>
              </c:pt>
              <c:pt idx="34">
                <c:v>10.583951000000001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423.24483199999997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630-497C-9CA5-511B092C870B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cat>
          <c:val>
            <c:numLit>
              <c:formatCode>General</c:formatCode>
              <c:ptCount val="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270.75</c:v>
              </c:pt>
              <c:pt idx="11">
                <c:v>180.5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0.82222399999999995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241.793958</c:v>
              </c:pt>
              <c:pt idx="37">
                <c:v>241.793958</c:v>
              </c:pt>
              <c:pt idx="38">
                <c:v>221.786553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630-497C-9CA5-511B092C87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5CF-446F-99B2-CD16BDB4D9E5}"/>
            </c:ext>
          </c:extLst>
        </c:ser>
        <c:ser>
          <c:idx val="1"/>
          <c:order val="1"/>
          <c:tx>
            <c:v>secondary_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559.19945877109205</c:v>
              </c:pt>
              <c:pt idx="4">
                <c:v>254.49717488483799</c:v>
              </c:pt>
              <c:pt idx="5">
                <c:v>115.82416793947</c:v>
              </c:pt>
              <c:pt idx="6">
                <c:v>52.712718264715797</c:v>
              </c:pt>
              <c:pt idx="7">
                <c:v>23.990076650560699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D5CF-446F-99B2-CD16BDB4D9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E82-4C66-A23F-5EF8388F0E0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559.19945877109797</c:v>
              </c:pt>
              <c:pt idx="5">
                <c:v>254.49717488484001</c:v>
              </c:pt>
              <c:pt idx="6">
                <c:v>115.824167939471</c:v>
              </c:pt>
              <c:pt idx="7">
                <c:v>52.712718264716301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E82-4C66-A23F-5EF8388F0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0</c:v>
              </c:pt>
              <c:pt idx="4">
                <c:v>0</c:v>
              </c:pt>
              <c:pt idx="5">
                <c:v>559.19945877109103</c:v>
              </c:pt>
              <c:pt idx="6">
                <c:v>254.49717488483799</c:v>
              </c:pt>
              <c:pt idx="7">
                <c:v>115.82416793947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C82-46D9-B9E8-81ED4C1383C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9C82-46D9-B9E8-81ED4C1383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121.704352906805</c:v>
              </c:pt>
              <c:pt idx="3">
                <c:v>1083</c:v>
              </c:pt>
              <c:pt idx="4">
                <c:v>492.88395415472797</c:v>
              </c:pt>
              <c:pt idx="5">
                <c:v>224.31633634644501</c:v>
              </c:pt>
              <c:pt idx="6">
                <c:v>102.088571412685</c:v>
              </c:pt>
              <c:pt idx="7">
                <c:v>46.4615131596411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099-4237-8838-D11E782BE073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2099-4237-8838-D11E782BE0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121.70435290680599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492.88395415472797</c:v>
              </c:pt>
              <c:pt idx="5">
                <c:v>0</c:v>
              </c:pt>
              <c:pt idx="6">
                <c:v>0</c:v>
              </c:pt>
              <c:pt idx="7">
                <c:v>224.31633634644501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5B4-4642-BC22-0824724A1AB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5B4-4642-BC22-0824724A1A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559.19945877109103</c:v>
              </c:pt>
              <c:pt idx="7">
                <c:v>254.49717488483699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CFD-4A31-A51F-F816851A11B1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CFD-4A31-A51F-F816851A11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559.19945877109103</c:v>
              </c:pt>
              <c:pt idx="4">
                <c:v>16.929357031675899</c:v>
              </c:pt>
              <c:pt idx="5">
                <c:v>0</c:v>
              </c:pt>
              <c:pt idx="6">
                <c:v>245.27253478304999</c:v>
              </c:pt>
              <c:pt idx="7">
                <c:v>111.625943480538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2A9-48EF-8513-02B1CCE4D56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2A9-48EF-8513-02B1CCE4D5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121.704352906808</c:v>
              </c:pt>
              <c:pt idx="2">
                <c:v>1083</c:v>
              </c:pt>
              <c:pt idx="3">
                <c:v>492.88395415472701</c:v>
              </c:pt>
              <c:pt idx="4">
                <c:v>224.31633634644501</c:v>
              </c:pt>
              <c:pt idx="5">
                <c:v>102.088571412685</c:v>
              </c:pt>
              <c:pt idx="6">
                <c:v>46.4615131596411</c:v>
              </c:pt>
              <c:pt idx="7">
                <c:v>21.145091710190002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FDA-4245-8F2D-F92E522CC284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9FDA-4245-8F2D-F92E522CC2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559.19945877104794</c:v>
              </c:pt>
              <c:pt idx="5">
                <c:v>254.49717488481801</c:v>
              </c:pt>
              <c:pt idx="6">
                <c:v>115.82416793946101</c:v>
              </c:pt>
              <c:pt idx="7">
                <c:v>52.712718264711697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759-4B50-BA01-7243E7CBB82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D759-4B50-BA01-7243E7CBB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559.19945877109103</c:v>
              </c:pt>
              <c:pt idx="5">
                <c:v>0</c:v>
              </c:pt>
              <c:pt idx="6">
                <c:v>254.49717488483799</c:v>
              </c:pt>
              <c:pt idx="7">
                <c:v>115.82416793947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F06-40C2-8EE2-1794D82E1021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1F06-40C2-8EE2-1794D82E10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121.70435290680599</c:v>
              </c:pt>
              <c:pt idx="3">
                <c:v>0</c:v>
              </c:pt>
              <c:pt idx="4">
                <c:v>1083</c:v>
              </c:pt>
              <c:pt idx="5">
                <c:v>0</c:v>
              </c:pt>
              <c:pt idx="6">
                <c:v>492.88395415472797</c:v>
              </c:pt>
              <c:pt idx="7">
                <c:v>224.31633634644501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122-4D1F-83EE-41EB30DC82A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4122-4D1F-83EE-41EB30DC82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559.19945877109205</c:v>
              </c:pt>
              <c:pt idx="4">
                <c:v>0</c:v>
              </c:pt>
              <c:pt idx="5">
                <c:v>254.49717488483799</c:v>
              </c:pt>
              <c:pt idx="6">
                <c:v>115.82416793947</c:v>
              </c:pt>
              <c:pt idx="7">
                <c:v>52.712718264715797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24E-425D-A6FB-CE82847D7CE6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924E-425D-A6FB-CE82847D7C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559.19945877109103</c:v>
              </c:pt>
              <c:pt idx="4">
                <c:v>0</c:v>
              </c:pt>
              <c:pt idx="5">
                <c:v>254.49717488483799</c:v>
              </c:pt>
              <c:pt idx="6">
                <c:v>115.82416793947</c:v>
              </c:pt>
              <c:pt idx="7">
                <c:v>52.712718264715697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195-4556-A045-82C0A5E79AE6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7195-4556-A045-82C0A5E79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0.5</c:v>
              </c:pt>
              <c:pt idx="8">
                <c:v>0.5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0.45721250000000002</c:v>
              </c:pt>
              <c:pt idx="14">
                <c:v>0.41442499999999999</c:v>
              </c:pt>
              <c:pt idx="15">
                <c:v>0.37163750000000001</c:v>
              </c:pt>
              <c:pt idx="16">
                <c:v>0.32884999999999998</c:v>
              </c:pt>
              <c:pt idx="17">
                <c:v>0.2860625</c:v>
              </c:pt>
              <c:pt idx="18">
                <c:v>0.24327499999999999</c:v>
              </c:pt>
              <c:pt idx="19">
                <c:v>0.221181974291627</c:v>
              </c:pt>
              <c:pt idx="20">
                <c:v>0.19908894858325399</c:v>
              </c:pt>
              <c:pt idx="21">
                <c:v>0.176995922874881</c:v>
              </c:pt>
              <c:pt idx="22">
                <c:v>0.15490289716650699</c:v>
              </c:pt>
              <c:pt idx="23">
                <c:v>0.132809871458134</c:v>
              </c:pt>
              <c:pt idx="24">
                <c:v>0.110716845749761</c:v>
              </c:pt>
              <c:pt idx="25">
                <c:v>0.100662092406839</c:v>
              </c:pt>
              <c:pt idx="26">
                <c:v>0.92950216762192805</c:v>
              </c:pt>
              <c:pt idx="27">
                <c:v>0.92950216762192905</c:v>
              </c:pt>
              <c:pt idx="28">
                <c:v>0.92950216762192905</c:v>
              </c:pt>
              <c:pt idx="29">
                <c:v>0.92950216762192905</c:v>
              </c:pt>
              <c:pt idx="30">
                <c:v>0.919447414279006</c:v>
              </c:pt>
              <c:pt idx="31">
                <c:v>0.96791574295305505</c:v>
              </c:pt>
              <c:pt idx="32">
                <c:v>0.96333972579173499</c:v>
              </c:pt>
              <c:pt idx="33">
                <c:v>0.96791574295305505</c:v>
              </c:pt>
              <c:pt idx="34">
                <c:v>0.96791574295305505</c:v>
              </c:pt>
              <c:pt idx="35">
                <c:v>0.96791574295305505</c:v>
              </c:pt>
              <c:pt idx="36">
                <c:v>0.96333972579173499</c:v>
              </c:pt>
              <c:pt idx="37">
                <c:v>0.675858996379605</c:v>
              </c:pt>
              <c:pt idx="38">
                <c:v>0.38837826696747502</c:v>
              </c:pt>
              <c:pt idx="39">
                <c:v>0.107195578673075</c:v>
              </c:pt>
              <c:pt idx="40">
                <c:v>0.105112988245789</c:v>
              </c:pt>
              <c:pt idx="41">
                <c:v>0.103030397818502</c:v>
              </c:pt>
              <c:pt idx="42">
                <c:v>0.10094780739121501</c:v>
              </c:pt>
              <c:pt idx="43">
                <c:v>0.1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751-4035-8534-C175B7C982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0.7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0.5</c:v>
              </c:pt>
              <c:pt idx="14">
                <c:v>0.5</c:v>
              </c:pt>
              <c:pt idx="15">
                <c:v>0.5</c:v>
              </c:pt>
              <c:pt idx="16">
                <c:v>0.5</c:v>
              </c:pt>
              <c:pt idx="17">
                <c:v>0.5</c:v>
              </c:pt>
              <c:pt idx="18">
                <c:v>0.5</c:v>
              </c:pt>
              <c:pt idx="19">
                <c:v>0.45721250000000002</c:v>
              </c:pt>
              <c:pt idx="20">
                <c:v>0.41442499999999999</c:v>
              </c:pt>
              <c:pt idx="21">
                <c:v>0.37163750000000001</c:v>
              </c:pt>
              <c:pt idx="22">
                <c:v>0.32884999999999998</c:v>
              </c:pt>
              <c:pt idx="23">
                <c:v>0.2860625</c:v>
              </c:pt>
              <c:pt idx="24">
                <c:v>0.24327499999999999</c:v>
              </c:pt>
              <c:pt idx="25">
                <c:v>0.221181974291627</c:v>
              </c:pt>
              <c:pt idx="26">
                <c:v>0.19908894858325399</c:v>
              </c:pt>
              <c:pt idx="27">
                <c:v>0.176995922874881</c:v>
              </c:pt>
              <c:pt idx="28">
                <c:v>0.15490289716650699</c:v>
              </c:pt>
              <c:pt idx="29">
                <c:v>0.2</c:v>
              </c:pt>
              <c:pt idx="30">
                <c:v>0.2</c:v>
              </c:pt>
              <c:pt idx="31">
                <c:v>0.3</c:v>
              </c:pt>
              <c:pt idx="32">
                <c:v>0.28994524665707799</c:v>
              </c:pt>
              <c:pt idx="33">
                <c:v>0.3</c:v>
              </c:pt>
              <c:pt idx="34">
                <c:v>0.92950216762192905</c:v>
              </c:pt>
              <c:pt idx="35">
                <c:v>0.92950216762192905</c:v>
              </c:pt>
              <c:pt idx="36">
                <c:v>0.96243700677145305</c:v>
              </c:pt>
              <c:pt idx="37">
                <c:v>0.957860989610133</c:v>
              </c:pt>
              <c:pt idx="38">
                <c:v>0.68536922949575696</c:v>
              </c:pt>
              <c:pt idx="39">
                <c:v>0.41287746938138098</c:v>
              </c:pt>
              <c:pt idx="40">
                <c:v>0.35539647236518601</c:v>
              </c:pt>
              <c:pt idx="41">
                <c:v>0.18290471225081001</c:v>
              </c:pt>
              <c:pt idx="42">
                <c:v>0.110412952136434</c:v>
              </c:pt>
              <c:pt idx="43">
                <c:v>0.10833036170914701</c:v>
              </c:pt>
              <c:pt idx="44">
                <c:v>0.10624777128186</c:v>
              </c:pt>
              <c:pt idx="45">
                <c:v>0.10416518085457301</c:v>
              </c:pt>
              <c:pt idx="46">
                <c:v>0.102082590427287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B83-4C88-A5D9-AF664AE93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0.8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0.45721250000000002</c:v>
              </c:pt>
              <c:pt idx="14">
                <c:v>0.41442499999999999</c:v>
              </c:pt>
              <c:pt idx="15">
                <c:v>0.37163750000000001</c:v>
              </c:pt>
              <c:pt idx="16">
                <c:v>0.32884999999999998</c:v>
              </c:pt>
              <c:pt idx="17">
                <c:v>0.2860625</c:v>
              </c:pt>
              <c:pt idx="18">
                <c:v>0.24327499999999999</c:v>
              </c:pt>
              <c:pt idx="19">
                <c:v>0.24327499999999999</c:v>
              </c:pt>
              <c:pt idx="20">
                <c:v>0.24327499999999999</c:v>
              </c:pt>
              <c:pt idx="21">
                <c:v>0.24327499999999999</c:v>
              </c:pt>
              <c:pt idx="22">
                <c:v>0.24327499999999999</c:v>
              </c:pt>
              <c:pt idx="23">
                <c:v>0.24327499999999999</c:v>
              </c:pt>
              <c:pt idx="24">
                <c:v>0.24327499999999999</c:v>
              </c:pt>
              <c:pt idx="25">
                <c:v>0.86719012854186595</c:v>
              </c:pt>
              <c:pt idx="26">
                <c:v>0.86719012854186595</c:v>
              </c:pt>
              <c:pt idx="27">
                <c:v>0.86719012854186595</c:v>
              </c:pt>
              <c:pt idx="28">
                <c:v>0.86719012854186595</c:v>
              </c:pt>
              <c:pt idx="29">
                <c:v>0.86719012854186595</c:v>
              </c:pt>
              <c:pt idx="30">
                <c:v>0.86719012854186595</c:v>
              </c:pt>
              <c:pt idx="31">
                <c:v>0.84509710283349304</c:v>
              </c:pt>
              <c:pt idx="32">
                <c:v>0.82300407712512003</c:v>
              </c:pt>
              <c:pt idx="33">
                <c:v>0.80091105141674601</c:v>
              </c:pt>
              <c:pt idx="34">
                <c:v>0.778451749522864</c:v>
              </c:pt>
              <c:pt idx="35">
                <c:v>0.71126162098099799</c:v>
              </c:pt>
              <c:pt idx="36">
                <c:v>0.68916859527262497</c:v>
              </c:pt>
              <c:pt idx="37">
                <c:v>0.67911384192970203</c:v>
              </c:pt>
              <c:pt idx="38">
                <c:v>0.43955692096485099</c:v>
              </c:pt>
              <c:pt idx="39">
                <c:v>0.2</c:v>
              </c:pt>
              <c:pt idx="40">
                <c:v>0.142989592492447</c:v>
              </c:pt>
              <c:pt idx="41">
                <c:v>0.132934839149525</c:v>
              </c:pt>
              <c:pt idx="42">
                <c:v>0.12288008580660199</c:v>
              </c:pt>
              <c:pt idx="43">
                <c:v>0.11830406864528201</c:v>
              </c:pt>
              <c:pt idx="44">
                <c:v>0.11372805148396101</c:v>
              </c:pt>
              <c:pt idx="45">
                <c:v>0.10915203432264101</c:v>
              </c:pt>
              <c:pt idx="46">
                <c:v>0.10457601716132101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748-4F5B-ADCD-54EC0911ED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0.8</c:v>
              </c:pt>
              <c:pt idx="10">
                <c:v>0.8</c:v>
              </c:pt>
              <c:pt idx="11">
                <c:v>0.5</c:v>
              </c:pt>
              <c:pt idx="12">
                <c:v>0.5</c:v>
              </c:pt>
              <c:pt idx="13">
                <c:v>0.49519166666666697</c:v>
              </c:pt>
              <c:pt idx="14">
                <c:v>0.490383333333333</c:v>
              </c:pt>
              <c:pt idx="15">
                <c:v>0.48557499999999998</c:v>
              </c:pt>
              <c:pt idx="16">
                <c:v>0.5</c:v>
              </c:pt>
              <c:pt idx="17">
                <c:v>0.53317083333333304</c:v>
              </c:pt>
              <c:pt idx="18">
                <c:v>0.52836249999999996</c:v>
              </c:pt>
              <c:pt idx="19">
                <c:v>0.48557499999999998</c:v>
              </c:pt>
              <c:pt idx="20">
                <c:v>0.4427875</c:v>
              </c:pt>
              <c:pt idx="21">
                <c:v>0.4</c:v>
              </c:pt>
              <c:pt idx="22">
                <c:v>0.4</c:v>
              </c:pt>
              <c:pt idx="23">
                <c:v>0.4</c:v>
              </c:pt>
              <c:pt idx="24">
                <c:v>0.35721249999999999</c:v>
              </c:pt>
              <c:pt idx="25">
                <c:v>0.4</c:v>
              </c:pt>
              <c:pt idx="26">
                <c:v>0.38052698782235</c:v>
              </c:pt>
              <c:pt idx="27">
                <c:v>0.36105397564469899</c:v>
              </c:pt>
              <c:pt idx="28">
                <c:v>0.3</c:v>
              </c:pt>
              <c:pt idx="29">
                <c:v>0.3</c:v>
              </c:pt>
              <c:pt idx="30">
                <c:v>0.28052698782235003</c:v>
              </c:pt>
              <c:pt idx="31">
                <c:v>0.27166462841198602</c:v>
              </c:pt>
              <c:pt idx="32">
                <c:v>0.93786251070735605</c:v>
              </c:pt>
              <c:pt idx="33">
                <c:v>0.93786251070735605</c:v>
              </c:pt>
              <c:pt idx="34">
                <c:v>0.93786251070735605</c:v>
              </c:pt>
              <c:pt idx="35">
                <c:v>0.93786251070735605</c:v>
              </c:pt>
              <c:pt idx="36">
                <c:v>0.96689160487912396</c:v>
              </c:pt>
              <c:pt idx="37">
                <c:v>0.935328586773024</c:v>
              </c:pt>
              <c:pt idx="38">
                <c:v>0.65957462248353704</c:v>
              </c:pt>
              <c:pt idx="39">
                <c:v>0.38382065819404898</c:v>
              </c:pt>
              <c:pt idx="40">
                <c:v>0.108066693904562</c:v>
              </c:pt>
              <c:pt idx="41">
                <c:v>0.104033346952281</c:v>
              </c:pt>
              <c:pt idx="42">
                <c:v>0.1</c:v>
              </c:pt>
              <c:pt idx="43">
                <c:v>0.1</c:v>
              </c:pt>
              <c:pt idx="44">
                <c:v>0.10550684762969</c:v>
              </c:pt>
              <c:pt idx="45">
                <c:v>0.10367123175312699</c:v>
              </c:pt>
              <c:pt idx="46">
                <c:v>0.10183561587656299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1A6-4D46-A7C4-88066E26D2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0.49519166666666697</c:v>
              </c:pt>
              <c:pt idx="2">
                <c:v>0.490383333333333</c:v>
              </c:pt>
              <c:pt idx="3">
                <c:v>0.48557499999999998</c:v>
              </c:pt>
              <c:pt idx="4">
                <c:v>0.48076666666666701</c:v>
              </c:pt>
              <c:pt idx="5">
                <c:v>0.47595833333333298</c:v>
              </c:pt>
              <c:pt idx="6">
                <c:v>0.47115000000000001</c:v>
              </c:pt>
              <c:pt idx="7">
                <c:v>0.47115000000000001</c:v>
              </c:pt>
              <c:pt idx="8">
                <c:v>0.47115000000000001</c:v>
              </c:pt>
              <c:pt idx="9">
                <c:v>0.47115000000000001</c:v>
              </c:pt>
              <c:pt idx="10">
                <c:v>0.47115000000000001</c:v>
              </c:pt>
              <c:pt idx="11">
                <c:v>0.47115000000000001</c:v>
              </c:pt>
              <c:pt idx="12">
                <c:v>0.47115000000000001</c:v>
              </c:pt>
              <c:pt idx="13">
                <c:v>0.47115000000000001</c:v>
              </c:pt>
              <c:pt idx="14">
                <c:v>0.47115000000000001</c:v>
              </c:pt>
              <c:pt idx="15">
                <c:v>0.47115000000000001</c:v>
              </c:pt>
              <c:pt idx="16">
                <c:v>0.47115000000000001</c:v>
              </c:pt>
              <c:pt idx="17">
                <c:v>0.47115000000000001</c:v>
              </c:pt>
              <c:pt idx="18">
                <c:v>0.47115000000000001</c:v>
              </c:pt>
              <c:pt idx="19">
                <c:v>0.42836249999999998</c:v>
              </c:pt>
              <c:pt idx="20">
                <c:v>0.4</c:v>
              </c:pt>
              <c:pt idx="21">
                <c:v>0.35721249999999999</c:v>
              </c:pt>
              <c:pt idx="22">
                <c:v>0.31442500000000001</c:v>
              </c:pt>
              <c:pt idx="23">
                <c:v>0.27163749999999998</c:v>
              </c:pt>
              <c:pt idx="24">
                <c:v>0.22885</c:v>
              </c:pt>
              <c:pt idx="25">
                <c:v>0.2</c:v>
              </c:pt>
              <c:pt idx="26">
                <c:v>0.18052698782234899</c:v>
              </c:pt>
              <c:pt idx="27">
                <c:v>0.8</c:v>
              </c:pt>
              <c:pt idx="28">
                <c:v>0.86346704871060198</c:v>
              </c:pt>
              <c:pt idx="29">
                <c:v>0.86346704871060198</c:v>
              </c:pt>
              <c:pt idx="30">
                <c:v>0.98052698782235004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1</c:v>
              </c:pt>
              <c:pt idx="37">
                <c:v>0.71772471882072697</c:v>
              </c:pt>
              <c:pt idx="38">
                <c:v>0.41772471882072698</c:v>
              </c:pt>
              <c:pt idx="39">
                <c:v>0.11772471882072701</c:v>
              </c:pt>
              <c:pt idx="40">
                <c:v>0.11772471882072701</c:v>
              </c:pt>
              <c:pt idx="41">
                <c:v>0.11772471882072701</c:v>
              </c:pt>
              <c:pt idx="42">
                <c:v>0.11772471882072701</c:v>
              </c:pt>
              <c:pt idx="43">
                <c:v>0.108862359410363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E68-42E0-B1F8-5D3C78585E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0.5</c:v>
              </c:pt>
              <c:pt idx="8">
                <c:v>0.5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0.45721250000000002</c:v>
              </c:pt>
              <c:pt idx="14">
                <c:v>0.41442499999999999</c:v>
              </c:pt>
              <c:pt idx="15">
                <c:v>0.37163750000000001</c:v>
              </c:pt>
              <c:pt idx="16">
                <c:v>0.32884999999999998</c:v>
              </c:pt>
              <c:pt idx="17">
                <c:v>0.2860625</c:v>
              </c:pt>
              <c:pt idx="18">
                <c:v>0.24327499999999999</c:v>
              </c:pt>
              <c:pt idx="19">
                <c:v>0.24327499999999999</c:v>
              </c:pt>
              <c:pt idx="20">
                <c:v>0.24327499999999999</c:v>
              </c:pt>
              <c:pt idx="21">
                <c:v>0.54327499999999995</c:v>
              </c:pt>
              <c:pt idx="22">
                <c:v>0.24327499999999999</c:v>
              </c:pt>
              <c:pt idx="23">
                <c:v>0.24327499999999999</c:v>
              </c:pt>
              <c:pt idx="24">
                <c:v>0.24327499999999999</c:v>
              </c:pt>
              <c:pt idx="25">
                <c:v>0.24327499999999999</c:v>
              </c:pt>
              <c:pt idx="26">
                <c:v>1</c:v>
              </c:pt>
              <c:pt idx="27">
                <c:v>1</c:v>
              </c:pt>
              <c:pt idx="28">
                <c:v>0.7</c:v>
              </c:pt>
              <c:pt idx="29">
                <c:v>0.4</c:v>
              </c:pt>
              <c:pt idx="30">
                <c:v>1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0.82366341133397103</c:v>
              </c:pt>
              <c:pt idx="37">
                <c:v>0.65647328279210504</c:v>
              </c:pt>
              <c:pt idx="38">
                <c:v>0.48928315425023899</c:v>
              </c:pt>
              <c:pt idx="39">
                <c:v>0.322093025708373</c:v>
              </c:pt>
              <c:pt idx="40">
                <c:v>0.15490289716650699</c:v>
              </c:pt>
              <c:pt idx="41">
                <c:v>0.132809871458134</c:v>
              </c:pt>
              <c:pt idx="42">
                <c:v>0.110716845749761</c:v>
              </c:pt>
              <c:pt idx="43">
                <c:v>0.100662092406839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0C8-4ED0-B530-F88955EA5B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0.74278750000000004</c:v>
              </c:pt>
              <c:pt idx="13">
                <c:v>0.7</c:v>
              </c:pt>
              <c:pt idx="14">
                <c:v>0.65721249999999998</c:v>
              </c:pt>
              <c:pt idx="15">
                <c:v>0.7</c:v>
              </c:pt>
              <c:pt idx="16">
                <c:v>0.7</c:v>
              </c:pt>
              <c:pt idx="17">
                <c:v>0.7</c:v>
              </c:pt>
              <c:pt idx="18">
                <c:v>0.82440262854186597</c:v>
              </c:pt>
              <c:pt idx="19">
                <c:v>0.80230960283349295</c:v>
              </c:pt>
              <c:pt idx="20">
                <c:v>0.63511947429162696</c:v>
              </c:pt>
              <c:pt idx="21">
                <c:v>0.5</c:v>
              </c:pt>
              <c:pt idx="22">
                <c:v>0.33280987145813401</c:v>
              </c:pt>
              <c:pt idx="23">
                <c:v>0.177906974291627</c:v>
              </c:pt>
              <c:pt idx="24">
                <c:v>0.110716845749761</c:v>
              </c:pt>
              <c:pt idx="25">
                <c:v>0.110047995459832</c:v>
              </c:pt>
              <c:pt idx="26">
                <c:v>0.99531042741504805</c:v>
              </c:pt>
              <c:pt idx="27">
                <c:v>0.99464157712511903</c:v>
              </c:pt>
              <c:pt idx="28">
                <c:v>0.69866229942014202</c:v>
              </c:pt>
              <c:pt idx="29">
                <c:v>0.40268302171516601</c:v>
              </c:pt>
              <c:pt idx="30">
                <c:v>0.10670374401018901</c:v>
              </c:pt>
              <c:pt idx="31">
                <c:v>0.10670374401018901</c:v>
              </c:pt>
              <c:pt idx="32">
                <c:v>0.10670374401018901</c:v>
              </c:pt>
              <c:pt idx="33">
                <c:v>0.10670374401018901</c:v>
              </c:pt>
              <c:pt idx="34">
                <c:v>0.10670374401018901</c:v>
              </c:pt>
              <c:pt idx="35">
                <c:v>0.12907091019952799</c:v>
              </c:pt>
              <c:pt idx="36">
                <c:v>0.12907091019952799</c:v>
              </c:pt>
              <c:pt idx="37">
                <c:v>0.119380606799686</c:v>
              </c:pt>
              <c:pt idx="38">
                <c:v>0.10969030339984299</c:v>
              </c:pt>
              <c:pt idx="39">
                <c:v>0.1</c:v>
              </c:pt>
              <c:pt idx="40">
                <c:v>0.1</c:v>
              </c:pt>
              <c:pt idx="41">
                <c:v>0.1</c:v>
              </c:pt>
              <c:pt idx="42">
                <c:v>0.1</c:v>
              </c:pt>
              <c:pt idx="43">
                <c:v>0.1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0CD-4B98-8D4C-C793723D39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0.49519166666666697</c:v>
              </c:pt>
              <c:pt idx="8">
                <c:v>0.490383333333333</c:v>
              </c:pt>
              <c:pt idx="9">
                <c:v>0.48557499999999998</c:v>
              </c:pt>
              <c:pt idx="10">
                <c:v>0.48076666666666701</c:v>
              </c:pt>
              <c:pt idx="11">
                <c:v>0.47595833333333298</c:v>
              </c:pt>
              <c:pt idx="12">
                <c:v>0.47115000000000001</c:v>
              </c:pt>
              <c:pt idx="13">
                <c:v>0.42836249999999998</c:v>
              </c:pt>
              <c:pt idx="14">
                <c:v>0.4</c:v>
              </c:pt>
              <c:pt idx="15">
                <c:v>0.6</c:v>
              </c:pt>
              <c:pt idx="16">
                <c:v>0.56346704871060205</c:v>
              </c:pt>
              <c:pt idx="17">
                <c:v>0.52067954871060196</c:v>
              </c:pt>
              <c:pt idx="18">
                <c:v>0.47789204871060198</c:v>
              </c:pt>
              <c:pt idx="19">
                <c:v>0.45841903653295102</c:v>
              </c:pt>
              <c:pt idx="20">
                <c:v>0.438946024355301</c:v>
              </c:pt>
              <c:pt idx="21">
                <c:v>0.41947301217764998</c:v>
              </c:pt>
              <c:pt idx="22">
                <c:v>0.4</c:v>
              </c:pt>
              <c:pt idx="23">
                <c:v>0.61947301217765005</c:v>
              </c:pt>
              <c:pt idx="24">
                <c:v>0.6</c:v>
              </c:pt>
              <c:pt idx="25">
                <c:v>0.59113764058963703</c:v>
              </c:pt>
              <c:pt idx="26">
                <c:v>0.6</c:v>
              </c:pt>
              <c:pt idx="27">
                <c:v>0.6</c:v>
              </c:pt>
              <c:pt idx="28">
                <c:v>0.6</c:v>
              </c:pt>
              <c:pt idx="29">
                <c:v>0.93786251070735605</c:v>
              </c:pt>
              <c:pt idx="30">
                <c:v>0.96689160487912396</c:v>
              </c:pt>
              <c:pt idx="31">
                <c:v>0.97172061733720705</c:v>
              </c:pt>
              <c:pt idx="32">
                <c:v>0.97172061733720705</c:v>
              </c:pt>
              <c:pt idx="33">
                <c:v>0.97172061733720705</c:v>
              </c:pt>
              <c:pt idx="34">
                <c:v>0.96768727038492597</c:v>
              </c:pt>
              <c:pt idx="35">
                <c:v>0.963653923432645</c:v>
              </c:pt>
              <c:pt idx="36">
                <c:v>0.95962057648036403</c:v>
              </c:pt>
              <c:pt idx="37">
                <c:v>0.67065518585577799</c:v>
              </c:pt>
              <c:pt idx="38">
                <c:v>0.38168979523119301</c:v>
              </c:pt>
              <c:pt idx="39">
                <c:v>0.10367123175312699</c:v>
              </c:pt>
              <c:pt idx="40">
                <c:v>0.10183561587656299</c:v>
              </c:pt>
              <c:pt idx="41">
                <c:v>0.1</c:v>
              </c:pt>
              <c:pt idx="42">
                <c:v>0.1</c:v>
              </c:pt>
              <c:pt idx="43">
                <c:v>0.1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0.500835406843536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DEA-4D71-9EB3-89D45A674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0.5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0.7</c:v>
              </c:pt>
              <c:pt idx="14">
                <c:v>0.5</c:v>
              </c:pt>
              <c:pt idx="15">
                <c:v>0.5</c:v>
              </c:pt>
              <c:pt idx="16">
                <c:v>0.5</c:v>
              </c:pt>
              <c:pt idx="17">
                <c:v>0.5</c:v>
              </c:pt>
              <c:pt idx="18">
                <c:v>0.5</c:v>
              </c:pt>
              <c:pt idx="19">
                <c:v>0.45721250000000002</c:v>
              </c:pt>
              <c:pt idx="20">
                <c:v>0.41442499999999999</c:v>
              </c:pt>
              <c:pt idx="21">
                <c:v>0.37163750000000001</c:v>
              </c:pt>
              <c:pt idx="22">
                <c:v>0.32884999999999998</c:v>
              </c:pt>
              <c:pt idx="23">
                <c:v>0.2860625</c:v>
              </c:pt>
              <c:pt idx="24">
                <c:v>0.24327499999999999</c:v>
              </c:pt>
              <c:pt idx="25">
                <c:v>0.84509710283349304</c:v>
              </c:pt>
              <c:pt idx="26">
                <c:v>0.84509710283349304</c:v>
              </c:pt>
              <c:pt idx="27">
                <c:v>0.84509710283349304</c:v>
              </c:pt>
              <c:pt idx="28">
                <c:v>0.84509710283349304</c:v>
              </c:pt>
              <c:pt idx="29">
                <c:v>0.84509710283349204</c:v>
              </c:pt>
              <c:pt idx="30">
                <c:v>0.91746389525647798</c:v>
              </c:pt>
              <c:pt idx="31">
                <c:v>0.90740914191355504</c:v>
              </c:pt>
              <c:pt idx="32">
                <c:v>0.667852220948704</c:v>
              </c:pt>
              <c:pt idx="33">
                <c:v>0.62829529998385303</c:v>
              </c:pt>
              <c:pt idx="34">
                <c:v>0.38873837901900199</c:v>
              </c:pt>
              <c:pt idx="35">
                <c:v>0.24918145805415101</c:v>
              </c:pt>
              <c:pt idx="36">
                <c:v>0.23912670471122899</c:v>
              </c:pt>
              <c:pt idx="37">
                <c:v>0.16663494459685299</c:v>
              </c:pt>
              <c:pt idx="38">
                <c:v>0.10915203432264101</c:v>
              </c:pt>
              <c:pt idx="39">
                <c:v>0.10457601716132101</c:v>
              </c:pt>
              <c:pt idx="40">
                <c:v>0.1</c:v>
              </c:pt>
              <c:pt idx="41">
                <c:v>0.1</c:v>
              </c:pt>
              <c:pt idx="42">
                <c:v>0.102082590427287</c:v>
              </c:pt>
              <c:pt idx="43">
                <c:v>0.1</c:v>
              </c:pt>
              <c:pt idx="44">
                <c:v>0.102082590427287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AD3-4B21-8A4D-DE190E985F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0.7</c:v>
              </c:pt>
              <c:pt idx="12">
                <c:v>0.7</c:v>
              </c:pt>
              <c:pt idx="13">
                <c:v>0.5</c:v>
              </c:pt>
              <c:pt idx="14">
                <c:v>0.5</c:v>
              </c:pt>
              <c:pt idx="15">
                <c:v>0.5</c:v>
              </c:pt>
              <c:pt idx="16">
                <c:v>0.5</c:v>
              </c:pt>
              <c:pt idx="17">
                <c:v>0.5</c:v>
              </c:pt>
              <c:pt idx="18">
                <c:v>0.5</c:v>
              </c:pt>
              <c:pt idx="19">
                <c:v>0.45721249999999902</c:v>
              </c:pt>
              <c:pt idx="20">
                <c:v>0.41442499999999699</c:v>
              </c:pt>
              <c:pt idx="21">
                <c:v>0.37163749999999601</c:v>
              </c:pt>
              <c:pt idx="22">
                <c:v>0.32884999999999998</c:v>
              </c:pt>
              <c:pt idx="23">
                <c:v>0.286062499999993</c:v>
              </c:pt>
              <c:pt idx="24">
                <c:v>0.243274999999991</c:v>
              </c:pt>
              <c:pt idx="25">
                <c:v>0.22118197429161901</c:v>
              </c:pt>
              <c:pt idx="26">
                <c:v>0.19908894858324699</c:v>
              </c:pt>
              <c:pt idx="27">
                <c:v>0.17699592287487401</c:v>
              </c:pt>
              <c:pt idx="28">
                <c:v>0.15490289716650199</c:v>
              </c:pt>
              <c:pt idx="29">
                <c:v>0.84509710283349804</c:v>
              </c:pt>
              <c:pt idx="30">
                <c:v>0.97790697429162798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0.7</c:v>
              </c:pt>
              <c:pt idx="36">
                <c:v>0.4</c:v>
              </c:pt>
              <c:pt idx="37">
                <c:v>0.16044307903514701</c:v>
              </c:pt>
              <c:pt idx="38">
                <c:v>0.14937104769432899</c:v>
              </c:pt>
              <c:pt idx="39">
                <c:v>0.13931629435140699</c:v>
              </c:pt>
              <c:pt idx="40">
                <c:v>0.129261541008485</c:v>
              </c:pt>
              <c:pt idx="41">
                <c:v>0.119206787665563</c:v>
              </c:pt>
              <c:pt idx="42">
                <c:v>0.10915203432264101</c:v>
              </c:pt>
              <c:pt idx="43">
                <c:v>0.10457601716132001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906-44B7-9C2D-EB98BF683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0.97109521618467598</c:v>
              </c:pt>
              <c:pt idx="13">
                <c:v>0.96628688285135</c:v>
              </c:pt>
              <c:pt idx="14">
                <c:v>0.96147854951800904</c:v>
              </c:pt>
              <c:pt idx="15">
                <c:v>0.78557500000002101</c:v>
              </c:pt>
              <c:pt idx="16">
                <c:v>0.78076666666666705</c:v>
              </c:pt>
              <c:pt idx="17">
                <c:v>0.77595833333336905</c:v>
              </c:pt>
              <c:pt idx="18">
                <c:v>0.77115</c:v>
              </c:pt>
              <c:pt idx="19">
                <c:v>0.47115000000000001</c:v>
              </c:pt>
              <c:pt idx="20">
                <c:v>0.47115000000000001</c:v>
              </c:pt>
              <c:pt idx="21">
                <c:v>0.47115000000000001</c:v>
              </c:pt>
              <c:pt idx="22">
                <c:v>0.47115000000000001</c:v>
              </c:pt>
              <c:pt idx="23">
                <c:v>0.47115000000000001</c:v>
              </c:pt>
              <c:pt idx="24">
                <c:v>0.47115000000000001</c:v>
              </c:pt>
              <c:pt idx="25">
                <c:v>0.428362500000039</c:v>
              </c:pt>
              <c:pt idx="26">
                <c:v>0.69999999999999196</c:v>
              </c:pt>
              <c:pt idx="27">
                <c:v>0.65721249999998799</c:v>
              </c:pt>
              <c:pt idx="28">
                <c:v>0.7</c:v>
              </c:pt>
              <c:pt idx="29">
                <c:v>0.69999999999998097</c:v>
              </c:pt>
              <c:pt idx="30">
                <c:v>0.95721249999997304</c:v>
              </c:pt>
              <c:pt idx="31">
                <c:v>0.99999999999997702</c:v>
              </c:pt>
              <c:pt idx="32">
                <c:v>0.99999999999997702</c:v>
              </c:pt>
              <c:pt idx="33">
                <c:v>0.99999999999997702</c:v>
              </c:pt>
              <c:pt idx="34">
                <c:v>0.99999999999997702</c:v>
              </c:pt>
              <c:pt idx="35">
                <c:v>0.69999999999997697</c:v>
              </c:pt>
              <c:pt idx="36">
                <c:v>0.39999999999997699</c:v>
              </c:pt>
              <c:pt idx="37">
                <c:v>0.21705993911175001</c:v>
              </c:pt>
              <c:pt idx="38">
                <c:v>0.186754408120963</c:v>
              </c:pt>
              <c:pt idx="39">
                <c:v>0.16728139594331101</c:v>
              </c:pt>
              <c:pt idx="40">
                <c:v>0.147808383765659</c:v>
              </c:pt>
              <c:pt idx="41">
                <c:v>0.12833537158800701</c:v>
              </c:pt>
              <c:pt idx="42">
                <c:v>0.10886235941035501</c:v>
              </c:pt>
              <c:pt idx="43">
                <c:v>9.9999999999990499E-2</c:v>
              </c:pt>
              <c:pt idx="44">
                <c:v>0.108862359410357</c:v>
              </c:pt>
              <c:pt idx="45">
                <c:v>9.9999999999992401E-2</c:v>
              </c:pt>
              <c:pt idx="46">
                <c:v>9.9999999999993303E-2</c:v>
              </c:pt>
              <c:pt idx="47">
                <c:v>9.9999999999994302E-2</c:v>
              </c:pt>
              <c:pt idx="48">
                <c:v>0.499999999999995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8A2-4B61-BFB9-94AF6C9934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0.5</c:v>
              </c:pt>
              <c:pt idx="8">
                <c:v>0.5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0.45721249999999802</c:v>
              </c:pt>
              <c:pt idx="14">
                <c:v>0.41442499999999699</c:v>
              </c:pt>
              <c:pt idx="15">
                <c:v>0.37163749999999501</c:v>
              </c:pt>
              <c:pt idx="16">
                <c:v>0.32884999999999998</c:v>
              </c:pt>
              <c:pt idx="17">
                <c:v>0.286062499999992</c:v>
              </c:pt>
              <c:pt idx="18">
                <c:v>0.24327499999999</c:v>
              </c:pt>
              <c:pt idx="19">
                <c:v>0.22118197429161701</c:v>
              </c:pt>
              <c:pt idx="20">
                <c:v>0.199088948583244</c:v>
              </c:pt>
              <c:pt idx="21">
                <c:v>0.17699592287487101</c:v>
              </c:pt>
              <c:pt idx="22">
                <c:v>0.15490289716649699</c:v>
              </c:pt>
              <c:pt idx="23">
                <c:v>0.13280987145812401</c:v>
              </c:pt>
              <c:pt idx="24">
                <c:v>0.19999999999999901</c:v>
              </c:pt>
              <c:pt idx="25">
                <c:v>0.19999999999999901</c:v>
              </c:pt>
              <c:pt idx="26">
                <c:v>0.19999999999999901</c:v>
              </c:pt>
              <c:pt idx="27">
                <c:v>0.30000000000000199</c:v>
              </c:pt>
              <c:pt idx="28">
                <c:v>0.30000000000000199</c:v>
              </c:pt>
              <c:pt idx="29">
                <c:v>1.00000000000001</c:v>
              </c:pt>
              <c:pt idx="30">
                <c:v>0.93955692096485599</c:v>
              </c:pt>
              <c:pt idx="31">
                <c:v>0.92950216762192694</c:v>
              </c:pt>
              <c:pt idx="32">
                <c:v>0.92950216762192805</c:v>
              </c:pt>
              <c:pt idx="33">
                <c:v>0.92950216762192694</c:v>
              </c:pt>
              <c:pt idx="34">
                <c:v>0.92950216762193505</c:v>
              </c:pt>
              <c:pt idx="35">
                <c:v>0.919447414279012</c:v>
              </c:pt>
              <c:pt idx="36">
                <c:v>0.67989049331415996</c:v>
              </c:pt>
              <c:pt idx="37">
                <c:v>0.40739873319977898</c:v>
              </c:pt>
              <c:pt idx="38">
                <c:v>0.33490697308540401</c:v>
              </c:pt>
              <c:pt idx="39">
                <c:v>0.12205841319310801</c:v>
              </c:pt>
              <c:pt idx="40">
                <c:v>0.11748239603178801</c:v>
              </c:pt>
              <c:pt idx="41">
                <c:v>0.11290637887046701</c:v>
              </c:pt>
              <c:pt idx="42">
                <c:v>0.10833036170914701</c:v>
              </c:pt>
              <c:pt idx="43">
                <c:v>0.10624777128186</c:v>
              </c:pt>
              <c:pt idx="44">
                <c:v>0.104165180854574</c:v>
              </c:pt>
              <c:pt idx="45">
                <c:v>0.102082590427287</c:v>
              </c:pt>
              <c:pt idx="46">
                <c:v>0.1</c:v>
              </c:pt>
              <c:pt idx="47">
                <c:v>9.9999999999999506E-2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3E0-4581-BC1B-C95218F22E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0.8</c:v>
              </c:pt>
              <c:pt idx="12">
                <c:v>0.5</c:v>
              </c:pt>
              <c:pt idx="13">
                <c:v>0.45721250000000002</c:v>
              </c:pt>
              <c:pt idx="14">
                <c:v>0.41442499999999999</c:v>
              </c:pt>
              <c:pt idx="15">
                <c:v>0.37163750000000001</c:v>
              </c:pt>
              <c:pt idx="16">
                <c:v>0.32884999999999998</c:v>
              </c:pt>
              <c:pt idx="17">
                <c:v>0.2860625</c:v>
              </c:pt>
              <c:pt idx="18">
                <c:v>0.24327499999999999</c:v>
              </c:pt>
              <c:pt idx="19">
                <c:v>0.221181974291627</c:v>
              </c:pt>
              <c:pt idx="20">
                <c:v>0.19908894858325299</c:v>
              </c:pt>
              <c:pt idx="21">
                <c:v>0.17699592287488</c:v>
              </c:pt>
              <c:pt idx="22">
                <c:v>0.2</c:v>
              </c:pt>
              <c:pt idx="23">
                <c:v>0.132809871458134</c:v>
              </c:pt>
              <c:pt idx="24">
                <c:v>0.110716845749761</c:v>
              </c:pt>
              <c:pt idx="25">
                <c:v>0.2</c:v>
              </c:pt>
              <c:pt idx="26">
                <c:v>0.2</c:v>
              </c:pt>
              <c:pt idx="27">
                <c:v>0.2</c:v>
              </c:pt>
              <c:pt idx="28">
                <c:v>0.2</c:v>
              </c:pt>
              <c:pt idx="29">
                <c:v>0.2</c:v>
              </c:pt>
              <c:pt idx="30">
                <c:v>0.2</c:v>
              </c:pt>
              <c:pt idx="31">
                <c:v>0.9</c:v>
              </c:pt>
              <c:pt idx="32">
                <c:v>0.92950216762192905</c:v>
              </c:pt>
              <c:pt idx="33">
                <c:v>0.92950216762192905</c:v>
              </c:pt>
              <c:pt idx="34">
                <c:v>0.92950216762192905</c:v>
              </c:pt>
              <c:pt idx="35">
                <c:v>0.92950216762192905</c:v>
              </c:pt>
              <c:pt idx="36">
                <c:v>0.919447414279006</c:v>
              </c:pt>
              <c:pt idx="37">
                <c:v>0.669124523849147</c:v>
              </c:pt>
              <c:pt idx="38">
                <c:v>0.39663276373477102</c:v>
              </c:pt>
              <c:pt idx="39">
                <c:v>0.124141003620395</c:v>
              </c:pt>
              <c:pt idx="40">
                <c:v>0.119564986459075</c:v>
              </c:pt>
              <c:pt idx="41">
                <c:v>0.114988969297754</c:v>
              </c:pt>
              <c:pt idx="42">
                <c:v>0.110412952136434</c:v>
              </c:pt>
              <c:pt idx="43">
                <c:v>0.10833036170914701</c:v>
              </c:pt>
              <c:pt idx="44">
                <c:v>0.10624777128186</c:v>
              </c:pt>
              <c:pt idx="45">
                <c:v>0.104165180854574</c:v>
              </c:pt>
              <c:pt idx="46">
                <c:v>0.102082590427287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A07-45FA-987C-E6E106025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spot_buy_sell_long!$C$2:$C$49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883.04718800000001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55.836154000000001</c:v>
                </c:pt>
                <c:pt idx="31">
                  <c:v>0</c:v>
                </c:pt>
                <c:pt idx="32">
                  <c:v>9.6337200000000003</c:v>
                </c:pt>
                <c:pt idx="33">
                  <c:v>4.8168600000000001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0.99769200000000002</c:v>
                </c:pt>
                <c:pt idx="46">
                  <c:v>0.99769200000000002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95-4B9A-929E-C9DCA1AE8D3A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spot_buy_sell_long!$C$2:$C$49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spot_buy_sell_long!$E$2:$E$49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257.57182</c:v>
                </c:pt>
                <c:pt idx="37">
                  <c:v>257.57182</c:v>
                </c:pt>
                <c:pt idx="38">
                  <c:v>251.88783799999999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95-4B9A-929E-C9DCA1AE8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spot_buy_sell_long!$C$50:$C$97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spot_buy_sell_long!$D$50:$D$97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70.726450999999997</c:v>
                </c:pt>
                <c:pt idx="29">
                  <c:v>23.255817</c:v>
                </c:pt>
                <c:pt idx="30">
                  <c:v>115.847109</c:v>
                </c:pt>
                <c:pt idx="31">
                  <c:v>0</c:v>
                </c:pt>
                <c:pt idx="32">
                  <c:v>21.167902000000002</c:v>
                </c:pt>
                <c:pt idx="33">
                  <c:v>673.21781199999998</c:v>
                </c:pt>
                <c:pt idx="34">
                  <c:v>10.583951000000001</c:v>
                </c:pt>
                <c:pt idx="35">
                  <c:v>45.252203000000002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D3-4B77-975B-D1601951504B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spot_buy_sell_long!$C$50:$C$97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spot_buy_sell_long!$E$50:$E$97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270.75</c:v>
                </c:pt>
                <c:pt idx="8">
                  <c:v>180.5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241.793958</c:v>
                </c:pt>
                <c:pt idx="38">
                  <c:v>241.793958</c:v>
                </c:pt>
                <c:pt idx="39">
                  <c:v>47.746744</c:v>
                </c:pt>
                <c:pt idx="40">
                  <c:v>151.543958</c:v>
                </c:pt>
                <c:pt idx="41">
                  <c:v>61.293958000000003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D3-4B77-975B-D160195150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spot_buy_sell_long!$C$98:$C$145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spot_buy_sell_long!$D$98:$D$145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DB-4A55-95F6-3E9CF95DA8DC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spot_buy_sell_long!$C$98:$C$145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spot_buy_sell_long!$E$98:$E$145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180.5</c:v>
                </c:pt>
                <c:pt idx="8">
                  <c:v>270.75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0.33056400000000002</c:v>
                </c:pt>
                <c:pt idx="34">
                  <c:v>40.700135000000003</c:v>
                </c:pt>
                <c:pt idx="35">
                  <c:v>0</c:v>
                </c:pt>
                <c:pt idx="36">
                  <c:v>0</c:v>
                </c:pt>
                <c:pt idx="37">
                  <c:v>207.12570600000001</c:v>
                </c:pt>
                <c:pt idx="38">
                  <c:v>207.12570600000001</c:v>
                </c:pt>
                <c:pt idx="39">
                  <c:v>42.377478000000004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DB-4A55-95F6-3E9CF95DA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spot_buy_sell_long!$C$146:$C$193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spot_buy_sell_long!$D$146:$D$193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20.245614</c:v>
                </c:pt>
                <c:pt idx="16">
                  <c:v>39.978070000000002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45.039473999999998</c:v>
                </c:pt>
                <c:pt idx="22">
                  <c:v>45.039473999999998</c:v>
                </c:pt>
                <c:pt idx="23">
                  <c:v>0</c:v>
                </c:pt>
                <c:pt idx="24">
                  <c:v>65.537380999999996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20.497907999999999</c:v>
                </c:pt>
                <c:pt idx="29">
                  <c:v>0</c:v>
                </c:pt>
                <c:pt idx="30">
                  <c:v>0</c:v>
                </c:pt>
                <c:pt idx="31">
                  <c:v>710.58972800000004</c:v>
                </c:pt>
                <c:pt idx="32">
                  <c:v>9.3287990000000001</c:v>
                </c:pt>
                <c:pt idx="33">
                  <c:v>9.3287990000000001</c:v>
                </c:pt>
                <c:pt idx="34">
                  <c:v>9.3287990000000001</c:v>
                </c:pt>
                <c:pt idx="35">
                  <c:v>39.885741000000003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1.9322269999999999</c:v>
                </c:pt>
                <c:pt idx="43">
                  <c:v>7.7289089999999998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422.98485899999997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47-421C-B952-2412E3AE8243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spot_buy_sell_long!$C$146:$C$193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spot_buy_sell_long!$E$146:$E$193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180.5</c:v>
                </c:pt>
                <c:pt idx="9">
                  <c:v>0</c:v>
                </c:pt>
                <c:pt idx="10">
                  <c:v>270.75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37.526820000000001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24.845528000000002</c:v>
                </c:pt>
                <c:pt idx="37">
                  <c:v>245.227857</c:v>
                </c:pt>
                <c:pt idx="38">
                  <c:v>245.227857</c:v>
                </c:pt>
                <c:pt idx="39">
                  <c:v>245.227857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47-421C-B952-2412E3AE82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spot_buy_sell_long!$C$194:$C$241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spot_buy_sell_long!$D$194:$D$241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15.184210999999999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672.57476199999996</c:v>
                </c:pt>
                <c:pt idx="27">
                  <c:v>87.305327000000005</c:v>
                </c:pt>
                <c:pt idx="28">
                  <c:v>20.497907999999999</c:v>
                </c:pt>
                <c:pt idx="29">
                  <c:v>143.718896</c:v>
                </c:pt>
                <c:pt idx="30">
                  <c:v>20.497907999999999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9.3287990000000001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FA-4FC9-80AB-D6681C06A69E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spot_buy_sell_long!$C$194:$C$241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spot_buy_sell_long!$E$194:$E$241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8.4627320000000008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254.75344100000001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FA-4FC9-80AB-D6681C06A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spot_buy_sell_long!$C$242:$C$289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spot_buy_sell_long!$D$242:$D$289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315.78947399999998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796.55263200000002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631.57894699999997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9.8870120000000004</c:v>
                </c:pt>
                <c:pt idx="44">
                  <c:v>10.583951000000001</c:v>
                </c:pt>
                <c:pt idx="45">
                  <c:v>10.583951000000001</c:v>
                </c:pt>
                <c:pt idx="46">
                  <c:v>10.583951000000001</c:v>
                </c:pt>
                <c:pt idx="47">
                  <c:v>431.63658199999998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BE-4646-AF3D-6A87F66F7780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spot_buy_sell_long!$C$242:$C$289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spot_buy_sell_long!$E$242:$E$289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270.75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270.75</c:v>
                </c:pt>
                <c:pt idx="28">
                  <c:v>270.75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159.14377099999999</c:v>
                </c:pt>
                <c:pt idx="36">
                  <c:v>130.95013499999999</c:v>
                </c:pt>
                <c:pt idx="37">
                  <c:v>130.95013499999999</c:v>
                </c:pt>
                <c:pt idx="38">
                  <c:v>130.95013499999999</c:v>
                </c:pt>
                <c:pt idx="39">
                  <c:v>130.95013499999999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BE-4646-AF3D-6A87F66F7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spot_buy_sell_long!$C$290:$C$337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spot_buy_sell_long!$D$290:$D$337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175.989609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932.55924400000004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23.544384999999998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10.200319</c:v>
                </c:pt>
                <c:pt idx="40">
                  <c:v>10.200319</c:v>
                </c:pt>
                <c:pt idx="41">
                  <c:v>10.200319</c:v>
                </c:pt>
                <c:pt idx="42">
                  <c:v>4.6422660000000002</c:v>
                </c:pt>
                <c:pt idx="43">
                  <c:v>4.6422660000000002</c:v>
                </c:pt>
                <c:pt idx="44">
                  <c:v>4.6422660000000002</c:v>
                </c:pt>
                <c:pt idx="45">
                  <c:v>4.6422660000000002</c:v>
                </c:pt>
                <c:pt idx="46">
                  <c:v>4.6422660000000002</c:v>
                </c:pt>
                <c:pt idx="47">
                  <c:v>425.69489700000003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4C-4AF4-A04B-290638DD547B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spot_buy_sell_long!$C$290:$C$337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spot_buy_sell_long!$E$290:$E$337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232.13428099999999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130.95013499999999</c:v>
                </c:pt>
                <c:pt idx="20">
                  <c:v>102.00637</c:v>
                </c:pt>
                <c:pt idx="21">
                  <c:v>130.95013499999999</c:v>
                </c:pt>
                <c:pt idx="22">
                  <c:v>119.86090900000001</c:v>
                </c:pt>
                <c:pt idx="23">
                  <c:v>40.700135000000003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266.51766099999998</c:v>
                </c:pt>
                <c:pt idx="28">
                  <c:v>266.51766099999998</c:v>
                </c:pt>
                <c:pt idx="29">
                  <c:v>266.51766099999998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4C-4AF4-A04B-290638DD5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spot_buy_sell_long!$C$338:$C$385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spot_buy_sell_long!$D$338:$D$385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15.184210999999999</c:v>
                </c:pt>
                <c:pt idx="14">
                  <c:v>255.565789</c:v>
                </c:pt>
                <c:pt idx="15">
                  <c:v>6.5837349999999999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251.522131</c:v>
                </c:pt>
                <c:pt idx="23">
                  <c:v>0</c:v>
                </c:pt>
                <c:pt idx="24">
                  <c:v>0</c:v>
                </c:pt>
                <c:pt idx="25">
                  <c:v>18.657599000000001</c:v>
                </c:pt>
                <c:pt idx="26">
                  <c:v>9.3287990000000001</c:v>
                </c:pt>
                <c:pt idx="27">
                  <c:v>9.3287990000000001</c:v>
                </c:pt>
                <c:pt idx="28">
                  <c:v>364.973547</c:v>
                </c:pt>
                <c:pt idx="29">
                  <c:v>39.885741000000003</c:v>
                </c:pt>
                <c:pt idx="30">
                  <c:v>9.3287990000000001</c:v>
                </c:pt>
                <c:pt idx="31">
                  <c:v>4.245628</c:v>
                </c:pt>
                <c:pt idx="32">
                  <c:v>4.245628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1.9322269999999999</c:v>
                </c:pt>
                <c:pt idx="42">
                  <c:v>0.87937600000000005</c:v>
                </c:pt>
                <c:pt idx="43">
                  <c:v>0.87937600000000005</c:v>
                </c:pt>
                <c:pt idx="44">
                  <c:v>0.87937600000000005</c:v>
                </c:pt>
                <c:pt idx="45">
                  <c:v>0.87937600000000005</c:v>
                </c:pt>
                <c:pt idx="46">
                  <c:v>422.81138299999998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F7-488C-9385-7A206B4A9BF8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spot_buy_sell_long!$C$338:$C$385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spot_buy_sell_long!$E$338:$E$385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259.13462199999998</c:v>
                </c:pt>
                <c:pt idx="37">
                  <c:v>259.13462199999998</c:v>
                </c:pt>
                <c:pt idx="38">
                  <c:v>249.25511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F7-488C-9385-7A206B4A9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spot_buy_sell_long!$C$386:$C$433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spot_buy_sell_long!$D$386:$D$433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526.315789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23.255817</c:v>
                </c:pt>
                <c:pt idx="26">
                  <c:v>23.255817</c:v>
                </c:pt>
                <c:pt idx="27">
                  <c:v>23.255817</c:v>
                </c:pt>
                <c:pt idx="28">
                  <c:v>23.255817</c:v>
                </c:pt>
                <c:pt idx="29">
                  <c:v>99.431387999999998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4.8168600000000001</c:v>
                </c:pt>
                <c:pt idx="41">
                  <c:v>7.009061</c:v>
                </c:pt>
                <c:pt idx="42">
                  <c:v>0</c:v>
                </c:pt>
                <c:pt idx="43">
                  <c:v>4.3844010000000004</c:v>
                </c:pt>
                <c:pt idx="44">
                  <c:v>0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89-4F7B-9D51-E5A6246D5EC8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spot_buy_sell_long!$C$386:$C$433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spot_buy_sell_long!$E$386:$E$433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270.75</c:v>
                </c:pt>
                <c:pt idx="13">
                  <c:v>180.5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207.12570600000001</c:v>
                </c:pt>
                <c:pt idx="32">
                  <c:v>26.625706000000001</c:v>
                </c:pt>
                <c:pt idx="33">
                  <c:v>207.12570600000001</c:v>
                </c:pt>
                <c:pt idx="34">
                  <c:v>116.87570599999999</c:v>
                </c:pt>
                <c:pt idx="35">
                  <c:v>0</c:v>
                </c:pt>
                <c:pt idx="36">
                  <c:v>61.293958000000003</c:v>
                </c:pt>
                <c:pt idx="37">
                  <c:v>47.748471000000002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89-4F7B-9D51-E5A6246D5E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spot_buy_sell_long!$C$434:$C$481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spot_buy_sell_long!$D$434:$D$481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749.77603299999998</c:v>
                </c:pt>
                <c:pt idx="29">
                  <c:v>163.05568099999999</c:v>
                </c:pt>
                <c:pt idx="30">
                  <c:v>23.255817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4.8168600000000001</c:v>
                </c:pt>
                <c:pt idx="45">
                  <c:v>4.8168600000000001</c:v>
                </c:pt>
                <c:pt idx="46">
                  <c:v>4.8168600000000001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89-41CE-9910-03174F58D84D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spot_buy_sell_long!$C$434:$C$481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spot_buy_sell_long!$E$434:$E$481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270.75</c:v>
                </c:pt>
                <c:pt idx="11">
                  <c:v>0</c:v>
                </c:pt>
                <c:pt idx="12">
                  <c:v>180.5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270.75</c:v>
                </c:pt>
                <c:pt idx="35">
                  <c:v>270.75</c:v>
                </c:pt>
                <c:pt idx="36">
                  <c:v>207.12570600000001</c:v>
                </c:pt>
                <c:pt idx="37">
                  <c:v>0.91809300000000005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89-41CE-9910-03174F58D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spot_buy_sell_long!$C$482:$C$529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spot_buy_sell_long!$D$482:$D$529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330.97368399999999</c:v>
                </c:pt>
                <c:pt idx="26">
                  <c:v>0</c:v>
                </c:pt>
                <c:pt idx="27">
                  <c:v>90.078946999999999</c:v>
                </c:pt>
                <c:pt idx="28">
                  <c:v>45.039473999999998</c:v>
                </c:pt>
                <c:pt idx="29">
                  <c:v>315.78947399999998</c:v>
                </c:pt>
                <c:pt idx="30">
                  <c:v>45.039473999999998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18.657599000000001</c:v>
                </c:pt>
                <c:pt idx="44">
                  <c:v>0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7A-43B1-B110-B4DCA0EC01B2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spot_buy_sell_long!$C$482:$C$529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spot_buy_sell_long!$E$482:$E$529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26.086566999999999</c:v>
                </c:pt>
                <c:pt idx="12">
                  <c:v>0</c:v>
                </c:pt>
                <c:pt idx="13">
                  <c:v>0</c:v>
                </c:pt>
                <c:pt idx="14">
                  <c:v>154.413433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270.75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270.75</c:v>
                </c:pt>
                <c:pt idx="35">
                  <c:v>270.75</c:v>
                </c:pt>
                <c:pt idx="36">
                  <c:v>147.529011</c:v>
                </c:pt>
                <c:pt idx="37">
                  <c:v>9.7763480000000005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7A-43B1-B110-B4DCA0EC0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spot_buy_sell_long!$C$530:$C$577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spot_buy_sell_long!$D$530:$D$577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93.982268000000005</c:v>
                </c:pt>
                <c:pt idx="24">
                  <c:v>0</c:v>
                </c:pt>
                <c:pt idx="25">
                  <c:v>0</c:v>
                </c:pt>
                <c:pt idx="26">
                  <c:v>105.263158</c:v>
                </c:pt>
                <c:pt idx="27">
                  <c:v>0</c:v>
                </c:pt>
                <c:pt idx="28">
                  <c:v>736.84210499999995</c:v>
                </c:pt>
                <c:pt idx="29">
                  <c:v>0</c:v>
                </c:pt>
                <c:pt idx="30">
                  <c:v>0</c:v>
                </c:pt>
                <c:pt idx="31">
                  <c:v>10.583951000000001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F1-4125-A1E7-517A5F12ABF4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spot_buy_sell_long!$C$530:$C$577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spot_buy_sell_long!$E$530:$E$577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54.549878999999997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207.12570600000001</c:v>
                </c:pt>
                <c:pt idx="36">
                  <c:v>241.793958</c:v>
                </c:pt>
                <c:pt idx="37">
                  <c:v>61.293958000000003</c:v>
                </c:pt>
                <c:pt idx="38">
                  <c:v>187.96597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F1-4125-A1E7-517A5F12AB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spot_buy_sell_long!$C$578:$C$625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spot_buy_sell_long!$D$578:$D$625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47.470635000000001</c:v>
                </c:pt>
                <c:pt idx="22">
                  <c:v>0</c:v>
                </c:pt>
                <c:pt idx="23">
                  <c:v>0</c:v>
                </c:pt>
                <c:pt idx="24">
                  <c:v>93.982268000000005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747.42605600000002</c:v>
                </c:pt>
                <c:pt idx="31">
                  <c:v>41.638863999999998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65-45A7-8275-21A550614896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spot_buy_sell_long!$C$578:$C$625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spot_buy_sell_long!$E$578:$E$625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180.5</c:v>
                </c:pt>
                <c:pt idx="11">
                  <c:v>270.75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40.700135000000003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221.786553</c:v>
                </c:pt>
                <c:pt idx="37">
                  <c:v>241.793958</c:v>
                </c:pt>
                <c:pt idx="38">
                  <c:v>241.793958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65-45A7-8275-21A550614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335-4B46-BFDA-8CE940E50EEF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559.19945877109205</c:v>
              </c:pt>
              <c:pt idx="4">
                <c:v>254.49717488483799</c:v>
              </c:pt>
              <c:pt idx="5">
                <c:v>115.82416793947</c:v>
              </c:pt>
              <c:pt idx="6">
                <c:v>52.712718264715797</c:v>
              </c:pt>
              <c:pt idx="7">
                <c:v>23.990076650560699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335-4B46-BFDA-8CE940E50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F85-419A-BEA2-1D0AD222384C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559.19945877109103</c:v>
              </c:pt>
              <c:pt idx="5">
                <c:v>254.49717488483799</c:v>
              </c:pt>
              <c:pt idx="6">
                <c:v>115.82416793947</c:v>
              </c:pt>
              <c:pt idx="7">
                <c:v>52.712718264715797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F85-419A-BEA2-1D0AD22238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0</c:v>
              </c:pt>
              <c:pt idx="4">
                <c:v>0</c:v>
              </c:pt>
              <c:pt idx="5">
                <c:v>559.19945877109103</c:v>
              </c:pt>
              <c:pt idx="6">
                <c:v>254.49717488483799</c:v>
              </c:pt>
              <c:pt idx="7">
                <c:v>115.82416793947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5725-4C04-82C8-E47B5BD06D11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5725-4C04-82C8-E47B5BD06D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121.70435290680599</c:v>
              </c:pt>
              <c:pt idx="3">
                <c:v>1083</c:v>
              </c:pt>
              <c:pt idx="4">
                <c:v>492.88395415472797</c:v>
              </c:pt>
              <c:pt idx="5">
                <c:v>224.31633634644501</c:v>
              </c:pt>
              <c:pt idx="6">
                <c:v>102.088571412685</c:v>
              </c:pt>
              <c:pt idx="7">
                <c:v>46.4615131596411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DD0-482F-B5BF-379E6F7C2F6E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DD0-482F-B5BF-379E6F7C2F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121.704352906807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492.88395415472797</c:v>
              </c:pt>
              <c:pt idx="5">
                <c:v>0</c:v>
              </c:pt>
              <c:pt idx="6">
                <c:v>0</c:v>
              </c:pt>
              <c:pt idx="7">
                <c:v>224.31633634644501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F9A-4B0A-A2E5-E9564799B1F9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F9A-4B0A-A2E5-E9564799B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559.19945877109103</c:v>
              </c:pt>
              <c:pt idx="7">
                <c:v>254.49717488483799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955-42D5-B92D-ABA409BEF898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955-42D5-B92D-ABA409BEF8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559.19945877109103</c:v>
              </c:pt>
              <c:pt idx="4">
                <c:v>16.929357031675899</c:v>
              </c:pt>
              <c:pt idx="5">
                <c:v>0</c:v>
              </c:pt>
              <c:pt idx="6">
                <c:v>245.27253478304999</c:v>
              </c:pt>
              <c:pt idx="7">
                <c:v>111.625943480538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6283-42D7-9205-6325F4B087CF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6283-42D7-9205-6325F4B087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121.70435290680599</c:v>
              </c:pt>
              <c:pt idx="2">
                <c:v>1083</c:v>
              </c:pt>
              <c:pt idx="3">
                <c:v>492.88395415472797</c:v>
              </c:pt>
              <c:pt idx="4">
                <c:v>224.31633634644501</c:v>
              </c:pt>
              <c:pt idx="5">
                <c:v>102.088571412685</c:v>
              </c:pt>
              <c:pt idx="6">
                <c:v>46.4615131596411</c:v>
              </c:pt>
              <c:pt idx="7">
                <c:v>21.145091710190002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5F5D-4CF9-B4C3-AB21A8926B85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5F5D-4CF9-B4C3-AB21A8926B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559.19945877109205</c:v>
              </c:pt>
              <c:pt idx="5">
                <c:v>254.49717488483799</c:v>
              </c:pt>
              <c:pt idx="6">
                <c:v>115.82416793947</c:v>
              </c:pt>
              <c:pt idx="7">
                <c:v>52.712718264715797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548-4328-BCDD-A8C5D9BDA7BC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548-4328-BCDD-A8C5D9BDA7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559.19945877107205</c:v>
              </c:pt>
              <c:pt idx="5">
                <c:v>0</c:v>
              </c:pt>
              <c:pt idx="6">
                <c:v>254.49717488482901</c:v>
              </c:pt>
              <c:pt idx="7">
                <c:v>115.82416793946599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0CF-4E2D-ABE7-95E3F21CAAAF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D0CF-4E2D-ABE7-95E3F21CA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121.704352906628</c:v>
              </c:pt>
              <c:pt idx="3">
                <c:v>0</c:v>
              </c:pt>
              <c:pt idx="4">
                <c:v>1083</c:v>
              </c:pt>
              <c:pt idx="5">
                <c:v>0</c:v>
              </c:pt>
              <c:pt idx="6">
                <c:v>492.88395415477203</c:v>
              </c:pt>
              <c:pt idx="7">
                <c:v>224.31633634646499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EF6-4DE5-8D21-052C441D4FAD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EF6-4DE5-8D21-052C441D4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559.19945877109501</c:v>
              </c:pt>
              <c:pt idx="4">
                <c:v>0</c:v>
              </c:pt>
              <c:pt idx="5">
                <c:v>254.497174884846</c:v>
              </c:pt>
              <c:pt idx="6">
                <c:v>115.82416793946599</c:v>
              </c:pt>
              <c:pt idx="7">
                <c:v>52.712718264715697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873-4051-AC57-BE0A875B7713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873-4051-AC57-BE0A875B7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559.19945877109103</c:v>
              </c:pt>
              <c:pt idx="4">
                <c:v>0</c:v>
              </c:pt>
              <c:pt idx="5">
                <c:v>254.49717488483699</c:v>
              </c:pt>
              <c:pt idx="6">
                <c:v>115.82416793947</c:v>
              </c:pt>
              <c:pt idx="7">
                <c:v>52.712718264715697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DC4-4C4D-9492-4B1290ABA0E4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DC4-4C4D-9492-4B1290ABA0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FC8C3-5AD0-4BF6-87AE-9D2A9FD1971F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BCA4E-33E6-4F75-8E37-5AE809DC3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0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BCA4E-33E6-4F75-8E37-5AE809DC30BF}" type="slidenum">
              <a:rPr kumimoji="1" lang="ja-JP" altLang="en-US" smtClean="0"/>
              <a:t>47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110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E2CC0-444A-28EA-3F8B-85DC19F24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D8180B-8281-52B0-4D5B-CFBB36D7F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037240-2FCB-5A84-C484-12A598A1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89E6C6-EF60-0870-B7AD-21DE8183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1AAE81-AB83-42F0-38B5-19B761BF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05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29727-7AD4-765D-5267-3FD40888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727882-F2D0-5126-E219-C39E2FF9B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10ECA3-5959-DD93-509B-1688D8C3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EC691E-D40A-D1BE-9C7B-BDB9A231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B25A1F-A276-1D0A-A8BA-B86ACCBD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55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2A38B-17AC-EE21-BFFE-1040B034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F18271-2BA8-5AD8-7F91-B3BA8F486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923E46-9412-153B-CB47-53C9EA7A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31D0D2-720D-6251-8A57-C1AA8ACA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C6D4DF-1173-86CC-B89C-85B84D3A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050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709766-162B-D512-7A2C-9D5EC30EF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671ABD-B84F-A09A-BCA6-015A41EAE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A9CBF0-1B88-EB71-E9E5-800573317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0BDFBA-347E-0E05-85BB-9702D3A0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6C37D7-04E4-D272-14DC-175869170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2B689F-DA24-9FF3-1601-BAEE6F54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05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B4F020-835E-AAE0-8572-2EAB2B19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DC8EC3-8A21-E536-4323-FCAE11E5A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228E52-2ABD-F3FC-A3EB-B669CED64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0B0C09-5A19-A75F-BCF4-BE9908537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C12F4DB-C12A-D82E-C22F-ABC6F7969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7378EB-51E1-224E-3622-75C8BFFA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31879F-EBCB-3D76-0F24-DF978B67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674F4D-ED48-6502-2E7D-37AF9F20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6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20A506-9A38-2C04-8744-19D418FB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CC11B8-0800-5DB2-4F84-7349911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B2636AB-2A1A-BE4A-4384-FADAD717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A52BC82-C632-BFCF-DC1E-08F7B2A0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3833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F84DC0-9780-5171-45D0-C4251254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39321D-09F6-9CE3-7854-755C89A1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40DA9-47F7-9EDB-F1B6-B0EF1A15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147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46E8B-999E-7A3C-72F5-B02DFCE1E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D2AABB-FDCD-108B-58B1-8778B9CA8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0F96B2-9E6A-2F07-2DA0-0DCA1631C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7564E1-A33F-6EA1-1998-901B9D5E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588142-6E40-F61E-BC5C-F20A5698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01C745-5855-85A0-AC7F-6D00FE33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83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4BDC3D-411C-8E22-0CD7-5E317998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36DB7AE-CD4C-CF86-7729-FB08C3D1C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EACEF4-5886-8355-A1A7-8B12CC008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DFEDCF-E505-B97F-059D-021CDFFA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C6E14C-F451-E0FE-D9E6-45A3A1A7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78E309-3A27-F0A9-9326-A26DE7E0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74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5EC82D-92C4-4201-82E8-C73A10E2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94DD42-2360-DE94-074D-3A82CEED2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9F50F2-A5B3-D71D-225A-AE858AC6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F0F2E2-B94E-BC4A-DAA7-E89DDF7A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7ACE40-3069-A7F0-D3A6-429EB70D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09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33C29A1-8FCF-74D7-E25D-B0BDE45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2AA782-7FCE-3B15-EB2C-832EDAFB2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7D2FCB-3117-8D4E-58CF-A82605BE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B6B801-BE4A-C448-555C-29AD3F8F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BEA610-D702-329E-C695-9018FF17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41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7035764-1D4C-BF96-5247-3B2EB0C1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742364-D3D2-740A-1180-439E06D8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8D84AD-4B64-3884-8F04-77055BF4C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2F8824-0C8D-190E-A3CD-918366BE1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452424-071A-E403-2DDD-9D7A4E7C5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23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6.xml"/><Relationship Id="rId4" Type="http://schemas.openxmlformats.org/officeDocument/2006/relationships/chart" Target="../charts/char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0.xml"/><Relationship Id="rId4" Type="http://schemas.openxmlformats.org/officeDocument/2006/relationships/chart" Target="../charts/chart3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4.xml"/><Relationship Id="rId4" Type="http://schemas.openxmlformats.org/officeDocument/2006/relationships/chart" Target="../charts/chart4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9.xml"/><Relationship Id="rId4" Type="http://schemas.openxmlformats.org/officeDocument/2006/relationships/chart" Target="../charts/chart4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1.xml"/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3.xml"/><Relationship Id="rId4" Type="http://schemas.openxmlformats.org/officeDocument/2006/relationships/chart" Target="../charts/chart5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5.xml"/><Relationship Id="rId2" Type="http://schemas.openxmlformats.org/officeDocument/2006/relationships/chart" Target="../charts/chart54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7.xml"/><Relationship Id="rId4" Type="http://schemas.openxmlformats.org/officeDocument/2006/relationships/chart" Target="../charts/chart5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0.xml"/><Relationship Id="rId2" Type="http://schemas.openxmlformats.org/officeDocument/2006/relationships/chart" Target="../charts/chart5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2.xml"/><Relationship Id="rId4" Type="http://schemas.openxmlformats.org/officeDocument/2006/relationships/chart" Target="../charts/chart6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4.xml"/><Relationship Id="rId2" Type="http://schemas.openxmlformats.org/officeDocument/2006/relationships/chart" Target="../charts/chart6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6.xml"/><Relationship Id="rId4" Type="http://schemas.openxmlformats.org/officeDocument/2006/relationships/chart" Target="../charts/chart6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8.xml"/><Relationship Id="rId2" Type="http://schemas.openxmlformats.org/officeDocument/2006/relationships/chart" Target="../charts/chart67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0.xml"/><Relationship Id="rId4" Type="http://schemas.openxmlformats.org/officeDocument/2006/relationships/chart" Target="../charts/chart6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3.xml"/><Relationship Id="rId2" Type="http://schemas.openxmlformats.org/officeDocument/2006/relationships/chart" Target="../charts/chart7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5.xml"/><Relationship Id="rId4" Type="http://schemas.openxmlformats.org/officeDocument/2006/relationships/chart" Target="../charts/chart7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7.xml"/><Relationship Id="rId2" Type="http://schemas.openxmlformats.org/officeDocument/2006/relationships/chart" Target="../charts/chart76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9.xml"/><Relationship Id="rId4" Type="http://schemas.openxmlformats.org/officeDocument/2006/relationships/chart" Target="../charts/chart7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1.xml"/><Relationship Id="rId2" Type="http://schemas.openxmlformats.org/officeDocument/2006/relationships/chart" Target="../charts/chart80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3.xml"/><Relationship Id="rId4" Type="http://schemas.openxmlformats.org/officeDocument/2006/relationships/chart" Target="../charts/chart8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6.xml"/><Relationship Id="rId2" Type="http://schemas.openxmlformats.org/officeDocument/2006/relationships/chart" Target="../charts/chart8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8.xml"/><Relationship Id="rId4" Type="http://schemas.openxmlformats.org/officeDocument/2006/relationships/chart" Target="../charts/chart8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0.xml"/><Relationship Id="rId2" Type="http://schemas.openxmlformats.org/officeDocument/2006/relationships/chart" Target="../charts/chart8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2.xml"/><Relationship Id="rId4" Type="http://schemas.openxmlformats.org/officeDocument/2006/relationships/chart" Target="../charts/chart9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4.xml"/><Relationship Id="rId2" Type="http://schemas.openxmlformats.org/officeDocument/2006/relationships/chart" Target="../charts/chart9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6.xml"/><Relationship Id="rId4" Type="http://schemas.openxmlformats.org/officeDocument/2006/relationships/chart" Target="../charts/chart9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9.xml"/><Relationship Id="rId2" Type="http://schemas.openxmlformats.org/officeDocument/2006/relationships/chart" Target="../charts/chart9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1.xml"/><Relationship Id="rId4" Type="http://schemas.openxmlformats.org/officeDocument/2006/relationships/chart" Target="../charts/chart10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3.xml"/><Relationship Id="rId2" Type="http://schemas.openxmlformats.org/officeDocument/2006/relationships/chart" Target="../charts/chart10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5.xml"/><Relationship Id="rId4" Type="http://schemas.openxmlformats.org/officeDocument/2006/relationships/chart" Target="../charts/chart10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7.xml"/><Relationship Id="rId2" Type="http://schemas.openxmlformats.org/officeDocument/2006/relationships/chart" Target="../charts/chart10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9.xml"/><Relationship Id="rId4" Type="http://schemas.openxmlformats.org/officeDocument/2006/relationships/chart" Target="../charts/chart10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2.xml"/><Relationship Id="rId2" Type="http://schemas.openxmlformats.org/officeDocument/2006/relationships/chart" Target="../charts/chart11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4.xml"/><Relationship Id="rId4" Type="http://schemas.openxmlformats.org/officeDocument/2006/relationships/chart" Target="../charts/chart1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6.xml"/><Relationship Id="rId2" Type="http://schemas.openxmlformats.org/officeDocument/2006/relationships/chart" Target="../charts/chart11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8.xml"/><Relationship Id="rId4" Type="http://schemas.openxmlformats.org/officeDocument/2006/relationships/chart" Target="../charts/chart1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0.xml"/><Relationship Id="rId2" Type="http://schemas.openxmlformats.org/officeDocument/2006/relationships/chart" Target="../charts/chart11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2.xml"/><Relationship Id="rId4" Type="http://schemas.openxmlformats.org/officeDocument/2006/relationships/chart" Target="../charts/chart12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27.xml"/><Relationship Id="rId5" Type="http://schemas.openxmlformats.org/officeDocument/2006/relationships/chart" Target="../charts/chart126.xml"/><Relationship Id="rId4" Type="http://schemas.openxmlformats.org/officeDocument/2006/relationships/chart" Target="../charts/chart12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9.xml"/><Relationship Id="rId2" Type="http://schemas.openxmlformats.org/officeDocument/2006/relationships/chart" Target="../charts/chart12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1.xml"/><Relationship Id="rId4" Type="http://schemas.openxmlformats.org/officeDocument/2006/relationships/chart" Target="../charts/chart13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3.xml"/><Relationship Id="rId2" Type="http://schemas.openxmlformats.org/officeDocument/2006/relationships/chart" Target="../charts/chart13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5.xml"/><Relationship Id="rId4" Type="http://schemas.openxmlformats.org/officeDocument/2006/relationships/chart" Target="../charts/chart13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D35DDB-4959-D59C-25BC-E3E24A611A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月と</a:t>
            </a:r>
            <a:r>
              <a:rPr kumimoji="1" lang="en-US" altLang="ja-JP" dirty="0"/>
              <a:t>6</a:t>
            </a:r>
            <a:r>
              <a:rPr kumimoji="1" lang="ja-JP" altLang="en-US" dirty="0"/>
              <a:t>月の劣化あり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F3CA424-A386-27FF-DD9C-444F6C5C90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28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7F2182-BCC5-DB11-8492-41B6F8FA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FE30CA4-FD8B-2AB7-4704-84F8EC21A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537" y="1905785"/>
            <a:ext cx="5301961" cy="458709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F95EB1-5D2F-8B69-F53F-F65A0352B83E}"/>
              </a:ext>
            </a:extLst>
          </p:cNvPr>
          <p:cNvSpPr txBox="1"/>
          <p:nvPr/>
        </p:nvSpPr>
        <p:spPr>
          <a:xfrm>
            <a:off x="592282" y="2670464"/>
            <a:ext cx="130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A2992A-6CA9-B631-818F-75FDAE25EC9B}"/>
              </a:ext>
            </a:extLst>
          </p:cNvPr>
          <p:cNvSpPr txBox="1"/>
          <p:nvPr/>
        </p:nvSpPr>
        <p:spPr>
          <a:xfrm>
            <a:off x="519545" y="5070764"/>
            <a:ext cx="99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6</a:t>
            </a:r>
            <a:r>
              <a:rPr kumimoji="1" lang="ja-JP" altLang="en-US" dirty="0"/>
              <a:t>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8132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5B921-2231-44A1-8BC4-5CEFA9C4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8468B30F-E068-1A49-0D19-9196066843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4137099"/>
              </p:ext>
            </p:extLst>
          </p:nvPr>
        </p:nvGraphicFramePr>
        <p:xfrm>
          <a:off x="917716" y="2373002"/>
          <a:ext cx="4558439" cy="273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F1E11A0-C450-1875-6D18-B57B25FC6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1893973"/>
              </p:ext>
            </p:extLst>
          </p:nvPr>
        </p:nvGraphicFramePr>
        <p:xfrm>
          <a:off x="6096000" y="237300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586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F348B-63BB-000A-8EBF-5DBB774D4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D7AD7B5-6D4D-4BAE-54EA-5A2FA5B06C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8206026"/>
              </p:ext>
            </p:extLst>
          </p:nvPr>
        </p:nvGraphicFramePr>
        <p:xfrm>
          <a:off x="838200" y="153114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5DB6233E-2A61-C6F3-AC61-20814604B8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6540773"/>
              </p:ext>
            </p:extLst>
          </p:nvPr>
        </p:nvGraphicFramePr>
        <p:xfrm>
          <a:off x="5576455" y="169068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9C7EA112-65C1-ED50-695B-3EFE9C9CD8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9749756"/>
              </p:ext>
            </p:extLst>
          </p:nvPr>
        </p:nvGraphicFramePr>
        <p:xfrm>
          <a:off x="838200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グラフ 7">
            <a:extLst>
              <a:ext uri="{FF2B5EF4-FFF2-40B4-BE49-F238E27FC236}">
                <a16:creationId xmlns:a16="http://schemas.microsoft.com/office/drawing/2014/main" id="{F834FD03-07B7-B7B0-4BDB-5EDE9DA25C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625066"/>
              </p:ext>
            </p:extLst>
          </p:nvPr>
        </p:nvGraphicFramePr>
        <p:xfrm>
          <a:off x="5576455" y="415410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6635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CC6B90-81D4-D851-5432-10B7A572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41E13FA3-91F0-04FD-2BEF-9A3A26A97E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4177379"/>
              </p:ext>
            </p:extLst>
          </p:nvPr>
        </p:nvGraphicFramePr>
        <p:xfrm>
          <a:off x="651164" y="134042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1F3064D9-DFA3-0E00-6941-27EE0E009D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1739978"/>
              </p:ext>
            </p:extLst>
          </p:nvPr>
        </p:nvGraphicFramePr>
        <p:xfrm>
          <a:off x="6293427" y="134042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E19071CA-958F-8C80-C532-CA29EDC04B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844676"/>
              </p:ext>
            </p:extLst>
          </p:nvPr>
        </p:nvGraphicFramePr>
        <p:xfrm>
          <a:off x="651164" y="40005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86B46604-FB9A-9FA3-DEE3-25DBD5F2E2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1293449"/>
              </p:ext>
            </p:extLst>
          </p:nvPr>
        </p:nvGraphicFramePr>
        <p:xfrm>
          <a:off x="6293427" y="40005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5549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93BA02-2A39-0DBB-3052-14ADD55B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次</a:t>
            </a:r>
            <a:r>
              <a:rPr kumimoji="1" lang="en-US" altLang="ja-JP" dirty="0"/>
              <a:t>2</a:t>
            </a:r>
            <a:r>
              <a:rPr kumimoji="1" lang="ja-JP" altLang="en-US" dirty="0"/>
              <a:t>次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41307D66-BFE3-5A23-054B-B1262F77A6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0329332"/>
              </p:ext>
            </p:extLst>
          </p:nvPr>
        </p:nvGraphicFramePr>
        <p:xfrm>
          <a:off x="765463" y="140277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ABAD0D56-CD7D-12B8-A71B-97ED2CFCBA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0874433"/>
              </p:ext>
            </p:extLst>
          </p:nvPr>
        </p:nvGraphicFramePr>
        <p:xfrm>
          <a:off x="6283036" y="140277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EA3DDF2C-80B5-2096-5F35-22342CD0B9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638062"/>
              </p:ext>
            </p:extLst>
          </p:nvPr>
        </p:nvGraphicFramePr>
        <p:xfrm>
          <a:off x="765463" y="414597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39156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D15D91-1173-2041-D21D-C03EA9AA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104B2410-79A0-9E0A-1278-6617871C5D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9026586"/>
              </p:ext>
            </p:extLst>
          </p:nvPr>
        </p:nvGraphicFramePr>
        <p:xfrm>
          <a:off x="838200" y="169068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B15A6D6C-FDE1-2EEE-7D93-1AA9D5FDB6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7180905"/>
              </p:ext>
            </p:extLst>
          </p:nvPr>
        </p:nvGraphicFramePr>
        <p:xfrm>
          <a:off x="5877791" y="169068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5F59CF44-9A9D-7FC5-1067-153A205AEB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8583091"/>
              </p:ext>
            </p:extLst>
          </p:nvPr>
        </p:nvGraphicFramePr>
        <p:xfrm>
          <a:off x="838200" y="431222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0317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FC01-7EEC-D811-7E02-B6D158AD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1DA18-E497-1F83-A9F5-86255455DC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月と</a:t>
            </a:r>
            <a:r>
              <a:rPr kumimoji="1" lang="en-US" altLang="ja-JP" dirty="0"/>
              <a:t>6</a:t>
            </a:r>
            <a:r>
              <a:rPr kumimoji="1" lang="ja-JP" altLang="en-US" dirty="0"/>
              <a:t>月の劣化なし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A2C3AA-9F88-8507-0AA8-7BFC6E9DB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6253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D28F-16CF-F644-B045-F307F5AE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E6692A-1B65-0027-45E8-71441B9F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0B46EB2-3029-3273-9C10-330BD7902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37" y="1843519"/>
            <a:ext cx="4487790" cy="410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5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8987-BCFB-8C65-4DDF-DDD676E4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C0733-BA00-7FC3-C6CC-50A6D6C9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36A492A6-1247-E0F2-D018-C3ECF37C27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1263145"/>
              </p:ext>
            </p:extLst>
          </p:nvPr>
        </p:nvGraphicFramePr>
        <p:xfrm>
          <a:off x="1243445" y="25146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94D5556-06EA-3858-52EF-4A15B708AA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931335"/>
              </p:ext>
            </p:extLst>
          </p:nvPr>
        </p:nvGraphicFramePr>
        <p:xfrm>
          <a:off x="6781800" y="25146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08854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4524-F05D-933B-D9F3-72CC9AEF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C8B016-699B-7921-2BBB-CBC44061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C2DD9B2F-AB47-CA80-F919-B009738921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3485316"/>
              </p:ext>
            </p:extLst>
          </p:nvPr>
        </p:nvGraphicFramePr>
        <p:xfrm>
          <a:off x="838200" y="12230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E8977C8-96A4-C279-E579-1E1AE46162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5737843"/>
              </p:ext>
            </p:extLst>
          </p:nvPr>
        </p:nvGraphicFramePr>
        <p:xfrm>
          <a:off x="6480463" y="12230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B8B753B7-0407-DC3F-7E88-42F0A4EFC2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1604681"/>
              </p:ext>
            </p:extLst>
          </p:nvPr>
        </p:nvGraphicFramePr>
        <p:xfrm>
          <a:off x="838200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91BBDAE5-5942-AC96-D912-CB6BC58CCD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6446399"/>
              </p:ext>
            </p:extLst>
          </p:nvPr>
        </p:nvGraphicFramePr>
        <p:xfrm>
          <a:off x="6480463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9367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8A9D9B-9BC1-D422-C754-03B01FEC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3CA2C13B-CE3F-72CE-AD7C-5B65049801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7194486"/>
              </p:ext>
            </p:extLst>
          </p:nvPr>
        </p:nvGraphicFramePr>
        <p:xfrm>
          <a:off x="838200" y="119495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A48D2D2-E456-E875-4537-F8C5D5F187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0581028"/>
              </p:ext>
            </p:extLst>
          </p:nvPr>
        </p:nvGraphicFramePr>
        <p:xfrm>
          <a:off x="6012873" y="119495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297445F7-DC73-F278-FDD3-C1CC4FF721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3167646"/>
              </p:ext>
            </p:extLst>
          </p:nvPr>
        </p:nvGraphicFramePr>
        <p:xfrm>
          <a:off x="1035628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90AE3FB6-4043-780B-22E6-03545618EC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849643"/>
              </p:ext>
            </p:extLst>
          </p:nvPr>
        </p:nvGraphicFramePr>
        <p:xfrm>
          <a:off x="5978237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10235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E0692-96A7-58FE-B6DF-C23B49B91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1805EC-72B4-549E-C1C0-4F345AE1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次</a:t>
            </a:r>
            <a:r>
              <a:rPr kumimoji="1" lang="en-US" altLang="ja-JP" dirty="0"/>
              <a:t>2</a:t>
            </a:r>
            <a:r>
              <a:rPr kumimoji="1" lang="ja-JP" altLang="en-US" dirty="0"/>
              <a:t>次</a:t>
            </a:r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8A7C010-6DBE-1EE1-7CE9-FDBC8FDD91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5645588"/>
              </p:ext>
            </p:extLst>
          </p:nvPr>
        </p:nvGraphicFramePr>
        <p:xfrm>
          <a:off x="838198" y="13923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BE599568-CBA2-5475-5400-532C560BD0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7925292"/>
              </p:ext>
            </p:extLst>
          </p:nvPr>
        </p:nvGraphicFramePr>
        <p:xfrm>
          <a:off x="6677893" y="13923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5C91F6CE-FEE9-34D1-DEF4-B2297E3BB5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617369"/>
              </p:ext>
            </p:extLst>
          </p:nvPr>
        </p:nvGraphicFramePr>
        <p:xfrm>
          <a:off x="1025237" y="399010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3093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31F3AB-FB8F-37AA-8C26-B2CBEFE3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F701E38B-00EE-1CA3-CDA9-3FB238ADE7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3957561"/>
              </p:ext>
            </p:extLst>
          </p:nvPr>
        </p:nvGraphicFramePr>
        <p:xfrm>
          <a:off x="692728" y="13923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315C47B-7425-993E-252F-53D2E4016B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6666000"/>
              </p:ext>
            </p:extLst>
          </p:nvPr>
        </p:nvGraphicFramePr>
        <p:xfrm>
          <a:off x="6386946" y="154153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DD36C498-1634-DCED-A2AD-D033186496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7387573"/>
              </p:ext>
            </p:extLst>
          </p:nvPr>
        </p:nvGraphicFramePr>
        <p:xfrm>
          <a:off x="838200" y="409401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87103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6520-B719-490B-2A35-2CCD514D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E62AA3-844B-DEA3-88F2-A54DBE893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13</a:t>
            </a:r>
            <a:r>
              <a:rPr kumimoji="1" lang="ja-JP" altLang="en-US" dirty="0"/>
              <a:t>日分の劣化あり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4894D3-D0F1-5B56-87E6-00CF8C5BC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614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F82F9-3165-0BB3-B912-08551A2A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BAAE92-947F-4940-AF1B-5E9C67ED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CEF0015-AF55-2F96-3CC5-25033BFA8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9164" y="1273922"/>
            <a:ext cx="4759036" cy="549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89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97C3-BDB6-40C2-2A9A-8599044F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19DAD-5F94-22A3-9B2D-499EF467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96D5D3D1-A323-E407-6B33-BEDF118BCE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8652181"/>
              </p:ext>
            </p:extLst>
          </p:nvPr>
        </p:nvGraphicFramePr>
        <p:xfrm>
          <a:off x="568036" y="10279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51244CD-3450-EB4A-DA6C-B580DB0570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1527652"/>
              </p:ext>
            </p:extLst>
          </p:nvPr>
        </p:nvGraphicFramePr>
        <p:xfrm>
          <a:off x="5140036" y="1018381"/>
          <a:ext cx="4587688" cy="275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A2A6BF9F-67B7-C4C7-67DC-BA15BD5F82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9943714"/>
              </p:ext>
            </p:extLst>
          </p:nvPr>
        </p:nvGraphicFramePr>
        <p:xfrm>
          <a:off x="568036" y="37496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242F2FBD-C4B3-C2EC-7FF5-637476A312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1472468"/>
              </p:ext>
            </p:extLst>
          </p:nvPr>
        </p:nvGraphicFramePr>
        <p:xfrm>
          <a:off x="5140036" y="366799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99372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41663F-91B4-1270-7155-0AD30B8B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B780196E-EC0E-871D-5D55-A0686B08E4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2417651"/>
              </p:ext>
            </p:extLst>
          </p:nvPr>
        </p:nvGraphicFramePr>
        <p:xfrm>
          <a:off x="838200" y="10279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0D263C39-CA39-5EED-F07B-C67200837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6058199"/>
              </p:ext>
            </p:extLst>
          </p:nvPr>
        </p:nvGraphicFramePr>
        <p:xfrm>
          <a:off x="5410200" y="10279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5D459FE-7FCC-A183-13B3-77E22201F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824032"/>
              </p:ext>
            </p:extLst>
          </p:nvPr>
        </p:nvGraphicFramePr>
        <p:xfrm>
          <a:off x="838200" y="385921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F08A5017-A476-55E0-2944-88979E8625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1126645"/>
              </p:ext>
            </p:extLst>
          </p:nvPr>
        </p:nvGraphicFramePr>
        <p:xfrm>
          <a:off x="5410200" y="37711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33976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6E1CBCD6-A5CA-83F7-E70C-598D002FD6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9358717"/>
              </p:ext>
            </p:extLst>
          </p:nvPr>
        </p:nvGraphicFramePr>
        <p:xfrm>
          <a:off x="1101305" y="4540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691F41C8-EA41-562F-37ED-74C7365029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4171139"/>
              </p:ext>
            </p:extLst>
          </p:nvPr>
        </p:nvGraphicFramePr>
        <p:xfrm>
          <a:off x="5673305" y="4540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グラフ 7">
            <a:extLst>
              <a:ext uri="{FF2B5EF4-FFF2-40B4-BE49-F238E27FC236}">
                <a16:creationId xmlns:a16="http://schemas.microsoft.com/office/drawing/2014/main" id="{98EEEAAF-9009-E851-E09B-C8982B479E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3078067"/>
              </p:ext>
            </p:extLst>
          </p:nvPr>
        </p:nvGraphicFramePr>
        <p:xfrm>
          <a:off x="1101305" y="31972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グラフ 8">
            <a:extLst>
              <a:ext uri="{FF2B5EF4-FFF2-40B4-BE49-F238E27FC236}">
                <a16:creationId xmlns:a16="http://schemas.microsoft.com/office/drawing/2014/main" id="{80D19A54-A63C-4147-9B72-4C6D4610CF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4226586"/>
              </p:ext>
            </p:extLst>
          </p:nvPr>
        </p:nvGraphicFramePr>
        <p:xfrm>
          <a:off x="5673305" y="31972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80351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8E03CA-D096-19A1-64D8-3B9B4B0D9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6EA9E4B1-3C1B-EF2C-982A-E1D2379960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376387"/>
              </p:ext>
            </p:extLst>
          </p:nvPr>
        </p:nvGraphicFramePr>
        <p:xfrm>
          <a:off x="838200" y="4540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0712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4E099-C2ED-94A6-A5F1-6739ECCD2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B2BCC-A5A7-C324-6569-9953DA4B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93999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8" name="グラフ 7">
            <a:extLst>
              <a:ext uri="{FF2B5EF4-FFF2-40B4-BE49-F238E27FC236}">
                <a16:creationId xmlns:a16="http://schemas.microsoft.com/office/drawing/2014/main" id="{3BF5C6B9-4806-9D15-FF35-5E0F3F6C88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366971"/>
              </p:ext>
            </p:extLst>
          </p:nvPr>
        </p:nvGraphicFramePr>
        <p:xfrm>
          <a:off x="1114245" y="3683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グラフ 8">
            <a:extLst>
              <a:ext uri="{FF2B5EF4-FFF2-40B4-BE49-F238E27FC236}">
                <a16:creationId xmlns:a16="http://schemas.microsoft.com/office/drawing/2014/main" id="{9FBC3F2E-20A8-FE7D-212C-69042AC3F1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4781781"/>
              </p:ext>
            </p:extLst>
          </p:nvPr>
        </p:nvGraphicFramePr>
        <p:xfrm>
          <a:off x="5940245" y="3683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グラフ 9">
            <a:extLst>
              <a:ext uri="{FF2B5EF4-FFF2-40B4-BE49-F238E27FC236}">
                <a16:creationId xmlns:a16="http://schemas.microsoft.com/office/drawing/2014/main" id="{D57DF479-94A2-9BBB-3572-6D4928B576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5600746"/>
              </p:ext>
            </p:extLst>
          </p:nvPr>
        </p:nvGraphicFramePr>
        <p:xfrm>
          <a:off x="6090728" y="3759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グラフ 10">
            <a:extLst>
              <a:ext uri="{FF2B5EF4-FFF2-40B4-BE49-F238E27FC236}">
                <a16:creationId xmlns:a16="http://schemas.microsoft.com/office/drawing/2014/main" id="{8A9EE8D0-E344-E03C-8DA0-C53EAB2623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5163674"/>
              </p:ext>
            </p:extLst>
          </p:nvPr>
        </p:nvGraphicFramePr>
        <p:xfrm>
          <a:off x="1114245" y="3759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94861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5F454CFF-E5F7-6BB8-56A5-2507D1F8C7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3500816"/>
              </p:ext>
            </p:extLst>
          </p:nvPr>
        </p:nvGraphicFramePr>
        <p:xfrm>
          <a:off x="152400" y="1841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94780340-6375-96A7-9AF0-AA88FF655B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6996575"/>
              </p:ext>
            </p:extLst>
          </p:nvPr>
        </p:nvGraphicFramePr>
        <p:xfrm>
          <a:off x="4857630" y="1841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5500001F-C759-6128-259D-F7E632D6FA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4457109"/>
              </p:ext>
            </p:extLst>
          </p:nvPr>
        </p:nvGraphicFramePr>
        <p:xfrm>
          <a:off x="285630" y="34290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08D7AA3-7B9B-F26E-1BCE-AE6359222F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0360034"/>
              </p:ext>
            </p:extLst>
          </p:nvPr>
        </p:nvGraphicFramePr>
        <p:xfrm>
          <a:off x="4857630" y="32829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19890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FE0C86E5-C35D-61B5-87DE-2F3717B93E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1355336"/>
              </p:ext>
            </p:extLst>
          </p:nvPr>
        </p:nvGraphicFramePr>
        <p:xfrm>
          <a:off x="164860" y="330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3F0A46FD-E111-CFF7-D206-7BB673233A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7554699"/>
              </p:ext>
            </p:extLst>
          </p:nvPr>
        </p:nvGraphicFramePr>
        <p:xfrm>
          <a:off x="4736860" y="31115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3CD9D6B3-606E-93BC-B97A-9CAA081A81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54855"/>
              </p:ext>
            </p:extLst>
          </p:nvPr>
        </p:nvGraphicFramePr>
        <p:xfrm>
          <a:off x="164860" y="374015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C584E2E0-2F3C-867D-F49F-708490553A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2120937"/>
              </p:ext>
            </p:extLst>
          </p:nvPr>
        </p:nvGraphicFramePr>
        <p:xfrm>
          <a:off x="4736860" y="374015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799246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371A6A20-E269-D26B-68AD-A7F319509D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8522886"/>
              </p:ext>
            </p:extLst>
          </p:nvPr>
        </p:nvGraphicFramePr>
        <p:xfrm>
          <a:off x="808007" y="330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7632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8331-8B3C-D3CA-1FD9-473D9A72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36129E-A22B-8849-4065-945C6903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93999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8" name="グラフ 7">
            <a:extLst>
              <a:ext uri="{FF2B5EF4-FFF2-40B4-BE49-F238E27FC236}">
                <a16:creationId xmlns:a16="http://schemas.microsoft.com/office/drawing/2014/main" id="{782356C2-3FB8-7AEB-3D6A-9952E5397469}"/>
              </a:ext>
            </a:extLst>
          </p:cNvPr>
          <p:cNvGraphicFramePr>
            <a:graphicFrameLocks/>
          </p:cNvGraphicFramePr>
          <p:nvPr/>
        </p:nvGraphicFramePr>
        <p:xfrm>
          <a:off x="1114245" y="3683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グラフ 8">
            <a:extLst>
              <a:ext uri="{FF2B5EF4-FFF2-40B4-BE49-F238E27FC236}">
                <a16:creationId xmlns:a16="http://schemas.microsoft.com/office/drawing/2014/main" id="{66780E62-FEDD-7DF0-75EC-D87F9CA318CC}"/>
              </a:ext>
            </a:extLst>
          </p:cNvPr>
          <p:cNvGraphicFramePr>
            <a:graphicFrameLocks/>
          </p:cNvGraphicFramePr>
          <p:nvPr/>
        </p:nvGraphicFramePr>
        <p:xfrm>
          <a:off x="5940245" y="3683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グラフ 9">
            <a:extLst>
              <a:ext uri="{FF2B5EF4-FFF2-40B4-BE49-F238E27FC236}">
                <a16:creationId xmlns:a16="http://schemas.microsoft.com/office/drawing/2014/main" id="{227CBAA5-D78A-9BC8-60A3-C70FB4FA4C3B}"/>
              </a:ext>
            </a:extLst>
          </p:cNvPr>
          <p:cNvGraphicFramePr>
            <a:graphicFrameLocks/>
          </p:cNvGraphicFramePr>
          <p:nvPr/>
        </p:nvGraphicFramePr>
        <p:xfrm>
          <a:off x="6090728" y="3759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グラフ 10">
            <a:extLst>
              <a:ext uri="{FF2B5EF4-FFF2-40B4-BE49-F238E27FC236}">
                <a16:creationId xmlns:a16="http://schemas.microsoft.com/office/drawing/2014/main" id="{9AD0A716-C009-AE33-D04D-D4F58BBE586A}"/>
              </a:ext>
            </a:extLst>
          </p:cNvPr>
          <p:cNvGraphicFramePr>
            <a:graphicFrameLocks/>
          </p:cNvGraphicFramePr>
          <p:nvPr/>
        </p:nvGraphicFramePr>
        <p:xfrm>
          <a:off x="1114245" y="3759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00344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8847B-2A1E-A621-F29D-5BE4B722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29760740-70F0-5E3E-4946-04B6E7827819}"/>
              </a:ext>
            </a:extLst>
          </p:cNvPr>
          <p:cNvGraphicFramePr>
            <a:graphicFrameLocks/>
          </p:cNvGraphicFramePr>
          <p:nvPr/>
        </p:nvGraphicFramePr>
        <p:xfrm>
          <a:off x="152400" y="1841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7D17E3F2-C105-D90E-F569-95A201BA69B0}"/>
              </a:ext>
            </a:extLst>
          </p:cNvPr>
          <p:cNvGraphicFramePr>
            <a:graphicFrameLocks/>
          </p:cNvGraphicFramePr>
          <p:nvPr/>
        </p:nvGraphicFramePr>
        <p:xfrm>
          <a:off x="4857630" y="1841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2CF00B52-367D-9614-9BC8-1B3855E84D70}"/>
              </a:ext>
            </a:extLst>
          </p:cNvPr>
          <p:cNvGraphicFramePr>
            <a:graphicFrameLocks/>
          </p:cNvGraphicFramePr>
          <p:nvPr/>
        </p:nvGraphicFramePr>
        <p:xfrm>
          <a:off x="285630" y="34290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75756398-8735-ED67-A46D-555E3476237B}"/>
              </a:ext>
            </a:extLst>
          </p:cNvPr>
          <p:cNvGraphicFramePr>
            <a:graphicFrameLocks/>
          </p:cNvGraphicFramePr>
          <p:nvPr/>
        </p:nvGraphicFramePr>
        <p:xfrm>
          <a:off x="4857630" y="32829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56064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BD22-9DA1-1A9F-C4B1-6E8C4BC1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3F2D3CCB-ADF6-8CAC-74B1-72C56C3D1897}"/>
              </a:ext>
            </a:extLst>
          </p:cNvPr>
          <p:cNvGraphicFramePr>
            <a:graphicFrameLocks/>
          </p:cNvGraphicFramePr>
          <p:nvPr/>
        </p:nvGraphicFramePr>
        <p:xfrm>
          <a:off x="164860" y="330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563B2FE2-38E4-9F2E-1894-6A0267F15791}"/>
              </a:ext>
            </a:extLst>
          </p:cNvPr>
          <p:cNvGraphicFramePr>
            <a:graphicFrameLocks/>
          </p:cNvGraphicFramePr>
          <p:nvPr/>
        </p:nvGraphicFramePr>
        <p:xfrm>
          <a:off x="4736860" y="31115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96D774AF-7984-7337-5BD4-D512FFBABCEA}"/>
              </a:ext>
            </a:extLst>
          </p:cNvPr>
          <p:cNvGraphicFramePr>
            <a:graphicFrameLocks/>
          </p:cNvGraphicFramePr>
          <p:nvPr/>
        </p:nvGraphicFramePr>
        <p:xfrm>
          <a:off x="164860" y="374015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32343B5-C556-3AE1-56B5-91623C5F955D}"/>
              </a:ext>
            </a:extLst>
          </p:cNvPr>
          <p:cNvGraphicFramePr>
            <a:graphicFrameLocks/>
          </p:cNvGraphicFramePr>
          <p:nvPr/>
        </p:nvGraphicFramePr>
        <p:xfrm>
          <a:off x="4736860" y="374015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09826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1A316-729C-B409-1AE4-47DA8FDC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18947A1C-7AAD-D643-0762-DDEAFA3ED13B}"/>
              </a:ext>
            </a:extLst>
          </p:cNvPr>
          <p:cNvGraphicFramePr>
            <a:graphicFrameLocks/>
          </p:cNvGraphicFramePr>
          <p:nvPr/>
        </p:nvGraphicFramePr>
        <p:xfrm>
          <a:off x="808007" y="330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4980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BB1ED49C-85A3-B51B-C2DC-AD2D9C728D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7244780"/>
              </p:ext>
            </p:extLst>
          </p:nvPr>
        </p:nvGraphicFramePr>
        <p:xfrm>
          <a:off x="0" y="218656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F87DCE07-61DF-28E3-1A96-4DA8107EC7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2242182"/>
              </p:ext>
            </p:extLst>
          </p:nvPr>
        </p:nvGraphicFramePr>
        <p:xfrm>
          <a:off x="4826000" y="218656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016A25BC-34F9-5C65-6200-47D45E77EC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7998733"/>
              </p:ext>
            </p:extLst>
          </p:nvPr>
        </p:nvGraphicFramePr>
        <p:xfrm>
          <a:off x="0" y="3540545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319C664-5B16-FAE2-60C1-369B4A8B80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2094361"/>
              </p:ext>
            </p:extLst>
          </p:nvPr>
        </p:nvGraphicFramePr>
        <p:xfrm>
          <a:off x="4826000" y="3759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9FC774-3BA3-8570-5ACE-31CD46420DDF}"/>
              </a:ext>
            </a:extLst>
          </p:cNvPr>
          <p:cNvSpPr txBox="1"/>
          <p:nvPr/>
        </p:nvSpPr>
        <p:spPr>
          <a:xfrm>
            <a:off x="9937630" y="1311215"/>
            <a:ext cx="9489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青　</a:t>
            </a:r>
            <a:r>
              <a:rPr lang="en-US" altLang="ja-JP" dirty="0"/>
              <a:t>buy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赤</a:t>
            </a:r>
            <a:br>
              <a:rPr lang="en-US" altLang="ja-JP" dirty="0"/>
            </a:br>
            <a:r>
              <a:rPr lang="en-US" altLang="ja-JP" dirty="0"/>
              <a:t>sell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6414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333C0491-E564-EF07-8FEF-0163534307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6146904"/>
              </p:ext>
            </p:extLst>
          </p:nvPr>
        </p:nvGraphicFramePr>
        <p:xfrm>
          <a:off x="135147" y="1841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6C612EA7-DF6E-6E36-6EB4-9261039FFC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742034"/>
              </p:ext>
            </p:extLst>
          </p:nvPr>
        </p:nvGraphicFramePr>
        <p:xfrm>
          <a:off x="4707147" y="1841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6F12A954-A813-B1AC-D9E8-5BAD2FBEE0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5715739"/>
              </p:ext>
            </p:extLst>
          </p:nvPr>
        </p:nvGraphicFramePr>
        <p:xfrm>
          <a:off x="135147" y="35750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4F5B96F9-E684-4E89-98E0-9D52955F03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3811934"/>
              </p:ext>
            </p:extLst>
          </p:nvPr>
        </p:nvGraphicFramePr>
        <p:xfrm>
          <a:off x="4707147" y="35750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318135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7B612800-B9D0-757B-807F-E26DF53992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0975192"/>
              </p:ext>
            </p:extLst>
          </p:nvPr>
        </p:nvGraphicFramePr>
        <p:xfrm>
          <a:off x="216619" y="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9EF92DD5-D661-87A9-A9ED-DE2F1BD4D6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2774252"/>
              </p:ext>
            </p:extLst>
          </p:nvPr>
        </p:nvGraphicFramePr>
        <p:xfrm>
          <a:off x="4788619" y="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99A66C2E-4F96-31D9-B774-F034402436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9683286"/>
              </p:ext>
            </p:extLst>
          </p:nvPr>
        </p:nvGraphicFramePr>
        <p:xfrm>
          <a:off x="0" y="342900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2264073-0A93-F221-506B-FCB274B3A7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442822"/>
              </p:ext>
            </p:extLst>
          </p:nvPr>
        </p:nvGraphicFramePr>
        <p:xfrm>
          <a:off x="4788619" y="342900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57489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8CBF632E-C02F-A30B-BBC2-36C0BE841E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4452277"/>
              </p:ext>
            </p:extLst>
          </p:nvPr>
        </p:nvGraphicFramePr>
        <p:xfrm>
          <a:off x="566468" y="330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5398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E8C18-CC44-0C2F-8668-66160C0C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836E86-7C65-C2D6-B11F-5A38B882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次</a:t>
            </a:r>
            <a:r>
              <a:rPr kumimoji="1" lang="en-US" altLang="ja-JP" dirty="0"/>
              <a:t>2</a:t>
            </a:r>
            <a:r>
              <a:rPr kumimoji="1" lang="ja-JP" altLang="en-US" dirty="0"/>
              <a:t>次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97857270-2FB7-894F-A72F-7E9714FFCA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8878120"/>
              </p:ext>
            </p:extLst>
          </p:nvPr>
        </p:nvGraphicFramePr>
        <p:xfrm>
          <a:off x="76200" y="141288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41370DD-5D08-685A-0F02-3814997858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29635"/>
              </p:ext>
            </p:extLst>
          </p:nvPr>
        </p:nvGraphicFramePr>
        <p:xfrm>
          <a:off x="4572000" y="1841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82A8EADF-3649-D41A-92D0-3040A354D4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140013"/>
              </p:ext>
            </p:extLst>
          </p:nvPr>
        </p:nvGraphicFramePr>
        <p:xfrm>
          <a:off x="0" y="35750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CA4F82C7-0BBE-B991-9822-EE16C90AB5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8050815"/>
              </p:ext>
            </p:extLst>
          </p:nvPr>
        </p:nvGraphicFramePr>
        <p:xfrm>
          <a:off x="4572000" y="357505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62820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061DC799-7C1C-F947-27A5-5BBF593681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0253981"/>
              </p:ext>
            </p:extLst>
          </p:nvPr>
        </p:nvGraphicFramePr>
        <p:xfrm>
          <a:off x="0" y="149644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1C23DFEC-947F-56D2-595F-E0DC68040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4762565"/>
              </p:ext>
            </p:extLst>
          </p:nvPr>
        </p:nvGraphicFramePr>
        <p:xfrm>
          <a:off x="4572000" y="149644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CFB74ABE-ACA1-0EBE-F449-95D04F4F34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3596723"/>
              </p:ext>
            </p:extLst>
          </p:nvPr>
        </p:nvGraphicFramePr>
        <p:xfrm>
          <a:off x="0" y="3540544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B7BB0112-FD5F-402C-E517-9654CC2225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4197086"/>
              </p:ext>
            </p:extLst>
          </p:nvPr>
        </p:nvGraphicFramePr>
        <p:xfrm>
          <a:off x="4826000" y="3540544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22769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36A96830-72BB-9F9F-BF94-8E4F7DB52B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8642278"/>
              </p:ext>
            </p:extLst>
          </p:nvPr>
        </p:nvGraphicFramePr>
        <p:xfrm>
          <a:off x="0" y="457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5B73BD0-9111-2DD0-8CC1-41525A2FA0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9695475"/>
              </p:ext>
            </p:extLst>
          </p:nvPr>
        </p:nvGraphicFramePr>
        <p:xfrm>
          <a:off x="4572000" y="31115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E3DCC465-011E-1697-299D-F8AF0D631B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4870543"/>
              </p:ext>
            </p:extLst>
          </p:nvPr>
        </p:nvGraphicFramePr>
        <p:xfrm>
          <a:off x="0" y="342900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12F32034-3BE6-CC22-99B8-E9246DE07B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679292"/>
              </p:ext>
            </p:extLst>
          </p:nvPr>
        </p:nvGraphicFramePr>
        <p:xfrm>
          <a:off x="4572000" y="3429000"/>
          <a:ext cx="4572000" cy="3117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83845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66E81C0A-DF74-5BD5-957F-225CFD1A3D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1761279"/>
              </p:ext>
            </p:extLst>
          </p:nvPr>
        </p:nvGraphicFramePr>
        <p:xfrm>
          <a:off x="652732" y="330200"/>
          <a:ext cx="45720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97495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E3C8-2770-9914-B869-15428363B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5487A-9AC4-4572-76FF-C4B3412C4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13</a:t>
            </a:r>
            <a:r>
              <a:rPr kumimoji="1" lang="ja-JP" altLang="en-US" dirty="0"/>
              <a:t>日分の劣化なし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67932A0-0421-52E8-7675-F53C350E1D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3839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A679-03CF-89C6-4B7F-60C6B3C9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FA5B7E-3EB4-8DB5-8D77-AD0045CC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E69B1E-054C-5D4B-AEED-A937863A9A41}"/>
              </a:ext>
            </a:extLst>
          </p:cNvPr>
          <p:cNvSpPr txBox="1"/>
          <p:nvPr/>
        </p:nvSpPr>
        <p:spPr>
          <a:xfrm>
            <a:off x="3049438" y="1448154"/>
            <a:ext cx="60988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date	case	</a:t>
            </a:r>
            <a:r>
              <a:rPr lang="en-US" altLang="ja-JP" dirty="0" err="1"/>
              <a:t>objective_value</a:t>
            </a:r>
            <a:endParaRPr lang="en-US" altLang="ja-JP" dirty="0"/>
          </a:p>
          <a:p>
            <a:r>
              <a:rPr lang="en-US" altLang="ja-JP" dirty="0"/>
              <a:t>2024-04-30	c01_k0Fk1Fk2F	-165695.8399</a:t>
            </a:r>
          </a:p>
          <a:p>
            <a:r>
              <a:rPr lang="en-US" altLang="ja-JP" dirty="0"/>
              <a:t>2024-05-03	c01_k0Fk1Fk2F	-110044.0197</a:t>
            </a:r>
          </a:p>
          <a:p>
            <a:r>
              <a:rPr lang="en-US" altLang="ja-JP" dirty="0"/>
              <a:t>2024-05-06	c01_k0Fk1Fk2F	-138367.804</a:t>
            </a:r>
          </a:p>
          <a:p>
            <a:r>
              <a:rPr lang="en-US" altLang="ja-JP" dirty="0"/>
              <a:t>2024-05-10	c01_k0Fk1Fk2F	-134851.6846</a:t>
            </a:r>
          </a:p>
          <a:p>
            <a:r>
              <a:rPr lang="en-US" altLang="ja-JP" dirty="0"/>
              <a:t>2024-06-05	c01_k0Fk1Fk2F	-133300.0949</a:t>
            </a:r>
          </a:p>
          <a:p>
            <a:r>
              <a:rPr lang="en-US" altLang="ja-JP" dirty="0"/>
              <a:t>2024-06-11	c01_k0Fk1Fk2F	-188909.086</a:t>
            </a:r>
          </a:p>
          <a:p>
            <a:r>
              <a:rPr lang="en-US" altLang="ja-JP" dirty="0"/>
              <a:t>2024-07-01	c01_k0Fk1Fk2F	-126580.2819</a:t>
            </a:r>
          </a:p>
          <a:p>
            <a:r>
              <a:rPr lang="en-US" altLang="ja-JP" dirty="0"/>
              <a:t>2024-08-06	c01_k0Fk1Fk2F	-101286.2124</a:t>
            </a:r>
          </a:p>
          <a:p>
            <a:r>
              <a:rPr lang="en-US" altLang="ja-JP" dirty="0"/>
              <a:t>2024-10-22	c01_k0Fk1Fk2F	-121136.1426</a:t>
            </a:r>
          </a:p>
          <a:p>
            <a:r>
              <a:rPr lang="en-US" altLang="ja-JP" dirty="0"/>
              <a:t>2024-12-04	c01_k0Fk1Fk2F	-123119.3921</a:t>
            </a:r>
          </a:p>
          <a:p>
            <a:r>
              <a:rPr lang="en-US" altLang="ja-JP" dirty="0"/>
              <a:t>2025-01-30	c01_k0Fk1Fk2F	-120331.1537</a:t>
            </a:r>
          </a:p>
          <a:p>
            <a:r>
              <a:rPr lang="en-US" altLang="ja-JP" dirty="0"/>
              <a:t>2025-02-11	c01_k0Fk1Fk2F	-70464.22718</a:t>
            </a:r>
          </a:p>
          <a:p>
            <a:r>
              <a:rPr lang="en-US" altLang="ja-JP" dirty="0"/>
              <a:t>2025-03-25	c01_k0Fk1Fk2F	-110243.3757</a:t>
            </a:r>
          </a:p>
        </p:txBody>
      </p:sp>
    </p:spTree>
    <p:extLst>
      <p:ext uri="{BB962C8B-B14F-4D97-AF65-F5344CB8AC3E}">
        <p14:creationId xmlns:p14="http://schemas.microsoft.com/office/powerpoint/2010/main" val="710759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19CC-05CD-C7E5-BC33-968CB6C3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EBE70-6779-2E0A-526C-EE4EDF88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B49A0769-613F-982C-9535-6E2DB778C9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0732149"/>
              </p:ext>
            </p:extLst>
          </p:nvPr>
        </p:nvGraphicFramePr>
        <p:xfrm>
          <a:off x="348726" y="640721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525BD4CD-20F8-64C6-DAE9-171E05F730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7266655"/>
              </p:ext>
            </p:extLst>
          </p:nvPr>
        </p:nvGraphicFramePr>
        <p:xfrm>
          <a:off x="5208064" y="640721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207A43C3-B2D6-671B-6321-807174CDCB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7999946"/>
              </p:ext>
            </p:extLst>
          </p:nvPr>
        </p:nvGraphicFramePr>
        <p:xfrm>
          <a:off x="602726" y="363411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8FC7DAD1-19E4-204E-4B33-078C49FFDD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680427"/>
              </p:ext>
            </p:extLst>
          </p:nvPr>
        </p:nvGraphicFramePr>
        <p:xfrm>
          <a:off x="4954064" y="363411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07723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4E174B81-F8E3-D1A0-9334-B3434010FC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9024440"/>
              </p:ext>
            </p:extLst>
          </p:nvPr>
        </p:nvGraphicFramePr>
        <p:xfrm>
          <a:off x="1236662" y="588962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ABD0438F-EE31-FE7B-9BB3-E60238F39F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219033"/>
              </p:ext>
            </p:extLst>
          </p:nvPr>
        </p:nvGraphicFramePr>
        <p:xfrm>
          <a:off x="6096000" y="627302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BF5B1B32-00D7-04D2-E81B-F7D34285FF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9039541"/>
              </p:ext>
            </p:extLst>
          </p:nvPr>
        </p:nvGraphicFramePr>
        <p:xfrm>
          <a:off x="1236662" y="355123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DCE3C9A8-CDA9-65E1-D23F-ADF905EA86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8535212"/>
              </p:ext>
            </p:extLst>
          </p:nvPr>
        </p:nvGraphicFramePr>
        <p:xfrm>
          <a:off x="6350001" y="3551237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2751708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AA48750B-11BD-17A0-9893-F88601C8D9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3083238"/>
              </p:ext>
            </p:extLst>
          </p:nvPr>
        </p:nvGraphicFramePr>
        <p:xfrm>
          <a:off x="664609" y="588963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8077894-BA53-6DD9-CD1B-63BD1948A4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974025"/>
              </p:ext>
            </p:extLst>
          </p:nvPr>
        </p:nvGraphicFramePr>
        <p:xfrm>
          <a:off x="5269947" y="469106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ACA764AE-AFF7-C1AD-D8E4-1A97B45BC1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575030"/>
              </p:ext>
            </p:extLst>
          </p:nvPr>
        </p:nvGraphicFramePr>
        <p:xfrm>
          <a:off x="664609" y="3555999"/>
          <a:ext cx="4605337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400F5D96-2806-A019-2707-C91AA2DF5C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23840"/>
              </p:ext>
            </p:extLst>
          </p:nvPr>
        </p:nvGraphicFramePr>
        <p:xfrm>
          <a:off x="5242106" y="3551238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21564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CD46DD10-B70F-AA50-A11A-7A5B05B411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191254"/>
              </p:ext>
            </p:extLst>
          </p:nvPr>
        </p:nvGraphicFramePr>
        <p:xfrm>
          <a:off x="584305" y="51734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58405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56295-9241-A199-1450-A0F2E82E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AC2EA1-EC42-1836-487C-86FB396C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FBBD361A-E957-EA2D-46A9-88D1ABDBCF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868492"/>
              </p:ext>
            </p:extLst>
          </p:nvPr>
        </p:nvGraphicFramePr>
        <p:xfrm>
          <a:off x="365979" y="812800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2846141-8357-A1EC-E863-B948A51442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6361185"/>
              </p:ext>
            </p:extLst>
          </p:nvPr>
        </p:nvGraphicFramePr>
        <p:xfrm>
          <a:off x="5225317" y="812800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C3DAB6C5-FE59-0782-9C58-6BCA02E948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7952741"/>
              </p:ext>
            </p:extLst>
          </p:nvPr>
        </p:nvGraphicFramePr>
        <p:xfrm>
          <a:off x="365979" y="377507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E9E1295F-86E5-067A-76EA-55A395665B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268518"/>
              </p:ext>
            </p:extLst>
          </p:nvPr>
        </p:nvGraphicFramePr>
        <p:xfrm>
          <a:off x="4834462" y="377507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23964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9C60B77E-921E-40D9-725C-DE22FF80FF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564842"/>
              </p:ext>
            </p:extLst>
          </p:nvPr>
        </p:nvGraphicFramePr>
        <p:xfrm>
          <a:off x="636064" y="610049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C1587EB-5D63-95C8-DCB2-ACBB451CA5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8767187"/>
              </p:ext>
            </p:extLst>
          </p:nvPr>
        </p:nvGraphicFramePr>
        <p:xfrm>
          <a:off x="5241401" y="612416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FCB81EFD-2AFD-5359-ABE7-E5C624E867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0554673"/>
              </p:ext>
            </p:extLst>
          </p:nvPr>
        </p:nvGraphicFramePr>
        <p:xfrm>
          <a:off x="636063" y="3429000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C04F4B90-9F45-6D80-F8A8-A3D58FE0B8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6024946"/>
              </p:ext>
            </p:extLst>
          </p:nvPr>
        </p:nvGraphicFramePr>
        <p:xfrm>
          <a:off x="5241402" y="3527784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24893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53915D17-F64F-391B-F5ED-6B11F049A1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6463990"/>
              </p:ext>
            </p:extLst>
          </p:nvPr>
        </p:nvGraphicFramePr>
        <p:xfrm>
          <a:off x="423069" y="838199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B834FEC-08DA-B1FC-CE16-8237A1396A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6937471"/>
              </p:ext>
            </p:extLst>
          </p:nvPr>
        </p:nvGraphicFramePr>
        <p:xfrm>
          <a:off x="5028407" y="595223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79D6095F-2F7F-34C7-4A52-19BDD01D39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5333834"/>
              </p:ext>
            </p:extLst>
          </p:nvPr>
        </p:nvGraphicFramePr>
        <p:xfrm>
          <a:off x="423069" y="3555999"/>
          <a:ext cx="4605337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DBBC4CBC-6473-5FCA-3462-B416C518C8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2864924"/>
              </p:ext>
            </p:extLst>
          </p:nvPr>
        </p:nvGraphicFramePr>
        <p:xfrm>
          <a:off x="5028406" y="3487018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378094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BB733F4A-41FD-F7F3-CE97-AA638A15DF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6312191"/>
              </p:ext>
            </p:extLst>
          </p:nvPr>
        </p:nvGraphicFramePr>
        <p:xfrm>
          <a:off x="1490662" y="1121194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66051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A0508-5A92-9D36-C078-91B7826E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BE3479-D6A0-BE76-A492-E9B48C77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次</a:t>
            </a:r>
            <a:r>
              <a:rPr kumimoji="1" lang="en-US" altLang="ja-JP" dirty="0"/>
              <a:t>2</a:t>
            </a:r>
            <a:r>
              <a:rPr kumimoji="1" lang="ja-JP" altLang="en-US" dirty="0"/>
              <a:t>次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FA9E177C-AD3D-904A-175C-5EDC4BC785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3968622"/>
              </p:ext>
            </p:extLst>
          </p:nvPr>
        </p:nvGraphicFramePr>
        <p:xfrm>
          <a:off x="2143124" y="812798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785408D1-C3B0-8723-5011-E01536375A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3079843"/>
              </p:ext>
            </p:extLst>
          </p:nvPr>
        </p:nvGraphicFramePr>
        <p:xfrm>
          <a:off x="6748462" y="800101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24C1789A-9023-1BAA-2DF8-8D2A8FE77B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9249740"/>
              </p:ext>
            </p:extLst>
          </p:nvPr>
        </p:nvGraphicFramePr>
        <p:xfrm>
          <a:off x="2163836" y="377507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52F926D8-DEE4-9630-0952-1EF639A07D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583000"/>
              </p:ext>
            </p:extLst>
          </p:nvPr>
        </p:nvGraphicFramePr>
        <p:xfrm>
          <a:off x="6748462" y="375443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2513868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49033C7E-D11F-E6BC-56EA-B457A01DA6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6438547"/>
              </p:ext>
            </p:extLst>
          </p:nvPr>
        </p:nvGraphicFramePr>
        <p:xfrm>
          <a:off x="1137564" y="588962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9DCAEBF1-D649-616A-DE44-7B224C225E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8295773"/>
              </p:ext>
            </p:extLst>
          </p:nvPr>
        </p:nvGraphicFramePr>
        <p:xfrm>
          <a:off x="5742901" y="588962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A66AD921-C5A5-8BA0-DD83-A2A1F8D7EA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3505651"/>
              </p:ext>
            </p:extLst>
          </p:nvPr>
        </p:nvGraphicFramePr>
        <p:xfrm>
          <a:off x="1137564" y="355123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C5D7A79A-B54D-F3F5-5C46-26562F5D2F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420045"/>
              </p:ext>
            </p:extLst>
          </p:nvPr>
        </p:nvGraphicFramePr>
        <p:xfrm>
          <a:off x="5742902" y="3551237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503373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00F4F8FA-114A-0776-21D3-94C6A508C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1191475"/>
              </p:ext>
            </p:extLst>
          </p:nvPr>
        </p:nvGraphicFramePr>
        <p:xfrm>
          <a:off x="405816" y="71356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B6A922D-F35D-2EC9-8AE5-DF0F1696CE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7479294"/>
              </p:ext>
            </p:extLst>
          </p:nvPr>
        </p:nvGraphicFramePr>
        <p:xfrm>
          <a:off x="5472817" y="588963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FA1D15F7-BF14-D19D-44FC-77227D4994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121157"/>
              </p:ext>
            </p:extLst>
          </p:nvPr>
        </p:nvGraphicFramePr>
        <p:xfrm>
          <a:off x="405817" y="3555999"/>
          <a:ext cx="4605337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C1EE27F4-9DE3-47FB-A6AC-4196DA6162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6094690"/>
              </p:ext>
            </p:extLst>
          </p:nvPr>
        </p:nvGraphicFramePr>
        <p:xfrm>
          <a:off x="5472817" y="3555999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469091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DC57617A-A72A-087B-3458-4BBAD1A13D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326467"/>
              </p:ext>
            </p:extLst>
          </p:nvPr>
        </p:nvGraphicFramePr>
        <p:xfrm>
          <a:off x="963866" y="711200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9963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4553</TotalTime>
  <Words>1062</Words>
  <Application>Microsoft Office PowerPoint</Application>
  <PresentationFormat>ワイド画面</PresentationFormat>
  <Paragraphs>177</Paragraphs>
  <Slides>50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50</vt:i4>
      </vt:variant>
    </vt:vector>
  </HeadingPairs>
  <TitlesOfParts>
    <vt:vector size="54" baseType="lpstr">
      <vt:lpstr>游ゴシック</vt:lpstr>
      <vt:lpstr>游ゴシック Light</vt:lpstr>
      <vt:lpstr>Arial</vt:lpstr>
      <vt:lpstr>Office テーマ</vt:lpstr>
      <vt:lpstr>5月と6月の劣化あり</vt:lpstr>
      <vt:lpstr>目的関数値</vt:lpstr>
      <vt:lpstr>SOC</vt:lpstr>
      <vt:lpstr>スポット市場</vt:lpstr>
      <vt:lpstr>スポット市場</vt:lpstr>
      <vt:lpstr>1次2次</vt:lpstr>
      <vt:lpstr>PowerPoint プレゼンテーション</vt:lpstr>
      <vt:lpstr>5月と6月の劣化なし</vt:lpstr>
      <vt:lpstr>目的関数値</vt:lpstr>
      <vt:lpstr>SOC</vt:lpstr>
      <vt:lpstr>スポット市場</vt:lpstr>
      <vt:lpstr>スポット市場</vt:lpstr>
      <vt:lpstr>1次2次</vt:lpstr>
      <vt:lpstr>PowerPoint プレゼンテーション</vt:lpstr>
      <vt:lpstr>13日分の劣化あり</vt:lpstr>
      <vt:lpstr>目的関数値</vt:lpstr>
      <vt:lpstr>SOC</vt:lpstr>
      <vt:lpstr>PowerPoint プレゼンテーション</vt:lpstr>
      <vt:lpstr>PowerPoint プレゼンテーション</vt:lpstr>
      <vt:lpstr>PowerPoint プレゼンテーション</vt:lpstr>
      <vt:lpstr>スポット市場</vt:lpstr>
      <vt:lpstr>PowerPoint プレゼンテーション</vt:lpstr>
      <vt:lpstr>PowerPoint プレゼンテーション</vt:lpstr>
      <vt:lpstr>PowerPoint プレゼンテーション</vt:lpstr>
      <vt:lpstr>スポット市場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1次2次</vt:lpstr>
      <vt:lpstr>PowerPoint プレゼンテーション</vt:lpstr>
      <vt:lpstr>PowerPoint プレゼンテーション</vt:lpstr>
      <vt:lpstr>PowerPoint プレゼンテーション</vt:lpstr>
      <vt:lpstr>13日分の劣化なし</vt:lpstr>
      <vt:lpstr>目的関数値</vt:lpstr>
      <vt:lpstr>SOC</vt:lpstr>
      <vt:lpstr>PowerPoint プレゼンテーション</vt:lpstr>
      <vt:lpstr>PowerPoint プレゼンテーション</vt:lpstr>
      <vt:lpstr>PowerPoint プレゼンテーション</vt:lpstr>
      <vt:lpstr>スポット市場</vt:lpstr>
      <vt:lpstr>PowerPoint プレゼンテーション</vt:lpstr>
      <vt:lpstr>PowerPoint プレゼンテーション</vt:lpstr>
      <vt:lpstr>PowerPoint プレゼンテーション</vt:lpstr>
      <vt:lpstr>1次2次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2</cp:revision>
  <dcterms:created xsi:type="dcterms:W3CDTF">2026-03-02T12:33:01Z</dcterms:created>
  <dcterms:modified xsi:type="dcterms:W3CDTF">2026-03-06T05:56:46Z</dcterms:modified>
</cp:coreProperties>
</file>