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0EDAE1-D50C-4AAF-AA39-400DA54ECC48}" v="65" dt="2026-03-15T18:20:11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78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n.lzh →" userId="aae51206e0f3c209" providerId="LiveId" clId="{C53E141C-B797-4BD5-B97C-FF93ADA80928}"/>
    <pc:docChg chg="custSel addSld delSld modSld">
      <pc:chgData name="kitn.lzh →" userId="aae51206e0f3c209" providerId="LiveId" clId="{C53E141C-B797-4BD5-B97C-FF93ADA80928}" dt="2026-03-15T18:20:11.963" v="1339" actId="947"/>
      <pc:docMkLst>
        <pc:docMk/>
      </pc:docMkLst>
      <pc:sldChg chg="addSp modSp add del mod">
        <pc:chgData name="kitn.lzh →" userId="aae51206e0f3c209" providerId="LiveId" clId="{C53E141C-B797-4BD5-B97C-FF93ADA80928}" dt="2026-03-15T09:28:50.707" v="437" actId="2696"/>
        <pc:sldMkLst>
          <pc:docMk/>
          <pc:sldMk cId="699515137" sldId="256"/>
        </pc:sldMkLst>
      </pc:sldChg>
      <pc:sldChg chg="addSp modSp add mod">
        <pc:chgData name="kitn.lzh →" userId="aae51206e0f3c209" providerId="LiveId" clId="{C53E141C-B797-4BD5-B97C-FF93ADA80928}" dt="2026-03-15T09:28:55.229" v="453" actId="947"/>
        <pc:sldMkLst>
          <pc:docMk/>
          <pc:sldMk cId="1924910809" sldId="256"/>
        </pc:sldMkLst>
        <pc:spChg chg="add mod">
          <ac:chgData name="kitn.lzh →" userId="aae51206e0f3c209" providerId="LiveId" clId="{C53E141C-B797-4BD5-B97C-FF93ADA80928}" dt="2026-03-15T09:28:53.008" v="440" actId="20577"/>
          <ac:spMkLst>
            <pc:docMk/>
            <pc:sldMk cId="1924910809" sldId="256"/>
            <ac:spMk id="2" creationId="{F81B61DF-B028-5A1C-89C2-8E0339123A8F}"/>
          </ac:spMkLst>
        </pc:spChg>
        <pc:spChg chg="add mod">
          <ac:chgData name="kitn.lzh →" userId="aae51206e0f3c209" providerId="LiveId" clId="{C53E141C-B797-4BD5-B97C-FF93ADA80928}" dt="2026-03-15T09:28:55.229" v="453" actId="947"/>
          <ac:spMkLst>
            <pc:docMk/>
            <pc:sldMk cId="1924910809" sldId="256"/>
            <ac:spMk id="13" creationId="{0619BB05-0E99-E23E-ED23-8AD4D95DE443}"/>
          </ac:spMkLst>
        </pc:spChg>
        <pc:picChg chg="add mod">
          <ac:chgData name="kitn.lzh →" userId="aae51206e0f3c209" providerId="LiveId" clId="{C53E141C-B797-4BD5-B97C-FF93ADA80928}" dt="2026-03-15T09:28:53.373" v="442"/>
          <ac:picMkLst>
            <pc:docMk/>
            <pc:sldMk cId="1924910809" sldId="256"/>
            <ac:picMk id="4" creationId="{4DC9AB6B-8705-ACF1-20F4-E78E9494621A}"/>
          </ac:picMkLst>
        </pc:picChg>
        <pc:picChg chg="add mod">
          <ac:chgData name="kitn.lzh →" userId="aae51206e0f3c209" providerId="LiveId" clId="{C53E141C-B797-4BD5-B97C-FF93ADA80928}" dt="2026-03-15T09:28:54.917" v="444"/>
          <ac:picMkLst>
            <pc:docMk/>
            <pc:sldMk cId="1924910809" sldId="256"/>
            <ac:picMk id="6" creationId="{91397218-A649-932B-0A7F-89C1195AFF33}"/>
          </ac:picMkLst>
        </pc:picChg>
        <pc:picChg chg="add mod">
          <ac:chgData name="kitn.lzh →" userId="aae51206e0f3c209" providerId="LiveId" clId="{C53E141C-B797-4BD5-B97C-FF93ADA80928}" dt="2026-03-15T09:28:55.062" v="446"/>
          <ac:picMkLst>
            <pc:docMk/>
            <pc:sldMk cId="1924910809" sldId="256"/>
            <ac:picMk id="8" creationId="{E1F13692-015F-E5AB-1240-658966F9270F}"/>
          </ac:picMkLst>
        </pc:picChg>
        <pc:picChg chg="add mod">
          <ac:chgData name="kitn.lzh →" userId="aae51206e0f3c209" providerId="LiveId" clId="{C53E141C-B797-4BD5-B97C-FF93ADA80928}" dt="2026-03-15T09:28:55.089" v="448"/>
          <ac:picMkLst>
            <pc:docMk/>
            <pc:sldMk cId="1924910809" sldId="256"/>
            <ac:picMk id="10" creationId="{1BACA177-DEB8-7095-831A-722DC4957651}"/>
          </ac:picMkLst>
        </pc:picChg>
        <pc:picChg chg="add mod">
          <ac:chgData name="kitn.lzh →" userId="aae51206e0f3c209" providerId="LiveId" clId="{C53E141C-B797-4BD5-B97C-FF93ADA80928}" dt="2026-03-15T09:28:55.121" v="450"/>
          <ac:picMkLst>
            <pc:docMk/>
            <pc:sldMk cId="1924910809" sldId="256"/>
            <ac:picMk id="12" creationId="{E353220E-B8CE-2728-7774-51360CA6D50F}"/>
          </ac:picMkLst>
        </pc:picChg>
      </pc:sldChg>
      <pc:sldChg chg="addSp modSp add mod">
        <pc:chgData name="kitn.lzh →" userId="aae51206e0f3c209" providerId="LiveId" clId="{C53E141C-B797-4BD5-B97C-FF93ADA80928}" dt="2026-03-15T09:28:57.014" v="469" actId="947"/>
        <pc:sldMkLst>
          <pc:docMk/>
          <pc:sldMk cId="196888056" sldId="257"/>
        </pc:sldMkLst>
        <pc:spChg chg="add mod">
          <ac:chgData name="kitn.lzh →" userId="aae51206e0f3c209" providerId="LiveId" clId="{C53E141C-B797-4BD5-B97C-FF93ADA80928}" dt="2026-03-15T09:28:56.962" v="456" actId="20577"/>
          <ac:spMkLst>
            <pc:docMk/>
            <pc:sldMk cId="196888056" sldId="257"/>
            <ac:spMk id="2" creationId="{2852CB81-3EB1-356C-EE2D-925C50FC73A1}"/>
          </ac:spMkLst>
        </pc:spChg>
        <pc:spChg chg="add mod">
          <ac:chgData name="kitn.lzh →" userId="aae51206e0f3c209" providerId="LiveId" clId="{C53E141C-B797-4BD5-B97C-FF93ADA80928}" dt="2026-03-15T09:28:57.014" v="469" actId="947"/>
          <ac:spMkLst>
            <pc:docMk/>
            <pc:sldMk cId="196888056" sldId="257"/>
            <ac:spMk id="13" creationId="{3BDD99A5-5E05-70E7-FE00-117A5D444514}"/>
          </ac:spMkLst>
        </pc:spChg>
        <pc:picChg chg="add mod">
          <ac:chgData name="kitn.lzh →" userId="aae51206e0f3c209" providerId="LiveId" clId="{C53E141C-B797-4BD5-B97C-FF93ADA80928}" dt="2026-03-15T09:28:56.968" v="458"/>
          <ac:picMkLst>
            <pc:docMk/>
            <pc:sldMk cId="196888056" sldId="257"/>
            <ac:picMk id="4" creationId="{2311B9AC-B7DD-2873-A4C9-19C0B03CDA4D}"/>
          </ac:picMkLst>
        </pc:picChg>
        <pc:picChg chg="add mod">
          <ac:chgData name="kitn.lzh →" userId="aae51206e0f3c209" providerId="LiveId" clId="{C53E141C-B797-4BD5-B97C-FF93ADA80928}" dt="2026-03-15T09:28:56.974" v="460"/>
          <ac:picMkLst>
            <pc:docMk/>
            <pc:sldMk cId="196888056" sldId="257"/>
            <ac:picMk id="6" creationId="{1186F48B-295B-D881-8D96-296E172B40FF}"/>
          </ac:picMkLst>
        </pc:picChg>
        <pc:picChg chg="add mod">
          <ac:chgData name="kitn.lzh →" userId="aae51206e0f3c209" providerId="LiveId" clId="{C53E141C-B797-4BD5-B97C-FF93ADA80928}" dt="2026-03-15T09:28:56.980" v="462"/>
          <ac:picMkLst>
            <pc:docMk/>
            <pc:sldMk cId="196888056" sldId="257"/>
            <ac:picMk id="8" creationId="{B47CC1BE-AABA-259D-4E20-0C46D2044CA6}"/>
          </ac:picMkLst>
        </pc:picChg>
        <pc:picChg chg="add mod">
          <ac:chgData name="kitn.lzh →" userId="aae51206e0f3c209" providerId="LiveId" clId="{C53E141C-B797-4BD5-B97C-FF93ADA80928}" dt="2026-03-15T09:28:56.985" v="464"/>
          <ac:picMkLst>
            <pc:docMk/>
            <pc:sldMk cId="196888056" sldId="257"/>
            <ac:picMk id="10" creationId="{443F7530-AFC1-CB55-1682-B274ACFF1002}"/>
          </ac:picMkLst>
        </pc:picChg>
        <pc:picChg chg="add mod">
          <ac:chgData name="kitn.lzh →" userId="aae51206e0f3c209" providerId="LiveId" clId="{C53E141C-B797-4BD5-B97C-FF93ADA80928}" dt="2026-03-15T09:28:56.992" v="466"/>
          <ac:picMkLst>
            <pc:docMk/>
            <pc:sldMk cId="196888056" sldId="257"/>
            <ac:picMk id="12" creationId="{16869140-BC30-B4D0-6446-136BD9EBCD73}"/>
          </ac:picMkLst>
        </pc:picChg>
      </pc:sldChg>
      <pc:sldChg chg="addSp modSp add del mod">
        <pc:chgData name="kitn.lzh →" userId="aae51206e0f3c209" providerId="LiveId" clId="{C53E141C-B797-4BD5-B97C-FF93ADA80928}" dt="2026-03-15T09:28:50.692" v="436" actId="2696"/>
        <pc:sldMkLst>
          <pc:docMk/>
          <pc:sldMk cId="2544834943" sldId="257"/>
        </pc:sldMkLst>
      </pc:sldChg>
      <pc:sldChg chg="addSp modSp add mod">
        <pc:chgData name="kitn.lzh →" userId="aae51206e0f3c209" providerId="LiveId" clId="{C53E141C-B797-4BD5-B97C-FF93ADA80928}" dt="2026-03-15T09:28:58.763" v="485" actId="947"/>
        <pc:sldMkLst>
          <pc:docMk/>
          <pc:sldMk cId="1337920113" sldId="258"/>
        </pc:sldMkLst>
        <pc:spChg chg="add mod">
          <ac:chgData name="kitn.lzh →" userId="aae51206e0f3c209" providerId="LiveId" clId="{C53E141C-B797-4BD5-B97C-FF93ADA80928}" dt="2026-03-15T09:28:58.703" v="472" actId="20577"/>
          <ac:spMkLst>
            <pc:docMk/>
            <pc:sldMk cId="1337920113" sldId="258"/>
            <ac:spMk id="2" creationId="{7974CD61-343D-76D5-769B-BC0C5713DD24}"/>
          </ac:spMkLst>
        </pc:spChg>
        <pc:spChg chg="add mod">
          <ac:chgData name="kitn.lzh →" userId="aae51206e0f3c209" providerId="LiveId" clId="{C53E141C-B797-4BD5-B97C-FF93ADA80928}" dt="2026-03-15T09:28:58.763" v="485" actId="947"/>
          <ac:spMkLst>
            <pc:docMk/>
            <pc:sldMk cId="1337920113" sldId="258"/>
            <ac:spMk id="13" creationId="{8718FF2B-F538-4529-831A-541ABC38A00A}"/>
          </ac:spMkLst>
        </pc:spChg>
        <pc:picChg chg="add mod">
          <ac:chgData name="kitn.lzh →" userId="aae51206e0f3c209" providerId="LiveId" clId="{C53E141C-B797-4BD5-B97C-FF93ADA80928}" dt="2026-03-15T09:28:58.713" v="474"/>
          <ac:picMkLst>
            <pc:docMk/>
            <pc:sldMk cId="1337920113" sldId="258"/>
            <ac:picMk id="4" creationId="{46043256-3126-752F-231D-1B830CB84F76}"/>
          </ac:picMkLst>
        </pc:picChg>
        <pc:picChg chg="add mod">
          <ac:chgData name="kitn.lzh →" userId="aae51206e0f3c209" providerId="LiveId" clId="{C53E141C-B797-4BD5-B97C-FF93ADA80928}" dt="2026-03-15T09:28:58.720" v="476"/>
          <ac:picMkLst>
            <pc:docMk/>
            <pc:sldMk cId="1337920113" sldId="258"/>
            <ac:picMk id="6" creationId="{518526CE-2613-93BD-A18F-56C1CA64F74E}"/>
          </ac:picMkLst>
        </pc:picChg>
        <pc:picChg chg="add mod">
          <ac:chgData name="kitn.lzh →" userId="aae51206e0f3c209" providerId="LiveId" clId="{C53E141C-B797-4BD5-B97C-FF93ADA80928}" dt="2026-03-15T09:28:58.726" v="478"/>
          <ac:picMkLst>
            <pc:docMk/>
            <pc:sldMk cId="1337920113" sldId="258"/>
            <ac:picMk id="8" creationId="{3112B237-78ED-A546-98C9-2D2EACFD4B49}"/>
          </ac:picMkLst>
        </pc:picChg>
        <pc:picChg chg="add mod">
          <ac:chgData name="kitn.lzh →" userId="aae51206e0f3c209" providerId="LiveId" clId="{C53E141C-B797-4BD5-B97C-FF93ADA80928}" dt="2026-03-15T09:28:58.735" v="480"/>
          <ac:picMkLst>
            <pc:docMk/>
            <pc:sldMk cId="1337920113" sldId="258"/>
            <ac:picMk id="10" creationId="{7EF308AF-9A08-996C-EF70-E42AFA582772}"/>
          </ac:picMkLst>
        </pc:picChg>
        <pc:picChg chg="add mod">
          <ac:chgData name="kitn.lzh →" userId="aae51206e0f3c209" providerId="LiveId" clId="{C53E141C-B797-4BD5-B97C-FF93ADA80928}" dt="2026-03-15T09:28:58.740" v="482"/>
          <ac:picMkLst>
            <pc:docMk/>
            <pc:sldMk cId="1337920113" sldId="258"/>
            <ac:picMk id="12" creationId="{79D1ED10-61D0-E316-0256-A19A5B9A55AF}"/>
          </ac:picMkLst>
        </pc:picChg>
      </pc:sldChg>
      <pc:sldChg chg="addSp modSp add del mod">
        <pc:chgData name="kitn.lzh →" userId="aae51206e0f3c209" providerId="LiveId" clId="{C53E141C-B797-4BD5-B97C-FF93ADA80928}" dt="2026-03-15T09:28:50.671" v="435" actId="2696"/>
        <pc:sldMkLst>
          <pc:docMk/>
          <pc:sldMk cId="3520676783" sldId="258"/>
        </pc:sldMkLst>
      </pc:sldChg>
      <pc:sldChg chg="addSp modSp add del mod">
        <pc:chgData name="kitn.lzh →" userId="aae51206e0f3c209" providerId="LiveId" clId="{C53E141C-B797-4BD5-B97C-FF93ADA80928}" dt="2026-03-15T09:28:50.648" v="434" actId="2696"/>
        <pc:sldMkLst>
          <pc:docMk/>
          <pc:sldMk cId="220351386" sldId="259"/>
        </pc:sldMkLst>
      </pc:sldChg>
      <pc:sldChg chg="addSp modSp add mod">
        <pc:chgData name="kitn.lzh →" userId="aae51206e0f3c209" providerId="LiveId" clId="{C53E141C-B797-4BD5-B97C-FF93ADA80928}" dt="2026-03-15T09:29:00.575" v="501" actId="947"/>
        <pc:sldMkLst>
          <pc:docMk/>
          <pc:sldMk cId="1435446036" sldId="259"/>
        </pc:sldMkLst>
        <pc:spChg chg="add mod">
          <ac:chgData name="kitn.lzh →" userId="aae51206e0f3c209" providerId="LiveId" clId="{C53E141C-B797-4BD5-B97C-FF93ADA80928}" dt="2026-03-15T09:29:00.497" v="488" actId="20577"/>
          <ac:spMkLst>
            <pc:docMk/>
            <pc:sldMk cId="1435446036" sldId="259"/>
            <ac:spMk id="2" creationId="{F4359A24-BFC4-E983-3CF8-C3C8D492E07D}"/>
          </ac:spMkLst>
        </pc:spChg>
        <pc:spChg chg="add mod">
          <ac:chgData name="kitn.lzh →" userId="aae51206e0f3c209" providerId="LiveId" clId="{C53E141C-B797-4BD5-B97C-FF93ADA80928}" dt="2026-03-15T09:29:00.575" v="501" actId="947"/>
          <ac:spMkLst>
            <pc:docMk/>
            <pc:sldMk cId="1435446036" sldId="259"/>
            <ac:spMk id="13" creationId="{765C6096-8D07-2867-E801-7295CFC7E206}"/>
          </ac:spMkLst>
        </pc:spChg>
        <pc:picChg chg="add mod">
          <ac:chgData name="kitn.lzh →" userId="aae51206e0f3c209" providerId="LiveId" clId="{C53E141C-B797-4BD5-B97C-FF93ADA80928}" dt="2026-03-15T09:29:00.509" v="490"/>
          <ac:picMkLst>
            <pc:docMk/>
            <pc:sldMk cId="1435446036" sldId="259"/>
            <ac:picMk id="4" creationId="{B96484A9-0725-93C1-D0B4-4A911922FC49}"/>
          </ac:picMkLst>
        </pc:picChg>
        <pc:picChg chg="add mod">
          <ac:chgData name="kitn.lzh →" userId="aae51206e0f3c209" providerId="LiveId" clId="{C53E141C-B797-4BD5-B97C-FF93ADA80928}" dt="2026-03-15T09:29:00.528" v="492"/>
          <ac:picMkLst>
            <pc:docMk/>
            <pc:sldMk cId="1435446036" sldId="259"/>
            <ac:picMk id="6" creationId="{44ABB86A-24E8-87B2-1E8A-2EA0EB4F6AE3}"/>
          </ac:picMkLst>
        </pc:picChg>
        <pc:picChg chg="add mod">
          <ac:chgData name="kitn.lzh →" userId="aae51206e0f3c209" providerId="LiveId" clId="{C53E141C-B797-4BD5-B97C-FF93ADA80928}" dt="2026-03-15T09:29:00.536" v="494"/>
          <ac:picMkLst>
            <pc:docMk/>
            <pc:sldMk cId="1435446036" sldId="259"/>
            <ac:picMk id="8" creationId="{86E1029C-57F6-4DF2-44DF-9FBC3D122F28}"/>
          </ac:picMkLst>
        </pc:picChg>
        <pc:picChg chg="add mod">
          <ac:chgData name="kitn.lzh →" userId="aae51206e0f3c209" providerId="LiveId" clId="{C53E141C-B797-4BD5-B97C-FF93ADA80928}" dt="2026-03-15T09:29:00.540" v="496"/>
          <ac:picMkLst>
            <pc:docMk/>
            <pc:sldMk cId="1435446036" sldId="259"/>
            <ac:picMk id="10" creationId="{D4E54136-6A6E-7876-0CC0-739C34E4AAF7}"/>
          </ac:picMkLst>
        </pc:picChg>
        <pc:picChg chg="add mod">
          <ac:chgData name="kitn.lzh →" userId="aae51206e0f3c209" providerId="LiveId" clId="{C53E141C-B797-4BD5-B97C-FF93ADA80928}" dt="2026-03-15T09:29:00.555" v="498"/>
          <ac:picMkLst>
            <pc:docMk/>
            <pc:sldMk cId="1435446036" sldId="259"/>
            <ac:picMk id="12" creationId="{EF224A42-438B-116B-10C6-D6444F24085F}"/>
          </ac:picMkLst>
        </pc:picChg>
      </pc:sldChg>
      <pc:sldChg chg="addSp modSp add mod">
        <pc:chgData name="kitn.lzh →" userId="aae51206e0f3c209" providerId="LiveId" clId="{C53E141C-B797-4BD5-B97C-FF93ADA80928}" dt="2026-03-15T09:29:02.219" v="517" actId="947"/>
        <pc:sldMkLst>
          <pc:docMk/>
          <pc:sldMk cId="1169689957" sldId="260"/>
        </pc:sldMkLst>
        <pc:spChg chg="add mod">
          <ac:chgData name="kitn.lzh →" userId="aae51206e0f3c209" providerId="LiveId" clId="{C53E141C-B797-4BD5-B97C-FF93ADA80928}" dt="2026-03-15T09:29:02.167" v="504" actId="20577"/>
          <ac:spMkLst>
            <pc:docMk/>
            <pc:sldMk cId="1169689957" sldId="260"/>
            <ac:spMk id="2" creationId="{EC9E7BC0-F3A8-2F14-5416-033130B23E31}"/>
          </ac:spMkLst>
        </pc:spChg>
        <pc:spChg chg="add mod">
          <ac:chgData name="kitn.lzh →" userId="aae51206e0f3c209" providerId="LiveId" clId="{C53E141C-B797-4BD5-B97C-FF93ADA80928}" dt="2026-03-15T09:29:02.219" v="517" actId="947"/>
          <ac:spMkLst>
            <pc:docMk/>
            <pc:sldMk cId="1169689957" sldId="260"/>
            <ac:spMk id="13" creationId="{D389B1B9-CA02-AEE9-B4C6-31B4D12A4859}"/>
          </ac:spMkLst>
        </pc:spChg>
        <pc:picChg chg="add mod">
          <ac:chgData name="kitn.lzh →" userId="aae51206e0f3c209" providerId="LiveId" clId="{C53E141C-B797-4BD5-B97C-FF93ADA80928}" dt="2026-03-15T09:29:02.167" v="506"/>
          <ac:picMkLst>
            <pc:docMk/>
            <pc:sldMk cId="1169689957" sldId="260"/>
            <ac:picMk id="4" creationId="{C6B79403-2E13-F0DC-1EEB-587E3525188F}"/>
          </ac:picMkLst>
        </pc:picChg>
        <pc:picChg chg="add mod">
          <ac:chgData name="kitn.lzh →" userId="aae51206e0f3c209" providerId="LiveId" clId="{C53E141C-B797-4BD5-B97C-FF93ADA80928}" dt="2026-03-15T09:29:02.182" v="508"/>
          <ac:picMkLst>
            <pc:docMk/>
            <pc:sldMk cId="1169689957" sldId="260"/>
            <ac:picMk id="6" creationId="{4464E9B7-13BF-27EF-D9EA-0BDA9614A146}"/>
          </ac:picMkLst>
        </pc:picChg>
        <pc:picChg chg="add mod">
          <ac:chgData name="kitn.lzh →" userId="aae51206e0f3c209" providerId="LiveId" clId="{C53E141C-B797-4BD5-B97C-FF93ADA80928}" dt="2026-03-15T09:29:02.187" v="510"/>
          <ac:picMkLst>
            <pc:docMk/>
            <pc:sldMk cId="1169689957" sldId="260"/>
            <ac:picMk id="8" creationId="{ACACB76E-6FF8-ED7F-01BF-86245D188772}"/>
          </ac:picMkLst>
        </pc:picChg>
        <pc:picChg chg="add mod">
          <ac:chgData name="kitn.lzh →" userId="aae51206e0f3c209" providerId="LiveId" clId="{C53E141C-B797-4BD5-B97C-FF93ADA80928}" dt="2026-03-15T09:29:02.193" v="512"/>
          <ac:picMkLst>
            <pc:docMk/>
            <pc:sldMk cId="1169689957" sldId="260"/>
            <ac:picMk id="10" creationId="{A8AD39F7-296C-C7B5-4D54-411F0A374019}"/>
          </ac:picMkLst>
        </pc:picChg>
        <pc:picChg chg="add mod">
          <ac:chgData name="kitn.lzh →" userId="aae51206e0f3c209" providerId="LiveId" clId="{C53E141C-B797-4BD5-B97C-FF93ADA80928}" dt="2026-03-15T09:29:02.198" v="514"/>
          <ac:picMkLst>
            <pc:docMk/>
            <pc:sldMk cId="1169689957" sldId="260"/>
            <ac:picMk id="12" creationId="{9100FA54-E8DF-FBDB-9565-F78AAF45C851}"/>
          </ac:picMkLst>
        </pc:picChg>
      </pc:sldChg>
      <pc:sldChg chg="addSp modSp add del mod">
        <pc:chgData name="kitn.lzh →" userId="aae51206e0f3c209" providerId="LiveId" clId="{C53E141C-B797-4BD5-B97C-FF93ADA80928}" dt="2026-03-15T09:28:50.632" v="433" actId="2696"/>
        <pc:sldMkLst>
          <pc:docMk/>
          <pc:sldMk cId="4072799718" sldId="260"/>
        </pc:sldMkLst>
      </pc:sldChg>
      <pc:sldChg chg="addSp modSp add mod">
        <pc:chgData name="kitn.lzh →" userId="aae51206e0f3c209" providerId="LiveId" clId="{C53E141C-B797-4BD5-B97C-FF93ADA80928}" dt="2026-03-15T09:29:03.906" v="533" actId="947"/>
        <pc:sldMkLst>
          <pc:docMk/>
          <pc:sldMk cId="2347524262" sldId="261"/>
        </pc:sldMkLst>
        <pc:spChg chg="add mod">
          <ac:chgData name="kitn.lzh →" userId="aae51206e0f3c209" providerId="LiveId" clId="{C53E141C-B797-4BD5-B97C-FF93ADA80928}" dt="2026-03-15T09:29:03.859" v="520" actId="20577"/>
          <ac:spMkLst>
            <pc:docMk/>
            <pc:sldMk cId="2347524262" sldId="261"/>
            <ac:spMk id="2" creationId="{797E43B7-9123-99F8-CDC5-0B8F170BFAC0}"/>
          </ac:spMkLst>
        </pc:spChg>
        <pc:spChg chg="add mod">
          <ac:chgData name="kitn.lzh →" userId="aae51206e0f3c209" providerId="LiveId" clId="{C53E141C-B797-4BD5-B97C-FF93ADA80928}" dt="2026-03-15T09:29:03.906" v="533" actId="947"/>
          <ac:spMkLst>
            <pc:docMk/>
            <pc:sldMk cId="2347524262" sldId="261"/>
            <ac:spMk id="13" creationId="{4DBCDB6C-CE09-E306-26C7-20799EB78F7D}"/>
          </ac:spMkLst>
        </pc:spChg>
        <pc:picChg chg="add mod">
          <ac:chgData name="kitn.lzh →" userId="aae51206e0f3c209" providerId="LiveId" clId="{C53E141C-B797-4BD5-B97C-FF93ADA80928}" dt="2026-03-15T09:29:03.866" v="522"/>
          <ac:picMkLst>
            <pc:docMk/>
            <pc:sldMk cId="2347524262" sldId="261"/>
            <ac:picMk id="4" creationId="{43EEB84D-F094-7CCD-7D28-71A5057ACD65}"/>
          </ac:picMkLst>
        </pc:picChg>
        <pc:picChg chg="add mod">
          <ac:chgData name="kitn.lzh →" userId="aae51206e0f3c209" providerId="LiveId" clId="{C53E141C-B797-4BD5-B97C-FF93ADA80928}" dt="2026-03-15T09:29:03.867" v="524"/>
          <ac:picMkLst>
            <pc:docMk/>
            <pc:sldMk cId="2347524262" sldId="261"/>
            <ac:picMk id="6" creationId="{8FF3574B-BE93-C68A-3F7A-C9DFED0649DB}"/>
          </ac:picMkLst>
        </pc:picChg>
        <pc:picChg chg="add mod">
          <ac:chgData name="kitn.lzh →" userId="aae51206e0f3c209" providerId="LiveId" clId="{C53E141C-B797-4BD5-B97C-FF93ADA80928}" dt="2026-03-15T09:29:03.867" v="526"/>
          <ac:picMkLst>
            <pc:docMk/>
            <pc:sldMk cId="2347524262" sldId="261"/>
            <ac:picMk id="8" creationId="{E855E944-F69D-C644-252F-AD1F11C7A088}"/>
          </ac:picMkLst>
        </pc:picChg>
        <pc:picChg chg="add mod">
          <ac:chgData name="kitn.lzh →" userId="aae51206e0f3c209" providerId="LiveId" clId="{C53E141C-B797-4BD5-B97C-FF93ADA80928}" dt="2026-03-15T09:29:03.883" v="528"/>
          <ac:picMkLst>
            <pc:docMk/>
            <pc:sldMk cId="2347524262" sldId="261"/>
            <ac:picMk id="10" creationId="{A6A11FAD-3C90-867E-2061-5CC4CB69EF89}"/>
          </ac:picMkLst>
        </pc:picChg>
        <pc:picChg chg="add mod">
          <ac:chgData name="kitn.lzh →" userId="aae51206e0f3c209" providerId="LiveId" clId="{C53E141C-B797-4BD5-B97C-FF93ADA80928}" dt="2026-03-15T09:29:03.888" v="530"/>
          <ac:picMkLst>
            <pc:docMk/>
            <pc:sldMk cId="2347524262" sldId="261"/>
            <ac:picMk id="12" creationId="{7FCF4612-4FA9-0C6A-82FF-E779FD6A157B}"/>
          </ac:picMkLst>
        </pc:picChg>
      </pc:sldChg>
      <pc:sldChg chg="addSp modSp add del mod">
        <pc:chgData name="kitn.lzh →" userId="aae51206e0f3c209" providerId="LiveId" clId="{C53E141C-B797-4BD5-B97C-FF93ADA80928}" dt="2026-03-15T09:28:50.611" v="432" actId="2696"/>
        <pc:sldMkLst>
          <pc:docMk/>
          <pc:sldMk cId="3513411661" sldId="261"/>
        </pc:sldMkLst>
      </pc:sldChg>
      <pc:sldChg chg="addSp modSp add del mod">
        <pc:chgData name="kitn.lzh →" userId="aae51206e0f3c209" providerId="LiveId" clId="{C53E141C-B797-4BD5-B97C-FF93ADA80928}" dt="2026-03-15T09:28:50.592" v="431" actId="2696"/>
        <pc:sldMkLst>
          <pc:docMk/>
          <pc:sldMk cId="1685485618" sldId="262"/>
        </pc:sldMkLst>
      </pc:sldChg>
      <pc:sldChg chg="addSp modSp add mod">
        <pc:chgData name="kitn.lzh →" userId="aae51206e0f3c209" providerId="LiveId" clId="{C53E141C-B797-4BD5-B97C-FF93ADA80928}" dt="2026-03-15T09:29:05.748" v="549" actId="947"/>
        <pc:sldMkLst>
          <pc:docMk/>
          <pc:sldMk cId="4186331791" sldId="262"/>
        </pc:sldMkLst>
        <pc:spChg chg="add mod">
          <ac:chgData name="kitn.lzh →" userId="aae51206e0f3c209" providerId="LiveId" clId="{C53E141C-B797-4BD5-B97C-FF93ADA80928}" dt="2026-03-15T09:29:05.640" v="536" actId="20577"/>
          <ac:spMkLst>
            <pc:docMk/>
            <pc:sldMk cId="4186331791" sldId="262"/>
            <ac:spMk id="2" creationId="{A17D3D78-1BA3-B6B5-0007-7E9C0FFFF13C}"/>
          </ac:spMkLst>
        </pc:spChg>
        <pc:spChg chg="add mod">
          <ac:chgData name="kitn.lzh →" userId="aae51206e0f3c209" providerId="LiveId" clId="{C53E141C-B797-4BD5-B97C-FF93ADA80928}" dt="2026-03-15T09:29:05.748" v="549" actId="947"/>
          <ac:spMkLst>
            <pc:docMk/>
            <pc:sldMk cId="4186331791" sldId="262"/>
            <ac:spMk id="13" creationId="{1D001093-ED98-E02B-A81D-96277397BED4}"/>
          </ac:spMkLst>
        </pc:spChg>
        <pc:picChg chg="add mod">
          <ac:chgData name="kitn.lzh →" userId="aae51206e0f3c209" providerId="LiveId" clId="{C53E141C-B797-4BD5-B97C-FF93ADA80928}" dt="2026-03-15T09:29:05.656" v="538"/>
          <ac:picMkLst>
            <pc:docMk/>
            <pc:sldMk cId="4186331791" sldId="262"/>
            <ac:picMk id="4" creationId="{B97CF441-6319-0408-2656-3E82E552D395}"/>
          </ac:picMkLst>
        </pc:picChg>
        <pc:picChg chg="add mod">
          <ac:chgData name="kitn.lzh →" userId="aae51206e0f3c209" providerId="LiveId" clId="{C53E141C-B797-4BD5-B97C-FF93ADA80928}" dt="2026-03-15T09:29:05.671" v="540"/>
          <ac:picMkLst>
            <pc:docMk/>
            <pc:sldMk cId="4186331791" sldId="262"/>
            <ac:picMk id="6" creationId="{E1579504-322C-FEFC-FA8B-6032A27EB71F}"/>
          </ac:picMkLst>
        </pc:picChg>
        <pc:picChg chg="add mod">
          <ac:chgData name="kitn.lzh →" userId="aae51206e0f3c209" providerId="LiveId" clId="{C53E141C-B797-4BD5-B97C-FF93ADA80928}" dt="2026-03-15T09:29:05.686" v="542"/>
          <ac:picMkLst>
            <pc:docMk/>
            <pc:sldMk cId="4186331791" sldId="262"/>
            <ac:picMk id="8" creationId="{E12C8517-0947-E138-12DD-DB02F3CE470D}"/>
          </ac:picMkLst>
        </pc:picChg>
        <pc:picChg chg="add mod">
          <ac:chgData name="kitn.lzh →" userId="aae51206e0f3c209" providerId="LiveId" clId="{C53E141C-B797-4BD5-B97C-FF93ADA80928}" dt="2026-03-15T09:29:05.701" v="544"/>
          <ac:picMkLst>
            <pc:docMk/>
            <pc:sldMk cId="4186331791" sldId="262"/>
            <ac:picMk id="10" creationId="{86CCF7AF-CF2F-1730-CA10-50D620B2BD74}"/>
          </ac:picMkLst>
        </pc:picChg>
        <pc:picChg chg="add mod">
          <ac:chgData name="kitn.lzh →" userId="aae51206e0f3c209" providerId="LiveId" clId="{C53E141C-B797-4BD5-B97C-FF93ADA80928}" dt="2026-03-15T09:29:05.713" v="546"/>
          <ac:picMkLst>
            <pc:docMk/>
            <pc:sldMk cId="4186331791" sldId="262"/>
            <ac:picMk id="12" creationId="{A2672230-58F9-9026-8DB1-9768064A6AC3}"/>
          </ac:picMkLst>
        </pc:picChg>
      </pc:sldChg>
      <pc:sldChg chg="addSp modSp add del mod">
        <pc:chgData name="kitn.lzh →" userId="aae51206e0f3c209" providerId="LiveId" clId="{C53E141C-B797-4BD5-B97C-FF93ADA80928}" dt="2026-03-15T09:28:50.571" v="430" actId="2696"/>
        <pc:sldMkLst>
          <pc:docMk/>
          <pc:sldMk cId="1781849986" sldId="263"/>
        </pc:sldMkLst>
      </pc:sldChg>
      <pc:sldChg chg="addSp modSp add mod">
        <pc:chgData name="kitn.lzh →" userId="aae51206e0f3c209" providerId="LiveId" clId="{C53E141C-B797-4BD5-B97C-FF93ADA80928}" dt="2026-03-15T09:29:07.409" v="565" actId="947"/>
        <pc:sldMkLst>
          <pc:docMk/>
          <pc:sldMk cId="2212516192" sldId="263"/>
        </pc:sldMkLst>
        <pc:spChg chg="add mod">
          <ac:chgData name="kitn.lzh →" userId="aae51206e0f3c209" providerId="LiveId" clId="{C53E141C-B797-4BD5-B97C-FF93ADA80928}" dt="2026-03-15T09:29:07.346" v="552" actId="20577"/>
          <ac:spMkLst>
            <pc:docMk/>
            <pc:sldMk cId="2212516192" sldId="263"/>
            <ac:spMk id="2" creationId="{D8622573-4D44-800D-0A8F-874C6776387F}"/>
          </ac:spMkLst>
        </pc:spChg>
        <pc:spChg chg="add mod">
          <ac:chgData name="kitn.lzh →" userId="aae51206e0f3c209" providerId="LiveId" clId="{C53E141C-B797-4BD5-B97C-FF93ADA80928}" dt="2026-03-15T09:29:07.409" v="565" actId="947"/>
          <ac:spMkLst>
            <pc:docMk/>
            <pc:sldMk cId="2212516192" sldId="263"/>
            <ac:spMk id="13" creationId="{0D2F9654-496E-09A7-C5AA-9958B2FB410A}"/>
          </ac:spMkLst>
        </pc:spChg>
        <pc:picChg chg="add mod">
          <ac:chgData name="kitn.lzh →" userId="aae51206e0f3c209" providerId="LiveId" clId="{C53E141C-B797-4BD5-B97C-FF93ADA80928}" dt="2026-03-15T09:29:07.359" v="554"/>
          <ac:picMkLst>
            <pc:docMk/>
            <pc:sldMk cId="2212516192" sldId="263"/>
            <ac:picMk id="4" creationId="{98D0575A-9AD4-1C95-4B85-B8552E6A8F3B}"/>
          </ac:picMkLst>
        </pc:picChg>
        <pc:picChg chg="add mod">
          <ac:chgData name="kitn.lzh →" userId="aae51206e0f3c209" providerId="LiveId" clId="{C53E141C-B797-4BD5-B97C-FF93ADA80928}" dt="2026-03-15T09:29:07.367" v="556"/>
          <ac:picMkLst>
            <pc:docMk/>
            <pc:sldMk cId="2212516192" sldId="263"/>
            <ac:picMk id="6" creationId="{71D348DC-7C93-D9BA-E5F0-84E87540F4F5}"/>
          </ac:picMkLst>
        </pc:picChg>
        <pc:picChg chg="add mod">
          <ac:chgData name="kitn.lzh →" userId="aae51206e0f3c209" providerId="LiveId" clId="{C53E141C-B797-4BD5-B97C-FF93ADA80928}" dt="2026-03-15T09:29:07.372" v="558"/>
          <ac:picMkLst>
            <pc:docMk/>
            <pc:sldMk cId="2212516192" sldId="263"/>
            <ac:picMk id="8" creationId="{64C5B89C-AA68-99D1-E0ED-C4D84A2968AC}"/>
          </ac:picMkLst>
        </pc:picChg>
        <pc:picChg chg="add mod">
          <ac:chgData name="kitn.lzh →" userId="aae51206e0f3c209" providerId="LiveId" clId="{C53E141C-B797-4BD5-B97C-FF93ADA80928}" dt="2026-03-15T09:29:07.381" v="560"/>
          <ac:picMkLst>
            <pc:docMk/>
            <pc:sldMk cId="2212516192" sldId="263"/>
            <ac:picMk id="10" creationId="{B7F29FF1-F43B-F017-03C8-57738AC836CF}"/>
          </ac:picMkLst>
        </pc:picChg>
        <pc:picChg chg="add mod">
          <ac:chgData name="kitn.lzh →" userId="aae51206e0f3c209" providerId="LiveId" clId="{C53E141C-B797-4BD5-B97C-FF93ADA80928}" dt="2026-03-15T09:29:07.388" v="562"/>
          <ac:picMkLst>
            <pc:docMk/>
            <pc:sldMk cId="2212516192" sldId="263"/>
            <ac:picMk id="12" creationId="{8126961B-6A5F-7F68-88EA-69563E865641}"/>
          </ac:picMkLst>
        </pc:picChg>
      </pc:sldChg>
      <pc:sldChg chg="addSp modSp add del mod">
        <pc:chgData name="kitn.lzh →" userId="aae51206e0f3c209" providerId="LiveId" clId="{C53E141C-B797-4BD5-B97C-FF93ADA80928}" dt="2026-03-15T09:28:50.546" v="429" actId="2696"/>
        <pc:sldMkLst>
          <pc:docMk/>
          <pc:sldMk cId="558467933" sldId="264"/>
        </pc:sldMkLst>
      </pc:sldChg>
      <pc:sldChg chg="addSp modSp add mod">
        <pc:chgData name="kitn.lzh →" userId="aae51206e0f3c209" providerId="LiveId" clId="{C53E141C-B797-4BD5-B97C-FF93ADA80928}" dt="2026-03-15T09:29:08.958" v="581" actId="947"/>
        <pc:sldMkLst>
          <pc:docMk/>
          <pc:sldMk cId="2672006203" sldId="264"/>
        </pc:sldMkLst>
        <pc:spChg chg="add mod">
          <ac:chgData name="kitn.lzh →" userId="aae51206e0f3c209" providerId="LiveId" clId="{C53E141C-B797-4BD5-B97C-FF93ADA80928}" dt="2026-03-15T09:29:08.913" v="568" actId="20577"/>
          <ac:spMkLst>
            <pc:docMk/>
            <pc:sldMk cId="2672006203" sldId="264"/>
            <ac:spMk id="2" creationId="{50B02571-A013-8D95-0FE7-B6BBCC93028E}"/>
          </ac:spMkLst>
        </pc:spChg>
        <pc:spChg chg="add mod">
          <ac:chgData name="kitn.lzh →" userId="aae51206e0f3c209" providerId="LiveId" clId="{C53E141C-B797-4BD5-B97C-FF93ADA80928}" dt="2026-03-15T09:29:08.958" v="581" actId="947"/>
          <ac:spMkLst>
            <pc:docMk/>
            <pc:sldMk cId="2672006203" sldId="264"/>
            <ac:spMk id="13" creationId="{17FCFA1F-2A11-D43F-CEF0-982E7C261C70}"/>
          </ac:spMkLst>
        </pc:spChg>
        <pc:picChg chg="add mod">
          <ac:chgData name="kitn.lzh →" userId="aae51206e0f3c209" providerId="LiveId" clId="{C53E141C-B797-4BD5-B97C-FF93ADA80928}" dt="2026-03-15T09:29:08.917" v="570"/>
          <ac:picMkLst>
            <pc:docMk/>
            <pc:sldMk cId="2672006203" sldId="264"/>
            <ac:picMk id="4" creationId="{73A152AC-9ADD-031C-246A-22EDF2C30A37}"/>
          </ac:picMkLst>
        </pc:picChg>
        <pc:picChg chg="add mod">
          <ac:chgData name="kitn.lzh →" userId="aae51206e0f3c209" providerId="LiveId" clId="{C53E141C-B797-4BD5-B97C-FF93ADA80928}" dt="2026-03-15T09:29:08.926" v="572"/>
          <ac:picMkLst>
            <pc:docMk/>
            <pc:sldMk cId="2672006203" sldId="264"/>
            <ac:picMk id="6" creationId="{F42247D5-1D22-CC3A-4902-6A078AD83ECD}"/>
          </ac:picMkLst>
        </pc:picChg>
        <pc:picChg chg="add mod">
          <ac:chgData name="kitn.lzh →" userId="aae51206e0f3c209" providerId="LiveId" clId="{C53E141C-B797-4BD5-B97C-FF93ADA80928}" dt="2026-03-15T09:29:08.930" v="574"/>
          <ac:picMkLst>
            <pc:docMk/>
            <pc:sldMk cId="2672006203" sldId="264"/>
            <ac:picMk id="8" creationId="{BAC53565-8475-9FBA-448F-C37342A5DF96}"/>
          </ac:picMkLst>
        </pc:picChg>
        <pc:picChg chg="add mod">
          <ac:chgData name="kitn.lzh →" userId="aae51206e0f3c209" providerId="LiveId" clId="{C53E141C-B797-4BD5-B97C-FF93ADA80928}" dt="2026-03-15T09:29:08.937" v="576"/>
          <ac:picMkLst>
            <pc:docMk/>
            <pc:sldMk cId="2672006203" sldId="264"/>
            <ac:picMk id="10" creationId="{A677A2DC-7F65-DAB7-884E-5ED9F43E0AD3}"/>
          </ac:picMkLst>
        </pc:picChg>
        <pc:picChg chg="add mod">
          <ac:chgData name="kitn.lzh →" userId="aae51206e0f3c209" providerId="LiveId" clId="{C53E141C-B797-4BD5-B97C-FF93ADA80928}" dt="2026-03-15T09:29:08.942" v="578"/>
          <ac:picMkLst>
            <pc:docMk/>
            <pc:sldMk cId="2672006203" sldId="264"/>
            <ac:picMk id="12" creationId="{B53157CD-929D-67FC-2034-2349B20CF969}"/>
          </ac:picMkLst>
        </pc:picChg>
      </pc:sldChg>
      <pc:sldChg chg="addSp modSp add mod">
        <pc:chgData name="kitn.lzh →" userId="aae51206e0f3c209" providerId="LiveId" clId="{C53E141C-B797-4BD5-B97C-FF93ADA80928}" dt="2026-03-15T09:29:10.367" v="597" actId="947"/>
        <pc:sldMkLst>
          <pc:docMk/>
          <pc:sldMk cId="3399227546" sldId="265"/>
        </pc:sldMkLst>
        <pc:spChg chg="add mod">
          <ac:chgData name="kitn.lzh →" userId="aae51206e0f3c209" providerId="LiveId" clId="{C53E141C-B797-4BD5-B97C-FF93ADA80928}" dt="2026-03-15T09:29:10.320" v="584" actId="20577"/>
          <ac:spMkLst>
            <pc:docMk/>
            <pc:sldMk cId="3399227546" sldId="265"/>
            <ac:spMk id="2" creationId="{AA5010B0-D00F-4C5E-CC2C-5D1A072294EA}"/>
          </ac:spMkLst>
        </pc:spChg>
        <pc:spChg chg="add mod">
          <ac:chgData name="kitn.lzh →" userId="aae51206e0f3c209" providerId="LiveId" clId="{C53E141C-B797-4BD5-B97C-FF93ADA80928}" dt="2026-03-15T09:29:10.367" v="597" actId="947"/>
          <ac:spMkLst>
            <pc:docMk/>
            <pc:sldMk cId="3399227546" sldId="265"/>
            <ac:spMk id="13" creationId="{92BAB602-E707-27EB-8740-013D5C60C90A}"/>
          </ac:spMkLst>
        </pc:spChg>
        <pc:picChg chg="add mod">
          <ac:chgData name="kitn.lzh →" userId="aae51206e0f3c209" providerId="LiveId" clId="{C53E141C-B797-4BD5-B97C-FF93ADA80928}" dt="2026-03-15T09:29:10.326" v="586"/>
          <ac:picMkLst>
            <pc:docMk/>
            <pc:sldMk cId="3399227546" sldId="265"/>
            <ac:picMk id="4" creationId="{89F86CB3-B10C-A437-3484-6A55C6B92C79}"/>
          </ac:picMkLst>
        </pc:picChg>
        <pc:picChg chg="add mod">
          <ac:chgData name="kitn.lzh →" userId="aae51206e0f3c209" providerId="LiveId" clId="{C53E141C-B797-4BD5-B97C-FF93ADA80928}" dt="2026-03-15T09:29:10.332" v="588"/>
          <ac:picMkLst>
            <pc:docMk/>
            <pc:sldMk cId="3399227546" sldId="265"/>
            <ac:picMk id="6" creationId="{D1E5D07D-0478-3398-C4BC-A5B53B443CB7}"/>
          </ac:picMkLst>
        </pc:picChg>
        <pc:picChg chg="add mod">
          <ac:chgData name="kitn.lzh →" userId="aae51206e0f3c209" providerId="LiveId" clId="{C53E141C-B797-4BD5-B97C-FF93ADA80928}" dt="2026-03-15T09:29:10.332" v="590"/>
          <ac:picMkLst>
            <pc:docMk/>
            <pc:sldMk cId="3399227546" sldId="265"/>
            <ac:picMk id="8" creationId="{B8AEE25B-2F7D-B132-9318-6A25A0EE3FE4}"/>
          </ac:picMkLst>
        </pc:picChg>
        <pc:picChg chg="add mod">
          <ac:chgData name="kitn.lzh →" userId="aae51206e0f3c209" providerId="LiveId" clId="{C53E141C-B797-4BD5-B97C-FF93ADA80928}" dt="2026-03-15T09:29:10.342" v="592"/>
          <ac:picMkLst>
            <pc:docMk/>
            <pc:sldMk cId="3399227546" sldId="265"/>
            <ac:picMk id="10" creationId="{E9B7F691-A945-126D-7EB9-2374AA780380}"/>
          </ac:picMkLst>
        </pc:picChg>
        <pc:picChg chg="add mod">
          <ac:chgData name="kitn.lzh →" userId="aae51206e0f3c209" providerId="LiveId" clId="{C53E141C-B797-4BD5-B97C-FF93ADA80928}" dt="2026-03-15T09:29:10.350" v="594"/>
          <ac:picMkLst>
            <pc:docMk/>
            <pc:sldMk cId="3399227546" sldId="265"/>
            <ac:picMk id="12" creationId="{75CA0E51-25DA-53B8-F8D4-3783A8298DBC}"/>
          </ac:picMkLst>
        </pc:picChg>
      </pc:sldChg>
      <pc:sldChg chg="addSp modSp add del mod">
        <pc:chgData name="kitn.lzh →" userId="aae51206e0f3c209" providerId="LiveId" clId="{C53E141C-B797-4BD5-B97C-FF93ADA80928}" dt="2026-03-15T09:28:50.529" v="428" actId="2696"/>
        <pc:sldMkLst>
          <pc:docMk/>
          <pc:sldMk cId="3688492735" sldId="265"/>
        </pc:sldMkLst>
      </pc:sldChg>
      <pc:sldChg chg="addSp modSp add del mod">
        <pc:chgData name="kitn.lzh →" userId="aae51206e0f3c209" providerId="LiveId" clId="{C53E141C-B797-4BD5-B97C-FF93ADA80928}" dt="2026-03-15T09:28:50.499" v="427" actId="2696"/>
        <pc:sldMkLst>
          <pc:docMk/>
          <pc:sldMk cId="2040379439" sldId="266"/>
        </pc:sldMkLst>
      </pc:sldChg>
      <pc:sldChg chg="addSp modSp add mod">
        <pc:chgData name="kitn.lzh →" userId="aae51206e0f3c209" providerId="LiveId" clId="{C53E141C-B797-4BD5-B97C-FF93ADA80928}" dt="2026-03-15T09:29:12.110" v="613" actId="947"/>
        <pc:sldMkLst>
          <pc:docMk/>
          <pc:sldMk cId="2587829085" sldId="266"/>
        </pc:sldMkLst>
        <pc:spChg chg="add mod">
          <ac:chgData name="kitn.lzh →" userId="aae51206e0f3c209" providerId="LiveId" clId="{C53E141C-B797-4BD5-B97C-FF93ADA80928}" dt="2026-03-15T09:29:12.059" v="600" actId="20577"/>
          <ac:spMkLst>
            <pc:docMk/>
            <pc:sldMk cId="2587829085" sldId="266"/>
            <ac:spMk id="2" creationId="{F019911E-F6CE-FA28-9882-D77D9F9AF788}"/>
          </ac:spMkLst>
        </pc:spChg>
        <pc:spChg chg="add mod">
          <ac:chgData name="kitn.lzh →" userId="aae51206e0f3c209" providerId="LiveId" clId="{C53E141C-B797-4BD5-B97C-FF93ADA80928}" dt="2026-03-15T09:29:12.110" v="613" actId="947"/>
          <ac:spMkLst>
            <pc:docMk/>
            <pc:sldMk cId="2587829085" sldId="266"/>
            <ac:spMk id="13" creationId="{AB531ADD-48F7-4A5C-C27A-1F45F4EFC2E9}"/>
          </ac:spMkLst>
        </pc:spChg>
        <pc:picChg chg="add mod">
          <ac:chgData name="kitn.lzh →" userId="aae51206e0f3c209" providerId="LiveId" clId="{C53E141C-B797-4BD5-B97C-FF93ADA80928}" dt="2026-03-15T09:29:12.066" v="602"/>
          <ac:picMkLst>
            <pc:docMk/>
            <pc:sldMk cId="2587829085" sldId="266"/>
            <ac:picMk id="4" creationId="{DC6D2CAB-DB87-E8A8-293A-AFA67CF4CEEA}"/>
          </ac:picMkLst>
        </pc:picChg>
        <pc:picChg chg="add mod">
          <ac:chgData name="kitn.lzh →" userId="aae51206e0f3c209" providerId="LiveId" clId="{C53E141C-B797-4BD5-B97C-FF93ADA80928}" dt="2026-03-15T09:29:12.072" v="604"/>
          <ac:picMkLst>
            <pc:docMk/>
            <pc:sldMk cId="2587829085" sldId="266"/>
            <ac:picMk id="6" creationId="{6A5F9C36-5B1D-5528-0513-1B887DE1CD67}"/>
          </ac:picMkLst>
        </pc:picChg>
        <pc:picChg chg="add mod">
          <ac:chgData name="kitn.lzh →" userId="aae51206e0f3c209" providerId="LiveId" clId="{C53E141C-B797-4BD5-B97C-FF93ADA80928}" dt="2026-03-15T09:29:12.077" v="606"/>
          <ac:picMkLst>
            <pc:docMk/>
            <pc:sldMk cId="2587829085" sldId="266"/>
            <ac:picMk id="8" creationId="{A514FDBD-CCBA-39E0-7253-2C79C5D9D421}"/>
          </ac:picMkLst>
        </pc:picChg>
        <pc:picChg chg="add mod">
          <ac:chgData name="kitn.lzh →" userId="aae51206e0f3c209" providerId="LiveId" clId="{C53E141C-B797-4BD5-B97C-FF93ADA80928}" dt="2026-03-15T09:29:12.083" v="608"/>
          <ac:picMkLst>
            <pc:docMk/>
            <pc:sldMk cId="2587829085" sldId="266"/>
            <ac:picMk id="10" creationId="{2894A1B4-AEB2-C781-4C97-A2B6D7F3B659}"/>
          </ac:picMkLst>
        </pc:picChg>
        <pc:picChg chg="add mod">
          <ac:chgData name="kitn.lzh →" userId="aae51206e0f3c209" providerId="LiveId" clId="{C53E141C-B797-4BD5-B97C-FF93ADA80928}" dt="2026-03-15T09:29:12.083" v="610"/>
          <ac:picMkLst>
            <pc:docMk/>
            <pc:sldMk cId="2587829085" sldId="266"/>
            <ac:picMk id="12" creationId="{040F0471-4ADC-E9A8-3B70-E94A0FAEC1BB}"/>
          </ac:picMkLst>
        </pc:picChg>
      </pc:sldChg>
      <pc:sldChg chg="addSp modSp add mod">
        <pc:chgData name="kitn.lzh →" userId="aae51206e0f3c209" providerId="LiveId" clId="{C53E141C-B797-4BD5-B97C-FF93ADA80928}" dt="2026-03-15T09:29:13.683" v="629" actId="947"/>
        <pc:sldMkLst>
          <pc:docMk/>
          <pc:sldMk cId="3499124190" sldId="267"/>
        </pc:sldMkLst>
        <pc:spChg chg="add mod">
          <ac:chgData name="kitn.lzh →" userId="aae51206e0f3c209" providerId="LiveId" clId="{C53E141C-B797-4BD5-B97C-FF93ADA80928}" dt="2026-03-15T09:29:13.633" v="616" actId="20577"/>
          <ac:spMkLst>
            <pc:docMk/>
            <pc:sldMk cId="3499124190" sldId="267"/>
            <ac:spMk id="2" creationId="{49E6C4A5-146E-5078-811F-98C5C5DE5C67}"/>
          </ac:spMkLst>
        </pc:spChg>
        <pc:spChg chg="add mod">
          <ac:chgData name="kitn.lzh →" userId="aae51206e0f3c209" providerId="LiveId" clId="{C53E141C-B797-4BD5-B97C-FF93ADA80928}" dt="2026-03-15T09:29:13.683" v="629" actId="947"/>
          <ac:spMkLst>
            <pc:docMk/>
            <pc:sldMk cId="3499124190" sldId="267"/>
            <ac:spMk id="13" creationId="{C807DB34-0BEF-4BA5-B93E-D021916053D4}"/>
          </ac:spMkLst>
        </pc:spChg>
        <pc:picChg chg="add mod">
          <ac:chgData name="kitn.lzh →" userId="aae51206e0f3c209" providerId="LiveId" clId="{C53E141C-B797-4BD5-B97C-FF93ADA80928}" dt="2026-03-15T09:29:13.639" v="618"/>
          <ac:picMkLst>
            <pc:docMk/>
            <pc:sldMk cId="3499124190" sldId="267"/>
            <ac:picMk id="4" creationId="{67AFACDD-EAF1-1108-2D1E-6D5D88BD1BE1}"/>
          </ac:picMkLst>
        </pc:picChg>
        <pc:picChg chg="add mod">
          <ac:chgData name="kitn.lzh →" userId="aae51206e0f3c209" providerId="LiveId" clId="{C53E141C-B797-4BD5-B97C-FF93ADA80928}" dt="2026-03-15T09:29:13.645" v="620"/>
          <ac:picMkLst>
            <pc:docMk/>
            <pc:sldMk cId="3499124190" sldId="267"/>
            <ac:picMk id="6" creationId="{C9D322F5-E485-17BC-8E14-51A9768F1808}"/>
          </ac:picMkLst>
        </pc:picChg>
        <pc:picChg chg="add mod">
          <ac:chgData name="kitn.lzh →" userId="aae51206e0f3c209" providerId="LiveId" clId="{C53E141C-B797-4BD5-B97C-FF93ADA80928}" dt="2026-03-15T09:29:13.650" v="622"/>
          <ac:picMkLst>
            <pc:docMk/>
            <pc:sldMk cId="3499124190" sldId="267"/>
            <ac:picMk id="8" creationId="{724A4A4D-B403-3FB0-5171-20047830588F}"/>
          </ac:picMkLst>
        </pc:picChg>
        <pc:picChg chg="add mod">
          <ac:chgData name="kitn.lzh →" userId="aae51206e0f3c209" providerId="LiveId" clId="{C53E141C-B797-4BD5-B97C-FF93ADA80928}" dt="2026-03-15T09:29:13.655" v="624"/>
          <ac:picMkLst>
            <pc:docMk/>
            <pc:sldMk cId="3499124190" sldId="267"/>
            <ac:picMk id="10" creationId="{2F5A291E-D864-8210-803F-9627F8293866}"/>
          </ac:picMkLst>
        </pc:picChg>
        <pc:picChg chg="add mod">
          <ac:chgData name="kitn.lzh →" userId="aae51206e0f3c209" providerId="LiveId" clId="{C53E141C-B797-4BD5-B97C-FF93ADA80928}" dt="2026-03-15T09:29:13.661" v="626"/>
          <ac:picMkLst>
            <pc:docMk/>
            <pc:sldMk cId="3499124190" sldId="267"/>
            <ac:picMk id="12" creationId="{528C5BB4-3AE1-8B39-A092-86AB4300664D}"/>
          </ac:picMkLst>
        </pc:picChg>
      </pc:sldChg>
      <pc:sldChg chg="addSp modSp add del mod">
        <pc:chgData name="kitn.lzh →" userId="aae51206e0f3c209" providerId="LiveId" clId="{C53E141C-B797-4BD5-B97C-FF93ADA80928}" dt="2026-03-15T09:28:50.481" v="426" actId="2696"/>
        <pc:sldMkLst>
          <pc:docMk/>
          <pc:sldMk cId="3626820988" sldId="267"/>
        </pc:sldMkLst>
      </pc:sldChg>
      <pc:sldChg chg="addSp modSp add mod">
        <pc:chgData name="kitn.lzh →" userId="aae51206e0f3c209" providerId="LiveId" clId="{C53E141C-B797-4BD5-B97C-FF93ADA80928}" dt="2026-03-15T09:29:15.333" v="645" actId="947"/>
        <pc:sldMkLst>
          <pc:docMk/>
          <pc:sldMk cId="986262705" sldId="268"/>
        </pc:sldMkLst>
        <pc:spChg chg="add mod">
          <ac:chgData name="kitn.lzh →" userId="aae51206e0f3c209" providerId="LiveId" clId="{C53E141C-B797-4BD5-B97C-FF93ADA80928}" dt="2026-03-15T09:29:15.279" v="632" actId="20577"/>
          <ac:spMkLst>
            <pc:docMk/>
            <pc:sldMk cId="986262705" sldId="268"/>
            <ac:spMk id="2" creationId="{E7CAA307-E45F-DD82-DC02-43897D6BE371}"/>
          </ac:spMkLst>
        </pc:spChg>
        <pc:spChg chg="add mod">
          <ac:chgData name="kitn.lzh →" userId="aae51206e0f3c209" providerId="LiveId" clId="{C53E141C-B797-4BD5-B97C-FF93ADA80928}" dt="2026-03-15T09:29:15.333" v="645" actId="947"/>
          <ac:spMkLst>
            <pc:docMk/>
            <pc:sldMk cId="986262705" sldId="268"/>
            <ac:spMk id="13" creationId="{BD7B0948-6C56-8D38-682D-6AF57F8D2665}"/>
          </ac:spMkLst>
        </pc:spChg>
        <pc:picChg chg="add mod">
          <ac:chgData name="kitn.lzh →" userId="aae51206e0f3c209" providerId="LiveId" clId="{C53E141C-B797-4BD5-B97C-FF93ADA80928}" dt="2026-03-15T09:29:15.287" v="634"/>
          <ac:picMkLst>
            <pc:docMk/>
            <pc:sldMk cId="986262705" sldId="268"/>
            <ac:picMk id="4" creationId="{C0A5D58F-6D5B-CCE6-9B68-076BA601E774}"/>
          </ac:picMkLst>
        </pc:picChg>
        <pc:picChg chg="add mod">
          <ac:chgData name="kitn.lzh →" userId="aae51206e0f3c209" providerId="LiveId" clId="{C53E141C-B797-4BD5-B97C-FF93ADA80928}" dt="2026-03-15T09:29:15.293" v="636"/>
          <ac:picMkLst>
            <pc:docMk/>
            <pc:sldMk cId="986262705" sldId="268"/>
            <ac:picMk id="6" creationId="{E251DC56-0A33-A687-C63F-CB965DD693F0}"/>
          </ac:picMkLst>
        </pc:picChg>
        <pc:picChg chg="add mod">
          <ac:chgData name="kitn.lzh →" userId="aae51206e0f3c209" providerId="LiveId" clId="{C53E141C-B797-4BD5-B97C-FF93ADA80928}" dt="2026-03-15T09:29:15.300" v="638"/>
          <ac:picMkLst>
            <pc:docMk/>
            <pc:sldMk cId="986262705" sldId="268"/>
            <ac:picMk id="8" creationId="{B735B79B-F2A5-5F71-AE95-2B4376FAED2F}"/>
          </ac:picMkLst>
        </pc:picChg>
        <pc:picChg chg="add mod">
          <ac:chgData name="kitn.lzh →" userId="aae51206e0f3c209" providerId="LiveId" clId="{C53E141C-B797-4BD5-B97C-FF93ADA80928}" dt="2026-03-15T09:29:15.302" v="640"/>
          <ac:picMkLst>
            <pc:docMk/>
            <pc:sldMk cId="986262705" sldId="268"/>
            <ac:picMk id="10" creationId="{3E731F07-22EE-9750-8A8C-24BE34C7307C}"/>
          </ac:picMkLst>
        </pc:picChg>
        <pc:picChg chg="add mod">
          <ac:chgData name="kitn.lzh →" userId="aae51206e0f3c209" providerId="LiveId" clId="{C53E141C-B797-4BD5-B97C-FF93ADA80928}" dt="2026-03-15T09:29:15.313" v="642"/>
          <ac:picMkLst>
            <pc:docMk/>
            <pc:sldMk cId="986262705" sldId="268"/>
            <ac:picMk id="12" creationId="{7846AD2F-99A0-EB58-3ED7-E15C9B7F2C1E}"/>
          </ac:picMkLst>
        </pc:picChg>
      </pc:sldChg>
      <pc:sldChg chg="addSp modSp add del mod">
        <pc:chgData name="kitn.lzh →" userId="aae51206e0f3c209" providerId="LiveId" clId="{C53E141C-B797-4BD5-B97C-FF93ADA80928}" dt="2026-03-15T09:28:50.452" v="425" actId="2696"/>
        <pc:sldMkLst>
          <pc:docMk/>
          <pc:sldMk cId="4198916545" sldId="268"/>
        </pc:sldMkLst>
      </pc:sldChg>
      <pc:sldChg chg="addSp modSp add mod">
        <pc:chgData name="kitn.lzh →" userId="aae51206e0f3c209" providerId="LiveId" clId="{C53E141C-B797-4BD5-B97C-FF93ADA80928}" dt="2026-03-15T09:37:50.701" v="661" actId="947"/>
        <pc:sldMkLst>
          <pc:docMk/>
          <pc:sldMk cId="2901491884" sldId="269"/>
        </pc:sldMkLst>
        <pc:spChg chg="add mod">
          <ac:chgData name="kitn.lzh →" userId="aae51206e0f3c209" providerId="LiveId" clId="{C53E141C-B797-4BD5-B97C-FF93ADA80928}" dt="2026-03-15T09:37:49" v="648" actId="20577"/>
          <ac:spMkLst>
            <pc:docMk/>
            <pc:sldMk cId="2901491884" sldId="269"/>
            <ac:spMk id="2" creationId="{A1BD3754-B723-B4BB-806B-CF67ABF54452}"/>
          </ac:spMkLst>
        </pc:spChg>
        <pc:spChg chg="add mod">
          <ac:chgData name="kitn.lzh →" userId="aae51206e0f3c209" providerId="LiveId" clId="{C53E141C-B797-4BD5-B97C-FF93ADA80928}" dt="2026-03-15T09:37:50.701" v="661" actId="947"/>
          <ac:spMkLst>
            <pc:docMk/>
            <pc:sldMk cId="2901491884" sldId="269"/>
            <ac:spMk id="13" creationId="{B06EFADC-CA07-6F78-A075-932A0B1B825C}"/>
          </ac:spMkLst>
        </pc:spChg>
        <pc:picChg chg="add mod">
          <ac:chgData name="kitn.lzh →" userId="aae51206e0f3c209" providerId="LiveId" clId="{C53E141C-B797-4BD5-B97C-FF93ADA80928}" dt="2026-03-15T09:37:50.574" v="650"/>
          <ac:picMkLst>
            <pc:docMk/>
            <pc:sldMk cId="2901491884" sldId="269"/>
            <ac:picMk id="4" creationId="{517FEF65-66A3-DE2D-1E9D-93CFB41EA35D}"/>
          </ac:picMkLst>
        </pc:picChg>
        <pc:picChg chg="add mod">
          <ac:chgData name="kitn.lzh →" userId="aae51206e0f3c209" providerId="LiveId" clId="{C53E141C-B797-4BD5-B97C-FF93ADA80928}" dt="2026-03-15T09:37:50.596" v="652"/>
          <ac:picMkLst>
            <pc:docMk/>
            <pc:sldMk cId="2901491884" sldId="269"/>
            <ac:picMk id="6" creationId="{6F8D2879-5524-A684-E7E7-8189E8850E21}"/>
          </ac:picMkLst>
        </pc:picChg>
        <pc:picChg chg="add mod">
          <ac:chgData name="kitn.lzh →" userId="aae51206e0f3c209" providerId="LiveId" clId="{C53E141C-B797-4BD5-B97C-FF93ADA80928}" dt="2026-03-15T09:37:50.596" v="654"/>
          <ac:picMkLst>
            <pc:docMk/>
            <pc:sldMk cId="2901491884" sldId="269"/>
            <ac:picMk id="8" creationId="{5DAA4753-7F7B-2894-86E0-4D49875471EA}"/>
          </ac:picMkLst>
        </pc:picChg>
        <pc:picChg chg="add mod">
          <ac:chgData name="kitn.lzh →" userId="aae51206e0f3c209" providerId="LiveId" clId="{C53E141C-B797-4BD5-B97C-FF93ADA80928}" dt="2026-03-15T09:37:50.610" v="656"/>
          <ac:picMkLst>
            <pc:docMk/>
            <pc:sldMk cId="2901491884" sldId="269"/>
            <ac:picMk id="10" creationId="{D670AF27-7064-E05E-AA4D-401601221C2E}"/>
          </ac:picMkLst>
        </pc:picChg>
        <pc:picChg chg="add mod">
          <ac:chgData name="kitn.lzh →" userId="aae51206e0f3c209" providerId="LiveId" clId="{C53E141C-B797-4BD5-B97C-FF93ADA80928}" dt="2026-03-15T09:37:50.611" v="658"/>
          <ac:picMkLst>
            <pc:docMk/>
            <pc:sldMk cId="2901491884" sldId="269"/>
            <ac:picMk id="12" creationId="{07BB06A8-E064-B677-BDD3-7009E7D3598D}"/>
          </ac:picMkLst>
        </pc:picChg>
      </pc:sldChg>
      <pc:sldChg chg="addSp modSp add del mod">
        <pc:chgData name="kitn.lzh →" userId="aae51206e0f3c209" providerId="LiveId" clId="{C53E141C-B797-4BD5-B97C-FF93ADA80928}" dt="2026-03-15T09:28:50.431" v="424" actId="2696"/>
        <pc:sldMkLst>
          <pc:docMk/>
          <pc:sldMk cId="4289147594" sldId="269"/>
        </pc:sldMkLst>
      </pc:sldChg>
      <pc:sldChg chg="addSp modSp add mod">
        <pc:chgData name="kitn.lzh →" userId="aae51206e0f3c209" providerId="LiveId" clId="{C53E141C-B797-4BD5-B97C-FF93ADA80928}" dt="2026-03-15T09:37:52.363" v="677" actId="947"/>
        <pc:sldMkLst>
          <pc:docMk/>
          <pc:sldMk cId="1207746268" sldId="270"/>
        </pc:sldMkLst>
        <pc:spChg chg="add mod">
          <ac:chgData name="kitn.lzh →" userId="aae51206e0f3c209" providerId="LiveId" clId="{C53E141C-B797-4BD5-B97C-FF93ADA80928}" dt="2026-03-15T09:37:52.305" v="664" actId="20577"/>
          <ac:spMkLst>
            <pc:docMk/>
            <pc:sldMk cId="1207746268" sldId="270"/>
            <ac:spMk id="2" creationId="{D3BB2704-C241-6AFB-7159-F14A4B782768}"/>
          </ac:spMkLst>
        </pc:spChg>
        <pc:spChg chg="add mod">
          <ac:chgData name="kitn.lzh →" userId="aae51206e0f3c209" providerId="LiveId" clId="{C53E141C-B797-4BD5-B97C-FF93ADA80928}" dt="2026-03-15T09:37:52.363" v="677" actId="947"/>
          <ac:spMkLst>
            <pc:docMk/>
            <pc:sldMk cId="1207746268" sldId="270"/>
            <ac:spMk id="13" creationId="{E3A53508-55FD-5FB6-4D8D-958123C70B6F}"/>
          </ac:spMkLst>
        </pc:spChg>
        <pc:picChg chg="add mod">
          <ac:chgData name="kitn.lzh →" userId="aae51206e0f3c209" providerId="LiveId" clId="{C53E141C-B797-4BD5-B97C-FF93ADA80928}" dt="2026-03-15T09:37:52.313" v="666"/>
          <ac:picMkLst>
            <pc:docMk/>
            <pc:sldMk cId="1207746268" sldId="270"/>
            <ac:picMk id="4" creationId="{38D12A0C-1DF7-FC72-F086-AEFDB255050F}"/>
          </ac:picMkLst>
        </pc:picChg>
        <pc:picChg chg="add mod">
          <ac:chgData name="kitn.lzh →" userId="aae51206e0f3c209" providerId="LiveId" clId="{C53E141C-B797-4BD5-B97C-FF93ADA80928}" dt="2026-03-15T09:37:52.321" v="668"/>
          <ac:picMkLst>
            <pc:docMk/>
            <pc:sldMk cId="1207746268" sldId="270"/>
            <ac:picMk id="6" creationId="{A2CF9FAB-E917-B26C-557D-B6EC176B67B7}"/>
          </ac:picMkLst>
        </pc:picChg>
        <pc:picChg chg="add mod">
          <ac:chgData name="kitn.lzh →" userId="aae51206e0f3c209" providerId="LiveId" clId="{C53E141C-B797-4BD5-B97C-FF93ADA80928}" dt="2026-03-15T09:37:52.328" v="670"/>
          <ac:picMkLst>
            <pc:docMk/>
            <pc:sldMk cId="1207746268" sldId="270"/>
            <ac:picMk id="8" creationId="{4E24C604-FD68-9358-D540-4EBD7F3816D2}"/>
          </ac:picMkLst>
        </pc:picChg>
        <pc:picChg chg="add mod">
          <ac:chgData name="kitn.lzh →" userId="aae51206e0f3c209" providerId="LiveId" clId="{C53E141C-B797-4BD5-B97C-FF93ADA80928}" dt="2026-03-15T09:37:52.335" v="672"/>
          <ac:picMkLst>
            <pc:docMk/>
            <pc:sldMk cId="1207746268" sldId="270"/>
            <ac:picMk id="10" creationId="{18C7E1E1-9EAA-AF59-BD91-9393FFF6D698}"/>
          </ac:picMkLst>
        </pc:picChg>
        <pc:picChg chg="add mod">
          <ac:chgData name="kitn.lzh →" userId="aae51206e0f3c209" providerId="LiveId" clId="{C53E141C-B797-4BD5-B97C-FF93ADA80928}" dt="2026-03-15T09:37:52.341" v="674"/>
          <ac:picMkLst>
            <pc:docMk/>
            <pc:sldMk cId="1207746268" sldId="270"/>
            <ac:picMk id="12" creationId="{54949B0F-06D4-7C13-5642-5C332F2B7018}"/>
          </ac:picMkLst>
        </pc:picChg>
      </pc:sldChg>
      <pc:sldChg chg="addSp modSp add del mod">
        <pc:chgData name="kitn.lzh →" userId="aae51206e0f3c209" providerId="LiveId" clId="{C53E141C-B797-4BD5-B97C-FF93ADA80928}" dt="2026-03-15T09:28:50.386" v="423" actId="2696"/>
        <pc:sldMkLst>
          <pc:docMk/>
          <pc:sldMk cId="3016234764" sldId="270"/>
        </pc:sldMkLst>
      </pc:sldChg>
      <pc:sldChg chg="addSp modSp add mod">
        <pc:chgData name="kitn.lzh →" userId="aae51206e0f3c209" providerId="LiveId" clId="{C53E141C-B797-4BD5-B97C-FF93ADA80928}" dt="2026-03-15T09:37:54.262" v="693" actId="947"/>
        <pc:sldMkLst>
          <pc:docMk/>
          <pc:sldMk cId="1179127709" sldId="271"/>
        </pc:sldMkLst>
        <pc:spChg chg="add mod">
          <ac:chgData name="kitn.lzh →" userId="aae51206e0f3c209" providerId="LiveId" clId="{C53E141C-B797-4BD5-B97C-FF93ADA80928}" dt="2026-03-15T09:37:54.187" v="680" actId="20577"/>
          <ac:spMkLst>
            <pc:docMk/>
            <pc:sldMk cId="1179127709" sldId="271"/>
            <ac:spMk id="2" creationId="{DFD5677A-00A5-674C-9971-B56CE72F50A8}"/>
          </ac:spMkLst>
        </pc:spChg>
        <pc:spChg chg="add mod">
          <ac:chgData name="kitn.lzh →" userId="aae51206e0f3c209" providerId="LiveId" clId="{C53E141C-B797-4BD5-B97C-FF93ADA80928}" dt="2026-03-15T09:37:54.262" v="693" actId="947"/>
          <ac:spMkLst>
            <pc:docMk/>
            <pc:sldMk cId="1179127709" sldId="271"/>
            <ac:spMk id="13" creationId="{A1A4A2EE-C17D-84AF-523C-3477CB89ACF8}"/>
          </ac:spMkLst>
        </pc:spChg>
        <pc:picChg chg="add mod">
          <ac:chgData name="kitn.lzh →" userId="aae51206e0f3c209" providerId="LiveId" clId="{C53E141C-B797-4BD5-B97C-FF93ADA80928}" dt="2026-03-15T09:37:54.198" v="682"/>
          <ac:picMkLst>
            <pc:docMk/>
            <pc:sldMk cId="1179127709" sldId="271"/>
            <ac:picMk id="4" creationId="{ABDFB01A-05B1-9771-456B-BC0AF8272323}"/>
          </ac:picMkLst>
        </pc:picChg>
        <pc:picChg chg="add mod">
          <ac:chgData name="kitn.lzh →" userId="aae51206e0f3c209" providerId="LiveId" clId="{C53E141C-B797-4BD5-B97C-FF93ADA80928}" dt="2026-03-15T09:37:54.213" v="684"/>
          <ac:picMkLst>
            <pc:docMk/>
            <pc:sldMk cId="1179127709" sldId="271"/>
            <ac:picMk id="6" creationId="{19C3CE61-ABC3-73EF-54EC-D6CEE23D5B77}"/>
          </ac:picMkLst>
        </pc:picChg>
        <pc:picChg chg="add mod">
          <ac:chgData name="kitn.lzh →" userId="aae51206e0f3c209" providerId="LiveId" clId="{C53E141C-B797-4BD5-B97C-FF93ADA80928}" dt="2026-03-15T09:37:54.221" v="686"/>
          <ac:picMkLst>
            <pc:docMk/>
            <pc:sldMk cId="1179127709" sldId="271"/>
            <ac:picMk id="8" creationId="{5366F378-2029-1FC5-DF42-23B102C3CB72}"/>
          </ac:picMkLst>
        </pc:picChg>
        <pc:picChg chg="add mod">
          <ac:chgData name="kitn.lzh →" userId="aae51206e0f3c209" providerId="LiveId" clId="{C53E141C-B797-4BD5-B97C-FF93ADA80928}" dt="2026-03-15T09:37:54.231" v="688"/>
          <ac:picMkLst>
            <pc:docMk/>
            <pc:sldMk cId="1179127709" sldId="271"/>
            <ac:picMk id="10" creationId="{7036B701-4FC6-DF2C-B9C1-1C7B63950160}"/>
          </ac:picMkLst>
        </pc:picChg>
        <pc:picChg chg="add mod">
          <ac:chgData name="kitn.lzh →" userId="aae51206e0f3c209" providerId="LiveId" clId="{C53E141C-B797-4BD5-B97C-FF93ADA80928}" dt="2026-03-15T09:37:54.239" v="690"/>
          <ac:picMkLst>
            <pc:docMk/>
            <pc:sldMk cId="1179127709" sldId="271"/>
            <ac:picMk id="12" creationId="{4C1E3EF0-A203-EEA1-2712-3B67A33333F2}"/>
          </ac:picMkLst>
        </pc:picChg>
      </pc:sldChg>
      <pc:sldChg chg="addSp modSp add del mod">
        <pc:chgData name="kitn.lzh →" userId="aae51206e0f3c209" providerId="LiveId" clId="{C53E141C-B797-4BD5-B97C-FF93ADA80928}" dt="2026-03-15T09:28:50.345" v="422" actId="2696"/>
        <pc:sldMkLst>
          <pc:docMk/>
          <pc:sldMk cId="1928408201" sldId="271"/>
        </pc:sldMkLst>
      </pc:sldChg>
      <pc:sldChg chg="addSp modSp add del mod">
        <pc:chgData name="kitn.lzh →" userId="aae51206e0f3c209" providerId="LiveId" clId="{C53E141C-B797-4BD5-B97C-FF93ADA80928}" dt="2026-03-15T09:28:50.281" v="421" actId="2696"/>
        <pc:sldMkLst>
          <pc:docMk/>
          <pc:sldMk cId="304519492" sldId="272"/>
        </pc:sldMkLst>
      </pc:sldChg>
      <pc:sldChg chg="addSp modSp add mod">
        <pc:chgData name="kitn.lzh →" userId="aae51206e0f3c209" providerId="LiveId" clId="{C53E141C-B797-4BD5-B97C-FF93ADA80928}" dt="2026-03-15T09:37:55.911" v="709" actId="947"/>
        <pc:sldMkLst>
          <pc:docMk/>
          <pc:sldMk cId="875788242" sldId="272"/>
        </pc:sldMkLst>
        <pc:spChg chg="add mod">
          <ac:chgData name="kitn.lzh →" userId="aae51206e0f3c209" providerId="LiveId" clId="{C53E141C-B797-4BD5-B97C-FF93ADA80928}" dt="2026-03-15T09:37:55.872" v="696" actId="20577"/>
          <ac:spMkLst>
            <pc:docMk/>
            <pc:sldMk cId="875788242" sldId="272"/>
            <ac:spMk id="2" creationId="{957C6B29-95BF-50A0-7D66-D5422559DEB1}"/>
          </ac:spMkLst>
        </pc:spChg>
        <pc:spChg chg="add mod">
          <ac:chgData name="kitn.lzh →" userId="aae51206e0f3c209" providerId="LiveId" clId="{C53E141C-B797-4BD5-B97C-FF93ADA80928}" dt="2026-03-15T09:37:55.911" v="709" actId="947"/>
          <ac:spMkLst>
            <pc:docMk/>
            <pc:sldMk cId="875788242" sldId="272"/>
            <ac:spMk id="13" creationId="{C9BAAEFD-0EBA-DB8D-FE08-0DDCBA765A86}"/>
          </ac:spMkLst>
        </pc:spChg>
        <pc:picChg chg="add mod">
          <ac:chgData name="kitn.lzh →" userId="aae51206e0f3c209" providerId="LiveId" clId="{C53E141C-B797-4BD5-B97C-FF93ADA80928}" dt="2026-03-15T09:37:55.879" v="698"/>
          <ac:picMkLst>
            <pc:docMk/>
            <pc:sldMk cId="875788242" sldId="272"/>
            <ac:picMk id="4" creationId="{6EC27677-722F-8E5F-DA49-655A7EF25A62}"/>
          </ac:picMkLst>
        </pc:picChg>
        <pc:picChg chg="add mod">
          <ac:chgData name="kitn.lzh →" userId="aae51206e0f3c209" providerId="LiveId" clId="{C53E141C-B797-4BD5-B97C-FF93ADA80928}" dt="2026-03-15T09:37:55.885" v="700"/>
          <ac:picMkLst>
            <pc:docMk/>
            <pc:sldMk cId="875788242" sldId="272"/>
            <ac:picMk id="6" creationId="{39FB7112-8716-DD4B-F3EF-38B1044F5B66}"/>
          </ac:picMkLst>
        </pc:picChg>
        <pc:picChg chg="add mod">
          <ac:chgData name="kitn.lzh →" userId="aae51206e0f3c209" providerId="LiveId" clId="{C53E141C-B797-4BD5-B97C-FF93ADA80928}" dt="2026-03-15T09:37:55.885" v="702"/>
          <ac:picMkLst>
            <pc:docMk/>
            <pc:sldMk cId="875788242" sldId="272"/>
            <ac:picMk id="8" creationId="{4ED0AF2D-D70F-AC06-E47D-2B00F845F69B}"/>
          </ac:picMkLst>
        </pc:picChg>
        <pc:picChg chg="add mod">
          <ac:chgData name="kitn.lzh →" userId="aae51206e0f3c209" providerId="LiveId" clId="{C53E141C-B797-4BD5-B97C-FF93ADA80928}" dt="2026-03-15T09:37:55.896" v="704"/>
          <ac:picMkLst>
            <pc:docMk/>
            <pc:sldMk cId="875788242" sldId="272"/>
            <ac:picMk id="10" creationId="{01AC6E8D-6F3A-BE08-7BA6-D1794E99A7BA}"/>
          </ac:picMkLst>
        </pc:picChg>
        <pc:picChg chg="add mod">
          <ac:chgData name="kitn.lzh →" userId="aae51206e0f3c209" providerId="LiveId" clId="{C53E141C-B797-4BD5-B97C-FF93ADA80928}" dt="2026-03-15T09:37:55.902" v="706"/>
          <ac:picMkLst>
            <pc:docMk/>
            <pc:sldMk cId="875788242" sldId="272"/>
            <ac:picMk id="12" creationId="{64DDE903-FA4D-E4A2-2EA2-48516B73BCAC}"/>
          </ac:picMkLst>
        </pc:picChg>
      </pc:sldChg>
      <pc:sldChg chg="addSp modSp add mod">
        <pc:chgData name="kitn.lzh →" userId="aae51206e0f3c209" providerId="LiveId" clId="{C53E141C-B797-4BD5-B97C-FF93ADA80928}" dt="2026-03-15T09:37:57.506" v="725" actId="947"/>
        <pc:sldMkLst>
          <pc:docMk/>
          <pc:sldMk cId="3906614751" sldId="273"/>
        </pc:sldMkLst>
        <pc:spChg chg="add mod">
          <ac:chgData name="kitn.lzh →" userId="aae51206e0f3c209" providerId="LiveId" clId="{C53E141C-B797-4BD5-B97C-FF93ADA80928}" dt="2026-03-15T09:37:57.449" v="712" actId="20577"/>
          <ac:spMkLst>
            <pc:docMk/>
            <pc:sldMk cId="3906614751" sldId="273"/>
            <ac:spMk id="2" creationId="{C82F979B-2EA1-CF2E-E194-99774DE73D95}"/>
          </ac:spMkLst>
        </pc:spChg>
        <pc:spChg chg="add mod">
          <ac:chgData name="kitn.lzh →" userId="aae51206e0f3c209" providerId="LiveId" clId="{C53E141C-B797-4BD5-B97C-FF93ADA80928}" dt="2026-03-15T09:37:57.506" v="725" actId="947"/>
          <ac:spMkLst>
            <pc:docMk/>
            <pc:sldMk cId="3906614751" sldId="273"/>
            <ac:spMk id="13" creationId="{7505C2F2-932B-83AC-8906-5401439724B9}"/>
          </ac:spMkLst>
        </pc:spChg>
        <pc:picChg chg="add mod">
          <ac:chgData name="kitn.lzh →" userId="aae51206e0f3c209" providerId="LiveId" clId="{C53E141C-B797-4BD5-B97C-FF93ADA80928}" dt="2026-03-15T09:37:57.457" v="714"/>
          <ac:picMkLst>
            <pc:docMk/>
            <pc:sldMk cId="3906614751" sldId="273"/>
            <ac:picMk id="4" creationId="{42AC58F9-2CFD-CD0F-2DB1-0451BF3CE200}"/>
          </ac:picMkLst>
        </pc:picChg>
        <pc:picChg chg="add mod">
          <ac:chgData name="kitn.lzh →" userId="aae51206e0f3c209" providerId="LiveId" clId="{C53E141C-B797-4BD5-B97C-FF93ADA80928}" dt="2026-03-15T09:37:57.462" v="716"/>
          <ac:picMkLst>
            <pc:docMk/>
            <pc:sldMk cId="3906614751" sldId="273"/>
            <ac:picMk id="6" creationId="{A430212A-4D15-C74A-4572-A61FB34B2E10}"/>
          </ac:picMkLst>
        </pc:picChg>
        <pc:picChg chg="add mod">
          <ac:chgData name="kitn.lzh →" userId="aae51206e0f3c209" providerId="LiveId" clId="{C53E141C-B797-4BD5-B97C-FF93ADA80928}" dt="2026-03-15T09:37:57.462" v="718"/>
          <ac:picMkLst>
            <pc:docMk/>
            <pc:sldMk cId="3906614751" sldId="273"/>
            <ac:picMk id="8" creationId="{53F906E3-AE94-E830-5A39-B63AE690001F}"/>
          </ac:picMkLst>
        </pc:picChg>
        <pc:picChg chg="add mod">
          <ac:chgData name="kitn.lzh →" userId="aae51206e0f3c209" providerId="LiveId" clId="{C53E141C-B797-4BD5-B97C-FF93ADA80928}" dt="2026-03-15T09:37:57.472" v="720"/>
          <ac:picMkLst>
            <pc:docMk/>
            <pc:sldMk cId="3906614751" sldId="273"/>
            <ac:picMk id="10" creationId="{9D2ED566-C699-9142-674F-86F444E3C8DD}"/>
          </ac:picMkLst>
        </pc:picChg>
        <pc:picChg chg="add mod">
          <ac:chgData name="kitn.lzh →" userId="aae51206e0f3c209" providerId="LiveId" clId="{C53E141C-B797-4BD5-B97C-FF93ADA80928}" dt="2026-03-15T09:37:57.483" v="722"/>
          <ac:picMkLst>
            <pc:docMk/>
            <pc:sldMk cId="3906614751" sldId="273"/>
            <ac:picMk id="12" creationId="{3AFD9459-2E44-CDE6-BA85-6FBF9A148675}"/>
          </ac:picMkLst>
        </pc:picChg>
      </pc:sldChg>
      <pc:sldChg chg="addSp modSp add del mod">
        <pc:chgData name="kitn.lzh →" userId="aae51206e0f3c209" providerId="LiveId" clId="{C53E141C-B797-4BD5-B97C-FF93ADA80928}" dt="2026-03-15T09:28:50.250" v="420" actId="2696"/>
        <pc:sldMkLst>
          <pc:docMk/>
          <pc:sldMk cId="4204662787" sldId="273"/>
        </pc:sldMkLst>
      </pc:sldChg>
      <pc:sldChg chg="addSp modSp add del mod">
        <pc:chgData name="kitn.lzh →" userId="aae51206e0f3c209" providerId="LiveId" clId="{C53E141C-B797-4BD5-B97C-FF93ADA80928}" dt="2026-03-15T09:28:50.244" v="419" actId="2696"/>
        <pc:sldMkLst>
          <pc:docMk/>
          <pc:sldMk cId="357282903" sldId="274"/>
        </pc:sldMkLst>
      </pc:sldChg>
      <pc:sldChg chg="addSp modSp add mod">
        <pc:chgData name="kitn.lzh →" userId="aae51206e0f3c209" providerId="LiveId" clId="{C53E141C-B797-4BD5-B97C-FF93ADA80928}" dt="2026-03-15T09:37:58.985" v="741" actId="947"/>
        <pc:sldMkLst>
          <pc:docMk/>
          <pc:sldMk cId="4264188494" sldId="274"/>
        </pc:sldMkLst>
        <pc:spChg chg="add mod">
          <ac:chgData name="kitn.lzh →" userId="aae51206e0f3c209" providerId="LiveId" clId="{C53E141C-B797-4BD5-B97C-FF93ADA80928}" dt="2026-03-15T09:37:58.934" v="728" actId="20577"/>
          <ac:spMkLst>
            <pc:docMk/>
            <pc:sldMk cId="4264188494" sldId="274"/>
            <ac:spMk id="2" creationId="{775B16F0-D43A-CE55-0306-552FE9D8582B}"/>
          </ac:spMkLst>
        </pc:spChg>
        <pc:spChg chg="add mod">
          <ac:chgData name="kitn.lzh →" userId="aae51206e0f3c209" providerId="LiveId" clId="{C53E141C-B797-4BD5-B97C-FF93ADA80928}" dt="2026-03-15T09:37:58.985" v="741" actId="947"/>
          <ac:spMkLst>
            <pc:docMk/>
            <pc:sldMk cId="4264188494" sldId="274"/>
            <ac:spMk id="13" creationId="{4CE5CD04-3B2F-7E8C-40E3-E0193A081E44}"/>
          </ac:spMkLst>
        </pc:spChg>
        <pc:picChg chg="add mod">
          <ac:chgData name="kitn.lzh →" userId="aae51206e0f3c209" providerId="LiveId" clId="{C53E141C-B797-4BD5-B97C-FF93ADA80928}" dt="2026-03-15T09:37:58.939" v="730"/>
          <ac:picMkLst>
            <pc:docMk/>
            <pc:sldMk cId="4264188494" sldId="274"/>
            <ac:picMk id="4" creationId="{6A6240FB-D782-EEDB-F7C8-0DD2D3CC9564}"/>
          </ac:picMkLst>
        </pc:picChg>
        <pc:picChg chg="add mod">
          <ac:chgData name="kitn.lzh →" userId="aae51206e0f3c209" providerId="LiveId" clId="{C53E141C-B797-4BD5-B97C-FF93ADA80928}" dt="2026-03-15T09:37:58.949" v="732"/>
          <ac:picMkLst>
            <pc:docMk/>
            <pc:sldMk cId="4264188494" sldId="274"/>
            <ac:picMk id="6" creationId="{5479254A-9AC7-8854-3D04-946E5D760706}"/>
          </ac:picMkLst>
        </pc:picChg>
        <pc:picChg chg="add mod">
          <ac:chgData name="kitn.lzh →" userId="aae51206e0f3c209" providerId="LiveId" clId="{C53E141C-B797-4BD5-B97C-FF93ADA80928}" dt="2026-03-15T09:37:58.954" v="734"/>
          <ac:picMkLst>
            <pc:docMk/>
            <pc:sldMk cId="4264188494" sldId="274"/>
            <ac:picMk id="8" creationId="{CF256ECE-EF12-4B6A-855B-E11D8BB32069}"/>
          </ac:picMkLst>
        </pc:picChg>
        <pc:picChg chg="add mod">
          <ac:chgData name="kitn.lzh →" userId="aae51206e0f3c209" providerId="LiveId" clId="{C53E141C-B797-4BD5-B97C-FF93ADA80928}" dt="2026-03-15T09:37:58.959" v="736"/>
          <ac:picMkLst>
            <pc:docMk/>
            <pc:sldMk cId="4264188494" sldId="274"/>
            <ac:picMk id="10" creationId="{6329566F-C6F1-EDF3-FAC9-1199A775453E}"/>
          </ac:picMkLst>
        </pc:picChg>
        <pc:picChg chg="add mod">
          <ac:chgData name="kitn.lzh →" userId="aae51206e0f3c209" providerId="LiveId" clId="{C53E141C-B797-4BD5-B97C-FF93ADA80928}" dt="2026-03-15T09:37:58.962" v="738"/>
          <ac:picMkLst>
            <pc:docMk/>
            <pc:sldMk cId="4264188494" sldId="274"/>
            <ac:picMk id="12" creationId="{6F5BAFFF-A8A5-5774-105E-D74285692CD1}"/>
          </ac:picMkLst>
        </pc:picChg>
      </pc:sldChg>
      <pc:sldChg chg="addSp modSp add del mod">
        <pc:chgData name="kitn.lzh →" userId="aae51206e0f3c209" providerId="LiveId" clId="{C53E141C-B797-4BD5-B97C-FF93ADA80928}" dt="2026-03-15T09:28:50.232" v="418" actId="2696"/>
        <pc:sldMkLst>
          <pc:docMk/>
          <pc:sldMk cId="690850221" sldId="275"/>
        </pc:sldMkLst>
      </pc:sldChg>
      <pc:sldChg chg="addSp modSp add mod">
        <pc:chgData name="kitn.lzh →" userId="aae51206e0f3c209" providerId="LiveId" clId="{C53E141C-B797-4BD5-B97C-FF93ADA80928}" dt="2026-03-15T09:38:00.633" v="757" actId="947"/>
        <pc:sldMkLst>
          <pc:docMk/>
          <pc:sldMk cId="1231979022" sldId="275"/>
        </pc:sldMkLst>
        <pc:spChg chg="add mod">
          <ac:chgData name="kitn.lzh →" userId="aae51206e0f3c209" providerId="LiveId" clId="{C53E141C-B797-4BD5-B97C-FF93ADA80928}" dt="2026-03-15T09:38:00.580" v="744" actId="20577"/>
          <ac:spMkLst>
            <pc:docMk/>
            <pc:sldMk cId="1231979022" sldId="275"/>
            <ac:spMk id="2" creationId="{ECDFBBA2-D9E9-F9EB-0645-C93ABDC693BB}"/>
          </ac:spMkLst>
        </pc:spChg>
        <pc:spChg chg="add mod">
          <ac:chgData name="kitn.lzh →" userId="aae51206e0f3c209" providerId="LiveId" clId="{C53E141C-B797-4BD5-B97C-FF93ADA80928}" dt="2026-03-15T09:38:00.633" v="757" actId="947"/>
          <ac:spMkLst>
            <pc:docMk/>
            <pc:sldMk cId="1231979022" sldId="275"/>
            <ac:spMk id="13" creationId="{F13CFB22-8330-76D3-5945-24B0A9935AD3}"/>
          </ac:spMkLst>
        </pc:spChg>
        <pc:picChg chg="add mod">
          <ac:chgData name="kitn.lzh →" userId="aae51206e0f3c209" providerId="LiveId" clId="{C53E141C-B797-4BD5-B97C-FF93ADA80928}" dt="2026-03-15T09:38:00.591" v="746"/>
          <ac:picMkLst>
            <pc:docMk/>
            <pc:sldMk cId="1231979022" sldId="275"/>
            <ac:picMk id="4" creationId="{DF5679B2-A53F-C02C-F8E4-19BB8C3C0345}"/>
          </ac:picMkLst>
        </pc:picChg>
        <pc:picChg chg="add mod">
          <ac:chgData name="kitn.lzh →" userId="aae51206e0f3c209" providerId="LiveId" clId="{C53E141C-B797-4BD5-B97C-FF93ADA80928}" dt="2026-03-15T09:38:00.598" v="748"/>
          <ac:picMkLst>
            <pc:docMk/>
            <pc:sldMk cId="1231979022" sldId="275"/>
            <ac:picMk id="6" creationId="{5D4395E5-8EA1-BBF3-71E0-FAC4A8126184}"/>
          </ac:picMkLst>
        </pc:picChg>
        <pc:picChg chg="add mod">
          <ac:chgData name="kitn.lzh →" userId="aae51206e0f3c209" providerId="LiveId" clId="{C53E141C-B797-4BD5-B97C-FF93ADA80928}" dt="2026-03-15T09:38:00.603" v="750"/>
          <ac:picMkLst>
            <pc:docMk/>
            <pc:sldMk cId="1231979022" sldId="275"/>
            <ac:picMk id="8" creationId="{D3493969-5067-C6E8-7EF9-2767B9F4DAE2}"/>
          </ac:picMkLst>
        </pc:picChg>
        <pc:picChg chg="add mod">
          <ac:chgData name="kitn.lzh →" userId="aae51206e0f3c209" providerId="LiveId" clId="{C53E141C-B797-4BD5-B97C-FF93ADA80928}" dt="2026-03-15T09:38:00.609" v="752"/>
          <ac:picMkLst>
            <pc:docMk/>
            <pc:sldMk cId="1231979022" sldId="275"/>
            <ac:picMk id="10" creationId="{4460AED5-50C2-7686-AF35-334EA8276F7E}"/>
          </ac:picMkLst>
        </pc:picChg>
        <pc:picChg chg="add mod">
          <ac:chgData name="kitn.lzh →" userId="aae51206e0f3c209" providerId="LiveId" clId="{C53E141C-B797-4BD5-B97C-FF93ADA80928}" dt="2026-03-15T09:38:00.616" v="754"/>
          <ac:picMkLst>
            <pc:docMk/>
            <pc:sldMk cId="1231979022" sldId="275"/>
            <ac:picMk id="12" creationId="{781CB90E-3B6D-B9F4-37DE-7FB8F4FBEAD5}"/>
          </ac:picMkLst>
        </pc:picChg>
      </pc:sldChg>
      <pc:sldChg chg="addSp modSp add mod">
        <pc:chgData name="kitn.lzh →" userId="aae51206e0f3c209" providerId="LiveId" clId="{C53E141C-B797-4BD5-B97C-FF93ADA80928}" dt="2026-03-15T09:38:02.197" v="773" actId="947"/>
        <pc:sldMkLst>
          <pc:docMk/>
          <pc:sldMk cId="667946175" sldId="276"/>
        </pc:sldMkLst>
        <pc:spChg chg="add mod">
          <ac:chgData name="kitn.lzh →" userId="aae51206e0f3c209" providerId="LiveId" clId="{C53E141C-B797-4BD5-B97C-FF93ADA80928}" dt="2026-03-15T09:38:02.147" v="760" actId="20577"/>
          <ac:spMkLst>
            <pc:docMk/>
            <pc:sldMk cId="667946175" sldId="276"/>
            <ac:spMk id="2" creationId="{F8C4C27E-8E11-A7BC-F867-786F41BA6528}"/>
          </ac:spMkLst>
        </pc:spChg>
        <pc:spChg chg="add mod">
          <ac:chgData name="kitn.lzh →" userId="aae51206e0f3c209" providerId="LiveId" clId="{C53E141C-B797-4BD5-B97C-FF93ADA80928}" dt="2026-03-15T09:38:02.197" v="773" actId="947"/>
          <ac:spMkLst>
            <pc:docMk/>
            <pc:sldMk cId="667946175" sldId="276"/>
            <ac:spMk id="13" creationId="{24C62E71-8806-3196-A57E-3A4E0063D20F}"/>
          </ac:spMkLst>
        </pc:spChg>
        <pc:picChg chg="add mod">
          <ac:chgData name="kitn.lzh →" userId="aae51206e0f3c209" providerId="LiveId" clId="{C53E141C-B797-4BD5-B97C-FF93ADA80928}" dt="2026-03-15T09:38:02.154" v="762"/>
          <ac:picMkLst>
            <pc:docMk/>
            <pc:sldMk cId="667946175" sldId="276"/>
            <ac:picMk id="4" creationId="{F258D6A2-3F86-A405-7B0A-BF366EBD83E8}"/>
          </ac:picMkLst>
        </pc:picChg>
        <pc:picChg chg="add mod">
          <ac:chgData name="kitn.lzh →" userId="aae51206e0f3c209" providerId="LiveId" clId="{C53E141C-B797-4BD5-B97C-FF93ADA80928}" dt="2026-03-15T09:38:02.160" v="764"/>
          <ac:picMkLst>
            <pc:docMk/>
            <pc:sldMk cId="667946175" sldId="276"/>
            <ac:picMk id="6" creationId="{4C02A371-583E-B2E2-6CF0-7651A952D0AD}"/>
          </ac:picMkLst>
        </pc:picChg>
        <pc:picChg chg="add mod">
          <ac:chgData name="kitn.lzh →" userId="aae51206e0f3c209" providerId="LiveId" clId="{C53E141C-B797-4BD5-B97C-FF93ADA80928}" dt="2026-03-15T09:38:02.166" v="766"/>
          <ac:picMkLst>
            <pc:docMk/>
            <pc:sldMk cId="667946175" sldId="276"/>
            <ac:picMk id="8" creationId="{12CEFD38-D6E8-240B-1942-5A78DE76EFA5}"/>
          </ac:picMkLst>
        </pc:picChg>
        <pc:picChg chg="add mod">
          <ac:chgData name="kitn.lzh →" userId="aae51206e0f3c209" providerId="LiveId" clId="{C53E141C-B797-4BD5-B97C-FF93ADA80928}" dt="2026-03-15T09:38:02.172" v="768"/>
          <ac:picMkLst>
            <pc:docMk/>
            <pc:sldMk cId="667946175" sldId="276"/>
            <ac:picMk id="10" creationId="{688468F8-E220-4EBE-BE33-970C567E6508}"/>
          </ac:picMkLst>
        </pc:picChg>
        <pc:picChg chg="add mod">
          <ac:chgData name="kitn.lzh →" userId="aae51206e0f3c209" providerId="LiveId" clId="{C53E141C-B797-4BD5-B97C-FF93ADA80928}" dt="2026-03-15T09:38:02.178" v="770"/>
          <ac:picMkLst>
            <pc:docMk/>
            <pc:sldMk cId="667946175" sldId="276"/>
            <ac:picMk id="12" creationId="{4B1A634D-D461-73CD-EBDC-876B06DCB4BF}"/>
          </ac:picMkLst>
        </pc:picChg>
      </pc:sldChg>
      <pc:sldChg chg="addSp modSp add del mod">
        <pc:chgData name="kitn.lzh →" userId="aae51206e0f3c209" providerId="LiveId" clId="{C53E141C-B797-4BD5-B97C-FF93ADA80928}" dt="2026-03-15T09:28:50.219" v="417" actId="2696"/>
        <pc:sldMkLst>
          <pc:docMk/>
          <pc:sldMk cId="2839095224" sldId="276"/>
        </pc:sldMkLst>
      </pc:sldChg>
      <pc:sldChg chg="addSp modSp add del mod">
        <pc:chgData name="kitn.lzh →" userId="aae51206e0f3c209" providerId="LiveId" clId="{C53E141C-B797-4BD5-B97C-FF93ADA80928}" dt="2026-03-15T09:28:50.214" v="416" actId="2696"/>
        <pc:sldMkLst>
          <pc:docMk/>
          <pc:sldMk cId="1303714020" sldId="277"/>
        </pc:sldMkLst>
      </pc:sldChg>
      <pc:sldChg chg="addSp modSp add mod">
        <pc:chgData name="kitn.lzh →" userId="aae51206e0f3c209" providerId="LiveId" clId="{C53E141C-B797-4BD5-B97C-FF93ADA80928}" dt="2026-03-15T09:38:03.751" v="789" actId="947"/>
        <pc:sldMkLst>
          <pc:docMk/>
          <pc:sldMk cId="3067158091" sldId="277"/>
        </pc:sldMkLst>
        <pc:spChg chg="add mod">
          <ac:chgData name="kitn.lzh →" userId="aae51206e0f3c209" providerId="LiveId" clId="{C53E141C-B797-4BD5-B97C-FF93ADA80928}" dt="2026-03-15T09:38:03.704" v="776" actId="20577"/>
          <ac:spMkLst>
            <pc:docMk/>
            <pc:sldMk cId="3067158091" sldId="277"/>
            <ac:spMk id="2" creationId="{D9BF195B-29A5-6A2C-B507-20882AF975F4}"/>
          </ac:spMkLst>
        </pc:spChg>
        <pc:spChg chg="add mod">
          <ac:chgData name="kitn.lzh →" userId="aae51206e0f3c209" providerId="LiveId" clId="{C53E141C-B797-4BD5-B97C-FF93ADA80928}" dt="2026-03-15T09:38:03.751" v="789" actId="947"/>
          <ac:spMkLst>
            <pc:docMk/>
            <pc:sldMk cId="3067158091" sldId="277"/>
            <ac:spMk id="13" creationId="{1AB54366-F816-C6A8-0303-A4AC0AEC7C9D}"/>
          </ac:spMkLst>
        </pc:spChg>
        <pc:picChg chg="add mod">
          <ac:chgData name="kitn.lzh →" userId="aae51206e0f3c209" providerId="LiveId" clId="{C53E141C-B797-4BD5-B97C-FF93ADA80928}" dt="2026-03-15T09:38:03.709" v="778"/>
          <ac:picMkLst>
            <pc:docMk/>
            <pc:sldMk cId="3067158091" sldId="277"/>
            <ac:picMk id="4" creationId="{43B8B83F-4298-B482-F1F0-E4C0D35D9EE1}"/>
          </ac:picMkLst>
        </pc:picChg>
        <pc:picChg chg="add mod">
          <ac:chgData name="kitn.lzh →" userId="aae51206e0f3c209" providerId="LiveId" clId="{C53E141C-B797-4BD5-B97C-FF93ADA80928}" dt="2026-03-15T09:38:03.716" v="780"/>
          <ac:picMkLst>
            <pc:docMk/>
            <pc:sldMk cId="3067158091" sldId="277"/>
            <ac:picMk id="6" creationId="{F1358F1E-C403-8706-AAF8-573F0EDB3527}"/>
          </ac:picMkLst>
        </pc:picChg>
        <pc:picChg chg="add mod">
          <ac:chgData name="kitn.lzh →" userId="aae51206e0f3c209" providerId="LiveId" clId="{C53E141C-B797-4BD5-B97C-FF93ADA80928}" dt="2026-03-15T09:38:03.719" v="782"/>
          <ac:picMkLst>
            <pc:docMk/>
            <pc:sldMk cId="3067158091" sldId="277"/>
            <ac:picMk id="8" creationId="{2086D6DA-7BE4-4EEE-E848-02FEA83DCD2C}"/>
          </ac:picMkLst>
        </pc:picChg>
        <pc:picChg chg="add mod">
          <ac:chgData name="kitn.lzh →" userId="aae51206e0f3c209" providerId="LiveId" clId="{C53E141C-B797-4BD5-B97C-FF93ADA80928}" dt="2026-03-15T09:38:03.728" v="784"/>
          <ac:picMkLst>
            <pc:docMk/>
            <pc:sldMk cId="3067158091" sldId="277"/>
            <ac:picMk id="10" creationId="{4A26D165-FA03-21A0-B463-5A7622C204B8}"/>
          </ac:picMkLst>
        </pc:picChg>
        <pc:picChg chg="add mod">
          <ac:chgData name="kitn.lzh →" userId="aae51206e0f3c209" providerId="LiveId" clId="{C53E141C-B797-4BD5-B97C-FF93ADA80928}" dt="2026-03-15T09:38:03.734" v="786"/>
          <ac:picMkLst>
            <pc:docMk/>
            <pc:sldMk cId="3067158091" sldId="277"/>
            <ac:picMk id="12" creationId="{47B215CB-1754-DF6C-F3C5-085B00AA1560}"/>
          </ac:picMkLst>
        </pc:picChg>
      </pc:sldChg>
      <pc:sldChg chg="addSp modSp add mod">
        <pc:chgData name="kitn.lzh →" userId="aae51206e0f3c209" providerId="LiveId" clId="{C53E141C-B797-4BD5-B97C-FF93ADA80928}" dt="2026-03-15T09:38:05.382" v="805" actId="947"/>
        <pc:sldMkLst>
          <pc:docMk/>
          <pc:sldMk cId="460297899" sldId="278"/>
        </pc:sldMkLst>
        <pc:spChg chg="add mod">
          <ac:chgData name="kitn.lzh →" userId="aae51206e0f3c209" providerId="LiveId" clId="{C53E141C-B797-4BD5-B97C-FF93ADA80928}" dt="2026-03-15T09:38:05.219" v="792" actId="20577"/>
          <ac:spMkLst>
            <pc:docMk/>
            <pc:sldMk cId="460297899" sldId="278"/>
            <ac:spMk id="2" creationId="{448554A1-9090-D443-7489-D7A87878887B}"/>
          </ac:spMkLst>
        </pc:spChg>
        <pc:spChg chg="add mod">
          <ac:chgData name="kitn.lzh →" userId="aae51206e0f3c209" providerId="LiveId" clId="{C53E141C-B797-4BD5-B97C-FF93ADA80928}" dt="2026-03-15T09:38:05.382" v="805" actId="947"/>
          <ac:spMkLst>
            <pc:docMk/>
            <pc:sldMk cId="460297899" sldId="278"/>
            <ac:spMk id="13" creationId="{B20292B5-6CE8-CD95-FE2B-E6C1779F25D6}"/>
          </ac:spMkLst>
        </pc:spChg>
        <pc:picChg chg="add mod">
          <ac:chgData name="kitn.lzh →" userId="aae51206e0f3c209" providerId="LiveId" clId="{C53E141C-B797-4BD5-B97C-FF93ADA80928}" dt="2026-03-15T09:38:05.246" v="794"/>
          <ac:picMkLst>
            <pc:docMk/>
            <pc:sldMk cId="460297899" sldId="278"/>
            <ac:picMk id="4" creationId="{E2E49D5A-C969-BA34-5ECA-AFE17E301B78}"/>
          </ac:picMkLst>
        </pc:picChg>
        <pc:picChg chg="add mod">
          <ac:chgData name="kitn.lzh →" userId="aae51206e0f3c209" providerId="LiveId" clId="{C53E141C-B797-4BD5-B97C-FF93ADA80928}" dt="2026-03-15T09:38:05.267" v="796"/>
          <ac:picMkLst>
            <pc:docMk/>
            <pc:sldMk cId="460297899" sldId="278"/>
            <ac:picMk id="6" creationId="{AE2CB53F-4B9E-C66E-9D78-CBFDA42F44F6}"/>
          </ac:picMkLst>
        </pc:picChg>
        <pc:picChg chg="add mod">
          <ac:chgData name="kitn.lzh →" userId="aae51206e0f3c209" providerId="LiveId" clId="{C53E141C-B797-4BD5-B97C-FF93ADA80928}" dt="2026-03-15T09:38:05.287" v="798"/>
          <ac:picMkLst>
            <pc:docMk/>
            <pc:sldMk cId="460297899" sldId="278"/>
            <ac:picMk id="8" creationId="{30DB420E-7EE6-FE7E-2002-682A171498D7}"/>
          </ac:picMkLst>
        </pc:picChg>
        <pc:picChg chg="add mod">
          <ac:chgData name="kitn.lzh →" userId="aae51206e0f3c209" providerId="LiveId" clId="{C53E141C-B797-4BD5-B97C-FF93ADA80928}" dt="2026-03-15T09:38:05.303" v="800"/>
          <ac:picMkLst>
            <pc:docMk/>
            <pc:sldMk cId="460297899" sldId="278"/>
            <ac:picMk id="10" creationId="{B5C9EB56-2C5B-B53F-062F-E6F57D3C31FD}"/>
          </ac:picMkLst>
        </pc:picChg>
        <pc:picChg chg="add mod">
          <ac:chgData name="kitn.lzh →" userId="aae51206e0f3c209" providerId="LiveId" clId="{C53E141C-B797-4BD5-B97C-FF93ADA80928}" dt="2026-03-15T09:38:05.322" v="802"/>
          <ac:picMkLst>
            <pc:docMk/>
            <pc:sldMk cId="460297899" sldId="278"/>
            <ac:picMk id="12" creationId="{B60E9C14-0B4C-3374-A868-946EA205A7B9}"/>
          </ac:picMkLst>
        </pc:picChg>
      </pc:sldChg>
      <pc:sldChg chg="addSp modSp add del mod">
        <pc:chgData name="kitn.lzh →" userId="aae51206e0f3c209" providerId="LiveId" clId="{C53E141C-B797-4BD5-B97C-FF93ADA80928}" dt="2026-03-15T09:28:50.202" v="415" actId="2696"/>
        <pc:sldMkLst>
          <pc:docMk/>
          <pc:sldMk cId="1695259754" sldId="278"/>
        </pc:sldMkLst>
      </pc:sldChg>
      <pc:sldChg chg="addSp modSp add del mod">
        <pc:chgData name="kitn.lzh →" userId="aae51206e0f3c209" providerId="LiveId" clId="{C53E141C-B797-4BD5-B97C-FF93ADA80928}" dt="2026-03-15T09:28:50.186" v="414" actId="2696"/>
        <pc:sldMkLst>
          <pc:docMk/>
          <pc:sldMk cId="1687815324" sldId="279"/>
        </pc:sldMkLst>
      </pc:sldChg>
      <pc:sldChg chg="addSp modSp add mod">
        <pc:chgData name="kitn.lzh →" userId="aae51206e0f3c209" providerId="LiveId" clId="{C53E141C-B797-4BD5-B97C-FF93ADA80928}" dt="2026-03-15T09:38:06.949" v="821" actId="947"/>
        <pc:sldMkLst>
          <pc:docMk/>
          <pc:sldMk cId="2318878551" sldId="279"/>
        </pc:sldMkLst>
        <pc:spChg chg="add mod">
          <ac:chgData name="kitn.lzh →" userId="aae51206e0f3c209" providerId="LiveId" clId="{C53E141C-B797-4BD5-B97C-FF93ADA80928}" dt="2026-03-15T09:38:06.899" v="808" actId="20577"/>
          <ac:spMkLst>
            <pc:docMk/>
            <pc:sldMk cId="2318878551" sldId="279"/>
            <ac:spMk id="2" creationId="{E00A742F-1405-A5E4-F014-528562AFD297}"/>
          </ac:spMkLst>
        </pc:spChg>
        <pc:spChg chg="add mod">
          <ac:chgData name="kitn.lzh →" userId="aae51206e0f3c209" providerId="LiveId" clId="{C53E141C-B797-4BD5-B97C-FF93ADA80928}" dt="2026-03-15T09:38:06.949" v="821" actId="947"/>
          <ac:spMkLst>
            <pc:docMk/>
            <pc:sldMk cId="2318878551" sldId="279"/>
            <ac:spMk id="13" creationId="{12EAD139-E828-D0E6-A2B1-E774A767FAEA}"/>
          </ac:spMkLst>
        </pc:spChg>
        <pc:picChg chg="add mod">
          <ac:chgData name="kitn.lzh →" userId="aae51206e0f3c209" providerId="LiveId" clId="{C53E141C-B797-4BD5-B97C-FF93ADA80928}" dt="2026-03-15T09:38:06.904" v="810"/>
          <ac:picMkLst>
            <pc:docMk/>
            <pc:sldMk cId="2318878551" sldId="279"/>
            <ac:picMk id="4" creationId="{2E096D99-2F84-3A70-D045-1E83F0B5C9EC}"/>
          </ac:picMkLst>
        </pc:picChg>
        <pc:picChg chg="add mod">
          <ac:chgData name="kitn.lzh →" userId="aae51206e0f3c209" providerId="LiveId" clId="{C53E141C-B797-4BD5-B97C-FF93ADA80928}" dt="2026-03-15T09:38:06.912" v="812"/>
          <ac:picMkLst>
            <pc:docMk/>
            <pc:sldMk cId="2318878551" sldId="279"/>
            <ac:picMk id="6" creationId="{DF1D40EA-6AD3-BC69-2AF4-74596DF88700}"/>
          </ac:picMkLst>
        </pc:picChg>
        <pc:picChg chg="add mod">
          <ac:chgData name="kitn.lzh →" userId="aae51206e0f3c209" providerId="LiveId" clId="{C53E141C-B797-4BD5-B97C-FF93ADA80928}" dt="2026-03-15T09:38:06.918" v="814"/>
          <ac:picMkLst>
            <pc:docMk/>
            <pc:sldMk cId="2318878551" sldId="279"/>
            <ac:picMk id="8" creationId="{7409F1A5-D8DA-6DB4-6BFD-C99B490B7556}"/>
          </ac:picMkLst>
        </pc:picChg>
        <pc:picChg chg="add mod">
          <ac:chgData name="kitn.lzh →" userId="aae51206e0f3c209" providerId="LiveId" clId="{C53E141C-B797-4BD5-B97C-FF93ADA80928}" dt="2026-03-15T09:38:06.923" v="816"/>
          <ac:picMkLst>
            <pc:docMk/>
            <pc:sldMk cId="2318878551" sldId="279"/>
            <ac:picMk id="10" creationId="{4961BDAE-FADC-065D-774D-D60E14E6A066}"/>
          </ac:picMkLst>
        </pc:picChg>
        <pc:picChg chg="add mod">
          <ac:chgData name="kitn.lzh →" userId="aae51206e0f3c209" providerId="LiveId" clId="{C53E141C-B797-4BD5-B97C-FF93ADA80928}" dt="2026-03-15T09:38:06.930" v="818"/>
          <ac:picMkLst>
            <pc:docMk/>
            <pc:sldMk cId="2318878551" sldId="279"/>
            <ac:picMk id="12" creationId="{D2A4607E-1EBE-0424-AFC4-93FD566F60D5}"/>
          </ac:picMkLst>
        </pc:picChg>
      </pc:sldChg>
      <pc:sldChg chg="addSp modSp add del mod">
        <pc:chgData name="kitn.lzh →" userId="aae51206e0f3c209" providerId="LiveId" clId="{C53E141C-B797-4BD5-B97C-FF93ADA80928}" dt="2026-03-15T09:28:50.168" v="413" actId="2696"/>
        <pc:sldMkLst>
          <pc:docMk/>
          <pc:sldMk cId="1418545390" sldId="280"/>
        </pc:sldMkLst>
      </pc:sldChg>
      <pc:sldChg chg="addSp modSp add mod">
        <pc:chgData name="kitn.lzh →" userId="aae51206e0f3c209" providerId="LiveId" clId="{C53E141C-B797-4BD5-B97C-FF93ADA80928}" dt="2026-03-15T09:38:08.361" v="837" actId="947"/>
        <pc:sldMkLst>
          <pc:docMk/>
          <pc:sldMk cId="4169611208" sldId="280"/>
        </pc:sldMkLst>
        <pc:spChg chg="add mod">
          <ac:chgData name="kitn.lzh →" userId="aae51206e0f3c209" providerId="LiveId" clId="{C53E141C-B797-4BD5-B97C-FF93ADA80928}" dt="2026-03-15T09:38:08.317" v="824" actId="20577"/>
          <ac:spMkLst>
            <pc:docMk/>
            <pc:sldMk cId="4169611208" sldId="280"/>
            <ac:spMk id="2" creationId="{2F408EEC-65CC-25F1-742E-CDD9225F68AA}"/>
          </ac:spMkLst>
        </pc:spChg>
        <pc:spChg chg="add mod">
          <ac:chgData name="kitn.lzh →" userId="aae51206e0f3c209" providerId="LiveId" clId="{C53E141C-B797-4BD5-B97C-FF93ADA80928}" dt="2026-03-15T09:38:08.361" v="837" actId="947"/>
          <ac:spMkLst>
            <pc:docMk/>
            <pc:sldMk cId="4169611208" sldId="280"/>
            <ac:spMk id="13" creationId="{CB4D3D9E-7ABD-09F6-C18A-535294D5E107}"/>
          </ac:spMkLst>
        </pc:spChg>
        <pc:picChg chg="add mod">
          <ac:chgData name="kitn.lzh →" userId="aae51206e0f3c209" providerId="LiveId" clId="{C53E141C-B797-4BD5-B97C-FF93ADA80928}" dt="2026-03-15T09:38:08.322" v="826"/>
          <ac:picMkLst>
            <pc:docMk/>
            <pc:sldMk cId="4169611208" sldId="280"/>
            <ac:picMk id="4" creationId="{7B48979C-C766-C0F1-82AB-A3B814296CAC}"/>
          </ac:picMkLst>
        </pc:picChg>
        <pc:picChg chg="add mod">
          <ac:chgData name="kitn.lzh →" userId="aae51206e0f3c209" providerId="LiveId" clId="{C53E141C-B797-4BD5-B97C-FF93ADA80928}" dt="2026-03-15T09:38:08.329" v="828"/>
          <ac:picMkLst>
            <pc:docMk/>
            <pc:sldMk cId="4169611208" sldId="280"/>
            <ac:picMk id="6" creationId="{B928C909-3204-B387-EF0A-BB85D3702352}"/>
          </ac:picMkLst>
        </pc:picChg>
        <pc:picChg chg="add mod">
          <ac:chgData name="kitn.lzh →" userId="aae51206e0f3c209" providerId="LiveId" clId="{C53E141C-B797-4BD5-B97C-FF93ADA80928}" dt="2026-03-15T09:38:08.333" v="830"/>
          <ac:picMkLst>
            <pc:docMk/>
            <pc:sldMk cId="4169611208" sldId="280"/>
            <ac:picMk id="8" creationId="{B35AAA15-481A-D3DF-773E-EE89809FE589}"/>
          </ac:picMkLst>
        </pc:picChg>
        <pc:picChg chg="add mod">
          <ac:chgData name="kitn.lzh →" userId="aae51206e0f3c209" providerId="LiveId" clId="{C53E141C-B797-4BD5-B97C-FF93ADA80928}" dt="2026-03-15T09:38:08.339" v="832"/>
          <ac:picMkLst>
            <pc:docMk/>
            <pc:sldMk cId="4169611208" sldId="280"/>
            <ac:picMk id="10" creationId="{3BED4936-ABC2-27E0-4579-0138D6BBF4FD}"/>
          </ac:picMkLst>
        </pc:picChg>
        <pc:picChg chg="add mod">
          <ac:chgData name="kitn.lzh →" userId="aae51206e0f3c209" providerId="LiveId" clId="{C53E141C-B797-4BD5-B97C-FF93ADA80928}" dt="2026-03-15T09:38:08.344" v="834"/>
          <ac:picMkLst>
            <pc:docMk/>
            <pc:sldMk cId="4169611208" sldId="280"/>
            <ac:picMk id="12" creationId="{C2EA2734-9FCF-DA21-50CD-1CD245A92824}"/>
          </ac:picMkLst>
        </pc:picChg>
      </pc:sldChg>
      <pc:sldChg chg="addSp modSp add del mod">
        <pc:chgData name="kitn.lzh →" userId="aae51206e0f3c209" providerId="LiveId" clId="{C53E141C-B797-4BD5-B97C-FF93ADA80928}" dt="2026-03-15T09:28:50.111" v="412" actId="2696"/>
        <pc:sldMkLst>
          <pc:docMk/>
          <pc:sldMk cId="3614887535" sldId="281"/>
        </pc:sldMkLst>
      </pc:sldChg>
      <pc:sldChg chg="addSp modSp add mod">
        <pc:chgData name="kitn.lzh →" userId="aae51206e0f3c209" providerId="LiveId" clId="{C53E141C-B797-4BD5-B97C-FF93ADA80928}" dt="2026-03-15T09:38:09.753" v="853" actId="947"/>
        <pc:sldMkLst>
          <pc:docMk/>
          <pc:sldMk cId="4069701559" sldId="281"/>
        </pc:sldMkLst>
        <pc:spChg chg="add mod">
          <ac:chgData name="kitn.lzh →" userId="aae51206e0f3c209" providerId="LiveId" clId="{C53E141C-B797-4BD5-B97C-FF93ADA80928}" dt="2026-03-15T09:38:09.705" v="840" actId="20577"/>
          <ac:spMkLst>
            <pc:docMk/>
            <pc:sldMk cId="4069701559" sldId="281"/>
            <ac:spMk id="2" creationId="{1A8139DE-2F95-6812-D022-C5F31F6AD35D}"/>
          </ac:spMkLst>
        </pc:spChg>
        <pc:spChg chg="add mod">
          <ac:chgData name="kitn.lzh →" userId="aae51206e0f3c209" providerId="LiveId" clId="{C53E141C-B797-4BD5-B97C-FF93ADA80928}" dt="2026-03-15T09:38:09.753" v="853" actId="947"/>
          <ac:spMkLst>
            <pc:docMk/>
            <pc:sldMk cId="4069701559" sldId="281"/>
            <ac:spMk id="13" creationId="{539DB385-09EB-86A2-556D-5C5B05E215CC}"/>
          </ac:spMkLst>
        </pc:spChg>
        <pc:picChg chg="add mod">
          <ac:chgData name="kitn.lzh →" userId="aae51206e0f3c209" providerId="LiveId" clId="{C53E141C-B797-4BD5-B97C-FF93ADA80928}" dt="2026-03-15T09:38:09.710" v="842"/>
          <ac:picMkLst>
            <pc:docMk/>
            <pc:sldMk cId="4069701559" sldId="281"/>
            <ac:picMk id="4" creationId="{194E3B04-C428-DC87-DFB6-9BD22EB162E8}"/>
          </ac:picMkLst>
        </pc:picChg>
        <pc:picChg chg="add mod">
          <ac:chgData name="kitn.lzh →" userId="aae51206e0f3c209" providerId="LiveId" clId="{C53E141C-B797-4BD5-B97C-FF93ADA80928}" dt="2026-03-15T09:38:09.720" v="844"/>
          <ac:picMkLst>
            <pc:docMk/>
            <pc:sldMk cId="4069701559" sldId="281"/>
            <ac:picMk id="6" creationId="{2720508D-A0BD-9386-39B9-93026B8D0F57}"/>
          </ac:picMkLst>
        </pc:picChg>
        <pc:picChg chg="add mod">
          <ac:chgData name="kitn.lzh →" userId="aae51206e0f3c209" providerId="LiveId" clId="{C53E141C-B797-4BD5-B97C-FF93ADA80928}" dt="2026-03-15T09:38:09.725" v="846"/>
          <ac:picMkLst>
            <pc:docMk/>
            <pc:sldMk cId="4069701559" sldId="281"/>
            <ac:picMk id="8" creationId="{209F6C25-89C9-23D8-4F23-65AA275420FF}"/>
          </ac:picMkLst>
        </pc:picChg>
        <pc:picChg chg="add mod">
          <ac:chgData name="kitn.lzh →" userId="aae51206e0f3c209" providerId="LiveId" clId="{C53E141C-B797-4BD5-B97C-FF93ADA80928}" dt="2026-03-15T09:38:09.731" v="848"/>
          <ac:picMkLst>
            <pc:docMk/>
            <pc:sldMk cId="4069701559" sldId="281"/>
            <ac:picMk id="10" creationId="{B318241D-A898-11C5-D17A-55B4DDDA5794}"/>
          </ac:picMkLst>
        </pc:picChg>
        <pc:picChg chg="add mod">
          <ac:chgData name="kitn.lzh →" userId="aae51206e0f3c209" providerId="LiveId" clId="{C53E141C-B797-4BD5-B97C-FF93ADA80928}" dt="2026-03-15T09:38:09.736" v="850"/>
          <ac:picMkLst>
            <pc:docMk/>
            <pc:sldMk cId="4069701559" sldId="281"/>
            <ac:picMk id="12" creationId="{512384C3-8EE3-6237-393A-09BC43308BF6}"/>
          </ac:picMkLst>
        </pc:picChg>
      </pc:sldChg>
      <pc:sldChg chg="addSp modSp add mod">
        <pc:chgData name="kitn.lzh →" userId="aae51206e0f3c209" providerId="LiveId" clId="{C53E141C-B797-4BD5-B97C-FF93ADA80928}" dt="2026-03-15T10:27:58.552" v="869" actId="947"/>
        <pc:sldMkLst>
          <pc:docMk/>
          <pc:sldMk cId="4227794818" sldId="282"/>
        </pc:sldMkLst>
        <pc:spChg chg="add mod">
          <ac:chgData name="kitn.lzh →" userId="aae51206e0f3c209" providerId="LiveId" clId="{C53E141C-B797-4BD5-B97C-FF93ADA80928}" dt="2026-03-15T10:27:58.182" v="856" actId="20577"/>
          <ac:spMkLst>
            <pc:docMk/>
            <pc:sldMk cId="4227794818" sldId="282"/>
            <ac:spMk id="2" creationId="{A50DC947-0230-00E7-BF91-2B881188395C}"/>
          </ac:spMkLst>
        </pc:spChg>
        <pc:spChg chg="add mod">
          <ac:chgData name="kitn.lzh →" userId="aae51206e0f3c209" providerId="LiveId" clId="{C53E141C-B797-4BD5-B97C-FF93ADA80928}" dt="2026-03-15T10:27:58.552" v="869" actId="947"/>
          <ac:spMkLst>
            <pc:docMk/>
            <pc:sldMk cId="4227794818" sldId="282"/>
            <ac:spMk id="13" creationId="{B9BA4492-072A-60FC-CA32-D89C807CEEEB}"/>
          </ac:spMkLst>
        </pc:spChg>
        <pc:picChg chg="add mod">
          <ac:chgData name="kitn.lzh →" userId="aae51206e0f3c209" providerId="LiveId" clId="{C53E141C-B797-4BD5-B97C-FF93ADA80928}" dt="2026-03-15T10:27:58.274" v="858"/>
          <ac:picMkLst>
            <pc:docMk/>
            <pc:sldMk cId="4227794818" sldId="282"/>
            <ac:picMk id="4" creationId="{5C04283E-839A-2B0D-5526-3125FA236560}"/>
          </ac:picMkLst>
        </pc:picChg>
        <pc:picChg chg="add mod">
          <ac:chgData name="kitn.lzh →" userId="aae51206e0f3c209" providerId="LiveId" clId="{C53E141C-B797-4BD5-B97C-FF93ADA80928}" dt="2026-03-15T10:27:58.382" v="860"/>
          <ac:picMkLst>
            <pc:docMk/>
            <pc:sldMk cId="4227794818" sldId="282"/>
            <ac:picMk id="6" creationId="{B25EA33D-6DC8-C6E3-83ED-8E3AAA7032C1}"/>
          </ac:picMkLst>
        </pc:picChg>
        <pc:picChg chg="add mod">
          <ac:chgData name="kitn.lzh →" userId="aae51206e0f3c209" providerId="LiveId" clId="{C53E141C-B797-4BD5-B97C-FF93ADA80928}" dt="2026-03-15T10:27:58.388" v="862"/>
          <ac:picMkLst>
            <pc:docMk/>
            <pc:sldMk cId="4227794818" sldId="282"/>
            <ac:picMk id="8" creationId="{6C2DC834-D7B2-B558-6797-F8E4BC583BA9}"/>
          </ac:picMkLst>
        </pc:picChg>
        <pc:picChg chg="add mod">
          <ac:chgData name="kitn.lzh →" userId="aae51206e0f3c209" providerId="LiveId" clId="{C53E141C-B797-4BD5-B97C-FF93ADA80928}" dt="2026-03-15T10:27:58.394" v="864"/>
          <ac:picMkLst>
            <pc:docMk/>
            <pc:sldMk cId="4227794818" sldId="282"/>
            <ac:picMk id="10" creationId="{C62FE7B8-E756-060F-1EB1-42F61D104F2E}"/>
          </ac:picMkLst>
        </pc:picChg>
        <pc:picChg chg="add mod">
          <ac:chgData name="kitn.lzh →" userId="aae51206e0f3c209" providerId="LiveId" clId="{C53E141C-B797-4BD5-B97C-FF93ADA80928}" dt="2026-03-15T10:27:58.399" v="866"/>
          <ac:picMkLst>
            <pc:docMk/>
            <pc:sldMk cId="4227794818" sldId="282"/>
            <ac:picMk id="12" creationId="{2AF92F79-7186-D98B-E221-954508933AFD}"/>
          </ac:picMkLst>
        </pc:picChg>
      </pc:sldChg>
      <pc:sldChg chg="addSp modSp add mod">
        <pc:chgData name="kitn.lzh →" userId="aae51206e0f3c209" providerId="LiveId" clId="{C53E141C-B797-4BD5-B97C-FF93ADA80928}" dt="2026-03-15T10:28:00.104" v="885" actId="947"/>
        <pc:sldMkLst>
          <pc:docMk/>
          <pc:sldMk cId="3225261334" sldId="283"/>
        </pc:sldMkLst>
        <pc:spChg chg="add mod">
          <ac:chgData name="kitn.lzh →" userId="aae51206e0f3c209" providerId="LiveId" clId="{C53E141C-B797-4BD5-B97C-FF93ADA80928}" dt="2026-03-15T10:27:59.965" v="872" actId="20577"/>
          <ac:spMkLst>
            <pc:docMk/>
            <pc:sldMk cId="3225261334" sldId="283"/>
            <ac:spMk id="2" creationId="{E342224B-EFBE-5579-1E84-B95BE51DFA70}"/>
          </ac:spMkLst>
        </pc:spChg>
        <pc:spChg chg="add mod">
          <ac:chgData name="kitn.lzh →" userId="aae51206e0f3c209" providerId="LiveId" clId="{C53E141C-B797-4BD5-B97C-FF93ADA80928}" dt="2026-03-15T10:28:00.104" v="885" actId="947"/>
          <ac:spMkLst>
            <pc:docMk/>
            <pc:sldMk cId="3225261334" sldId="283"/>
            <ac:spMk id="13" creationId="{C7B884F3-21A9-13C6-BD92-9923179B84C3}"/>
          </ac:spMkLst>
        </pc:spChg>
        <pc:picChg chg="add mod">
          <ac:chgData name="kitn.lzh →" userId="aae51206e0f3c209" providerId="LiveId" clId="{C53E141C-B797-4BD5-B97C-FF93ADA80928}" dt="2026-03-15T10:28:00.011" v="874"/>
          <ac:picMkLst>
            <pc:docMk/>
            <pc:sldMk cId="3225261334" sldId="283"/>
            <ac:picMk id="4" creationId="{56ED20D4-EAD0-CE90-3753-7A70B79AC4E8}"/>
          </ac:picMkLst>
        </pc:picChg>
        <pc:picChg chg="add mod">
          <ac:chgData name="kitn.lzh →" userId="aae51206e0f3c209" providerId="LiveId" clId="{C53E141C-B797-4BD5-B97C-FF93ADA80928}" dt="2026-03-15T10:28:00.022" v="876"/>
          <ac:picMkLst>
            <pc:docMk/>
            <pc:sldMk cId="3225261334" sldId="283"/>
            <ac:picMk id="6" creationId="{CF50B5A5-1D84-5CFB-4A78-9ACE25E20BFA}"/>
          </ac:picMkLst>
        </pc:picChg>
        <pc:picChg chg="add mod">
          <ac:chgData name="kitn.lzh →" userId="aae51206e0f3c209" providerId="LiveId" clId="{C53E141C-B797-4BD5-B97C-FF93ADA80928}" dt="2026-03-15T10:28:00.082" v="878"/>
          <ac:picMkLst>
            <pc:docMk/>
            <pc:sldMk cId="3225261334" sldId="283"/>
            <ac:picMk id="8" creationId="{453D9AB1-77EB-950F-C66D-C26A747D867D}"/>
          </ac:picMkLst>
        </pc:picChg>
        <pc:picChg chg="add mod">
          <ac:chgData name="kitn.lzh →" userId="aae51206e0f3c209" providerId="LiveId" clId="{C53E141C-B797-4BD5-B97C-FF93ADA80928}" dt="2026-03-15T10:28:00.089" v="880"/>
          <ac:picMkLst>
            <pc:docMk/>
            <pc:sldMk cId="3225261334" sldId="283"/>
            <ac:picMk id="10" creationId="{4BEAB0FC-434B-B241-FF4B-15982598FC16}"/>
          </ac:picMkLst>
        </pc:picChg>
        <pc:picChg chg="add mod">
          <ac:chgData name="kitn.lzh →" userId="aae51206e0f3c209" providerId="LiveId" clId="{C53E141C-B797-4BD5-B97C-FF93ADA80928}" dt="2026-03-15T10:28:00.096" v="882"/>
          <ac:picMkLst>
            <pc:docMk/>
            <pc:sldMk cId="3225261334" sldId="283"/>
            <ac:picMk id="12" creationId="{FE44D1C1-4079-B145-582E-EEA94266032E}"/>
          </ac:picMkLst>
        </pc:picChg>
      </pc:sldChg>
      <pc:sldChg chg="addSp modSp add mod">
        <pc:chgData name="kitn.lzh →" userId="aae51206e0f3c209" providerId="LiveId" clId="{C53E141C-B797-4BD5-B97C-FF93ADA80928}" dt="2026-03-15T10:28:02.144" v="901" actId="947"/>
        <pc:sldMkLst>
          <pc:docMk/>
          <pc:sldMk cId="2531448728" sldId="284"/>
        </pc:sldMkLst>
        <pc:spChg chg="add mod">
          <ac:chgData name="kitn.lzh →" userId="aae51206e0f3c209" providerId="LiveId" clId="{C53E141C-B797-4BD5-B97C-FF93ADA80928}" dt="2026-03-15T10:28:01.992" v="888" actId="20577"/>
          <ac:spMkLst>
            <pc:docMk/>
            <pc:sldMk cId="2531448728" sldId="284"/>
            <ac:spMk id="2" creationId="{0349BABC-BFDB-11E8-6116-01420F4F53A1}"/>
          </ac:spMkLst>
        </pc:spChg>
        <pc:spChg chg="add mod">
          <ac:chgData name="kitn.lzh →" userId="aae51206e0f3c209" providerId="LiveId" clId="{C53E141C-B797-4BD5-B97C-FF93ADA80928}" dt="2026-03-15T10:28:02.144" v="901" actId="947"/>
          <ac:spMkLst>
            <pc:docMk/>
            <pc:sldMk cId="2531448728" sldId="284"/>
            <ac:spMk id="13" creationId="{833ECD70-6E58-5E78-6FAB-BDBB8752681A}"/>
          </ac:spMkLst>
        </pc:spChg>
        <pc:picChg chg="add mod">
          <ac:chgData name="kitn.lzh →" userId="aae51206e0f3c209" providerId="LiveId" clId="{C53E141C-B797-4BD5-B97C-FF93ADA80928}" dt="2026-03-15T10:28:02.102" v="890"/>
          <ac:picMkLst>
            <pc:docMk/>
            <pc:sldMk cId="2531448728" sldId="284"/>
            <ac:picMk id="4" creationId="{7E7B17A2-25A5-BD81-AA8C-012A61881007}"/>
          </ac:picMkLst>
        </pc:picChg>
        <pc:picChg chg="add mod">
          <ac:chgData name="kitn.lzh →" userId="aae51206e0f3c209" providerId="LiveId" clId="{C53E141C-B797-4BD5-B97C-FF93ADA80928}" dt="2026-03-15T10:28:02.105" v="892"/>
          <ac:picMkLst>
            <pc:docMk/>
            <pc:sldMk cId="2531448728" sldId="284"/>
            <ac:picMk id="6" creationId="{12AE8AED-D3F6-5D69-AC7F-CAFA0724D053}"/>
          </ac:picMkLst>
        </pc:picChg>
        <pc:picChg chg="add mod">
          <ac:chgData name="kitn.lzh →" userId="aae51206e0f3c209" providerId="LiveId" clId="{C53E141C-B797-4BD5-B97C-FF93ADA80928}" dt="2026-03-15T10:28:02.105" v="894"/>
          <ac:picMkLst>
            <pc:docMk/>
            <pc:sldMk cId="2531448728" sldId="284"/>
            <ac:picMk id="8" creationId="{A4608C00-64A0-5BF5-CFC8-2952842D649D}"/>
          </ac:picMkLst>
        </pc:picChg>
        <pc:picChg chg="add mod">
          <ac:chgData name="kitn.lzh →" userId="aae51206e0f3c209" providerId="LiveId" clId="{C53E141C-B797-4BD5-B97C-FF93ADA80928}" dt="2026-03-15T10:28:02.105" v="896"/>
          <ac:picMkLst>
            <pc:docMk/>
            <pc:sldMk cId="2531448728" sldId="284"/>
            <ac:picMk id="10" creationId="{A4F83E8C-C7D2-F2B0-A1C7-D0F98C4CE2E5}"/>
          </ac:picMkLst>
        </pc:picChg>
        <pc:picChg chg="add mod">
          <ac:chgData name="kitn.lzh →" userId="aae51206e0f3c209" providerId="LiveId" clId="{C53E141C-B797-4BD5-B97C-FF93ADA80928}" dt="2026-03-15T10:28:02.124" v="898"/>
          <ac:picMkLst>
            <pc:docMk/>
            <pc:sldMk cId="2531448728" sldId="284"/>
            <ac:picMk id="12" creationId="{F85C233E-094B-7207-25DB-F45812A5E85E}"/>
          </ac:picMkLst>
        </pc:picChg>
      </pc:sldChg>
      <pc:sldChg chg="addSp modSp add mod">
        <pc:chgData name="kitn.lzh →" userId="aae51206e0f3c209" providerId="LiveId" clId="{C53E141C-B797-4BD5-B97C-FF93ADA80928}" dt="2026-03-15T10:28:03.607" v="917" actId="947"/>
        <pc:sldMkLst>
          <pc:docMk/>
          <pc:sldMk cId="3931576809" sldId="285"/>
        </pc:sldMkLst>
        <pc:spChg chg="add mod">
          <ac:chgData name="kitn.lzh →" userId="aae51206e0f3c209" providerId="LiveId" clId="{C53E141C-B797-4BD5-B97C-FF93ADA80928}" dt="2026-03-15T10:28:03.559" v="904" actId="20577"/>
          <ac:spMkLst>
            <pc:docMk/>
            <pc:sldMk cId="3931576809" sldId="285"/>
            <ac:spMk id="2" creationId="{D1459077-A9CE-DFB2-EA75-E20A38B76A23}"/>
          </ac:spMkLst>
        </pc:spChg>
        <pc:spChg chg="add mod">
          <ac:chgData name="kitn.lzh →" userId="aae51206e0f3c209" providerId="LiveId" clId="{C53E141C-B797-4BD5-B97C-FF93ADA80928}" dt="2026-03-15T10:28:03.607" v="917" actId="947"/>
          <ac:spMkLst>
            <pc:docMk/>
            <pc:sldMk cId="3931576809" sldId="285"/>
            <ac:spMk id="13" creationId="{2B04DE22-E5C1-F663-6F6F-80DB77562C0F}"/>
          </ac:spMkLst>
        </pc:spChg>
        <pc:picChg chg="add mod">
          <ac:chgData name="kitn.lzh →" userId="aae51206e0f3c209" providerId="LiveId" clId="{C53E141C-B797-4BD5-B97C-FF93ADA80928}" dt="2026-03-15T10:28:03.564" v="906"/>
          <ac:picMkLst>
            <pc:docMk/>
            <pc:sldMk cId="3931576809" sldId="285"/>
            <ac:picMk id="4" creationId="{4428A5FD-A5A6-2FA3-3099-94535C88CF0E}"/>
          </ac:picMkLst>
        </pc:picChg>
        <pc:picChg chg="add mod">
          <ac:chgData name="kitn.lzh →" userId="aae51206e0f3c209" providerId="LiveId" clId="{C53E141C-B797-4BD5-B97C-FF93ADA80928}" dt="2026-03-15T10:28:03.571" v="908"/>
          <ac:picMkLst>
            <pc:docMk/>
            <pc:sldMk cId="3931576809" sldId="285"/>
            <ac:picMk id="6" creationId="{F9F94016-8DDD-ACAA-AD55-C4329B83D852}"/>
          </ac:picMkLst>
        </pc:picChg>
        <pc:picChg chg="add mod">
          <ac:chgData name="kitn.lzh →" userId="aae51206e0f3c209" providerId="LiveId" clId="{C53E141C-B797-4BD5-B97C-FF93ADA80928}" dt="2026-03-15T10:28:03.571" v="910"/>
          <ac:picMkLst>
            <pc:docMk/>
            <pc:sldMk cId="3931576809" sldId="285"/>
            <ac:picMk id="8" creationId="{C9DC9C81-D660-DEBC-D581-4473613FAECC}"/>
          </ac:picMkLst>
        </pc:picChg>
        <pc:picChg chg="add mod">
          <ac:chgData name="kitn.lzh →" userId="aae51206e0f3c209" providerId="LiveId" clId="{C53E141C-B797-4BD5-B97C-FF93ADA80928}" dt="2026-03-15T10:28:03.571" v="912"/>
          <ac:picMkLst>
            <pc:docMk/>
            <pc:sldMk cId="3931576809" sldId="285"/>
            <ac:picMk id="10" creationId="{E969D8CD-995A-5828-8E7D-2A80E0EB9D78}"/>
          </ac:picMkLst>
        </pc:picChg>
        <pc:picChg chg="add mod">
          <ac:chgData name="kitn.lzh →" userId="aae51206e0f3c209" providerId="LiveId" clId="{C53E141C-B797-4BD5-B97C-FF93ADA80928}" dt="2026-03-15T10:28:03.589" v="914"/>
          <ac:picMkLst>
            <pc:docMk/>
            <pc:sldMk cId="3931576809" sldId="285"/>
            <ac:picMk id="12" creationId="{A354FE80-7B77-F63D-5566-9C22B4ECB691}"/>
          </ac:picMkLst>
        </pc:picChg>
      </pc:sldChg>
      <pc:sldChg chg="addSp modSp add mod">
        <pc:chgData name="kitn.lzh →" userId="aae51206e0f3c209" providerId="LiveId" clId="{C53E141C-B797-4BD5-B97C-FF93ADA80928}" dt="2026-03-15T10:28:05.131" v="933" actId="947"/>
        <pc:sldMkLst>
          <pc:docMk/>
          <pc:sldMk cId="241219777" sldId="286"/>
        </pc:sldMkLst>
        <pc:spChg chg="add mod">
          <ac:chgData name="kitn.lzh →" userId="aae51206e0f3c209" providerId="LiveId" clId="{C53E141C-B797-4BD5-B97C-FF93ADA80928}" dt="2026-03-15T10:28:05.077" v="920" actId="20577"/>
          <ac:spMkLst>
            <pc:docMk/>
            <pc:sldMk cId="241219777" sldId="286"/>
            <ac:spMk id="2" creationId="{C1925916-C2BF-261A-8FB1-B08A256EB0AC}"/>
          </ac:spMkLst>
        </pc:spChg>
        <pc:spChg chg="add mod">
          <ac:chgData name="kitn.lzh →" userId="aae51206e0f3c209" providerId="LiveId" clId="{C53E141C-B797-4BD5-B97C-FF93ADA80928}" dt="2026-03-15T10:28:05.131" v="933" actId="947"/>
          <ac:spMkLst>
            <pc:docMk/>
            <pc:sldMk cId="241219777" sldId="286"/>
            <ac:spMk id="13" creationId="{102B4E56-0E3B-BE3D-05D1-C2E60E5B698A}"/>
          </ac:spMkLst>
        </pc:spChg>
        <pc:picChg chg="add mod">
          <ac:chgData name="kitn.lzh →" userId="aae51206e0f3c209" providerId="LiveId" clId="{C53E141C-B797-4BD5-B97C-FF93ADA80928}" dt="2026-03-15T10:28:05.092" v="922"/>
          <ac:picMkLst>
            <pc:docMk/>
            <pc:sldMk cId="241219777" sldId="286"/>
            <ac:picMk id="4" creationId="{35E5833B-9DAD-ACA8-FFEA-CE7585DDF354}"/>
          </ac:picMkLst>
        </pc:picChg>
        <pc:picChg chg="add mod">
          <ac:chgData name="kitn.lzh →" userId="aae51206e0f3c209" providerId="LiveId" clId="{C53E141C-B797-4BD5-B97C-FF93ADA80928}" dt="2026-03-15T10:28:05.098" v="924"/>
          <ac:picMkLst>
            <pc:docMk/>
            <pc:sldMk cId="241219777" sldId="286"/>
            <ac:picMk id="6" creationId="{DA7BC834-8959-C52C-CD47-FCAE260D3935}"/>
          </ac:picMkLst>
        </pc:picChg>
        <pc:picChg chg="add mod">
          <ac:chgData name="kitn.lzh →" userId="aae51206e0f3c209" providerId="LiveId" clId="{C53E141C-B797-4BD5-B97C-FF93ADA80928}" dt="2026-03-15T10:28:05.103" v="926"/>
          <ac:picMkLst>
            <pc:docMk/>
            <pc:sldMk cId="241219777" sldId="286"/>
            <ac:picMk id="8" creationId="{7E117360-7A63-0523-688F-0D766F2A5787}"/>
          </ac:picMkLst>
        </pc:picChg>
        <pc:picChg chg="add mod">
          <ac:chgData name="kitn.lzh →" userId="aae51206e0f3c209" providerId="LiveId" clId="{C53E141C-B797-4BD5-B97C-FF93ADA80928}" dt="2026-03-15T10:28:05.105" v="928"/>
          <ac:picMkLst>
            <pc:docMk/>
            <pc:sldMk cId="241219777" sldId="286"/>
            <ac:picMk id="10" creationId="{F018B6E9-49A2-F06D-B430-58DAF9033399}"/>
          </ac:picMkLst>
        </pc:picChg>
        <pc:picChg chg="add mod">
          <ac:chgData name="kitn.lzh →" userId="aae51206e0f3c209" providerId="LiveId" clId="{C53E141C-B797-4BD5-B97C-FF93ADA80928}" dt="2026-03-15T10:28:05.105" v="930"/>
          <ac:picMkLst>
            <pc:docMk/>
            <pc:sldMk cId="241219777" sldId="286"/>
            <ac:picMk id="12" creationId="{D081C58D-E3F6-3486-294C-FAFEDFB8E005}"/>
          </ac:picMkLst>
        </pc:picChg>
      </pc:sldChg>
      <pc:sldChg chg="addSp modSp add mod">
        <pc:chgData name="kitn.lzh →" userId="aae51206e0f3c209" providerId="LiveId" clId="{C53E141C-B797-4BD5-B97C-FF93ADA80928}" dt="2026-03-15T10:28:06.603" v="949" actId="947"/>
        <pc:sldMkLst>
          <pc:docMk/>
          <pc:sldMk cId="25224902" sldId="287"/>
        </pc:sldMkLst>
        <pc:spChg chg="add mod">
          <ac:chgData name="kitn.lzh →" userId="aae51206e0f3c209" providerId="LiveId" clId="{C53E141C-B797-4BD5-B97C-FF93ADA80928}" dt="2026-03-15T10:28:06.552" v="936" actId="20577"/>
          <ac:spMkLst>
            <pc:docMk/>
            <pc:sldMk cId="25224902" sldId="287"/>
            <ac:spMk id="2" creationId="{6F2B971A-D7F4-CA66-DB70-EBEC4C0D0EF2}"/>
          </ac:spMkLst>
        </pc:spChg>
        <pc:spChg chg="add mod">
          <ac:chgData name="kitn.lzh →" userId="aae51206e0f3c209" providerId="LiveId" clId="{C53E141C-B797-4BD5-B97C-FF93ADA80928}" dt="2026-03-15T10:28:06.603" v="949" actId="947"/>
          <ac:spMkLst>
            <pc:docMk/>
            <pc:sldMk cId="25224902" sldId="287"/>
            <ac:spMk id="13" creationId="{39AAD809-1FF9-2302-A7E2-435422CEEEF5}"/>
          </ac:spMkLst>
        </pc:spChg>
        <pc:picChg chg="add mod">
          <ac:chgData name="kitn.lzh →" userId="aae51206e0f3c209" providerId="LiveId" clId="{C53E141C-B797-4BD5-B97C-FF93ADA80928}" dt="2026-03-15T10:28:06.555" v="938"/>
          <ac:picMkLst>
            <pc:docMk/>
            <pc:sldMk cId="25224902" sldId="287"/>
            <ac:picMk id="4" creationId="{77F09F90-DEFE-C828-BAB5-523BCE4F16CB}"/>
          </ac:picMkLst>
        </pc:picChg>
        <pc:picChg chg="add mod">
          <ac:chgData name="kitn.lzh →" userId="aae51206e0f3c209" providerId="LiveId" clId="{C53E141C-B797-4BD5-B97C-FF93ADA80928}" dt="2026-03-15T10:28:06.555" v="940"/>
          <ac:picMkLst>
            <pc:docMk/>
            <pc:sldMk cId="25224902" sldId="287"/>
            <ac:picMk id="6" creationId="{BE90DC20-E176-E9E3-C2BC-59CC564C45A7}"/>
          </ac:picMkLst>
        </pc:picChg>
        <pc:picChg chg="add mod">
          <ac:chgData name="kitn.lzh →" userId="aae51206e0f3c209" providerId="LiveId" clId="{C53E141C-B797-4BD5-B97C-FF93ADA80928}" dt="2026-03-15T10:28:06.572" v="942"/>
          <ac:picMkLst>
            <pc:docMk/>
            <pc:sldMk cId="25224902" sldId="287"/>
            <ac:picMk id="8" creationId="{A3EE9F72-8FC0-CDB8-2D8B-9AEA7CF280B5}"/>
          </ac:picMkLst>
        </pc:picChg>
        <pc:picChg chg="add mod">
          <ac:chgData name="kitn.lzh →" userId="aae51206e0f3c209" providerId="LiveId" clId="{C53E141C-B797-4BD5-B97C-FF93ADA80928}" dt="2026-03-15T10:28:06.579" v="944"/>
          <ac:picMkLst>
            <pc:docMk/>
            <pc:sldMk cId="25224902" sldId="287"/>
            <ac:picMk id="10" creationId="{3502D038-C3A8-1E98-2EBC-59B43F05C205}"/>
          </ac:picMkLst>
        </pc:picChg>
        <pc:picChg chg="add mod">
          <ac:chgData name="kitn.lzh →" userId="aae51206e0f3c209" providerId="LiveId" clId="{C53E141C-B797-4BD5-B97C-FF93ADA80928}" dt="2026-03-15T10:28:06.586" v="946"/>
          <ac:picMkLst>
            <pc:docMk/>
            <pc:sldMk cId="25224902" sldId="287"/>
            <ac:picMk id="12" creationId="{B726E01D-4DD3-AD88-9F77-0D0CC40834C9}"/>
          </ac:picMkLst>
        </pc:picChg>
      </pc:sldChg>
      <pc:sldChg chg="addSp modSp add mod">
        <pc:chgData name="kitn.lzh →" userId="aae51206e0f3c209" providerId="LiveId" clId="{C53E141C-B797-4BD5-B97C-FF93ADA80928}" dt="2026-03-15T10:28:08.093" v="965" actId="947"/>
        <pc:sldMkLst>
          <pc:docMk/>
          <pc:sldMk cId="1587576774" sldId="288"/>
        </pc:sldMkLst>
        <pc:spChg chg="add mod">
          <ac:chgData name="kitn.lzh →" userId="aae51206e0f3c209" providerId="LiveId" clId="{C53E141C-B797-4BD5-B97C-FF93ADA80928}" dt="2026-03-15T10:28:08.044" v="952" actId="20577"/>
          <ac:spMkLst>
            <pc:docMk/>
            <pc:sldMk cId="1587576774" sldId="288"/>
            <ac:spMk id="2" creationId="{6A0D8103-3136-A27D-E1A0-64629A12A24A}"/>
          </ac:spMkLst>
        </pc:spChg>
        <pc:spChg chg="add mod">
          <ac:chgData name="kitn.lzh →" userId="aae51206e0f3c209" providerId="LiveId" clId="{C53E141C-B797-4BD5-B97C-FF93ADA80928}" dt="2026-03-15T10:28:08.093" v="965" actId="947"/>
          <ac:spMkLst>
            <pc:docMk/>
            <pc:sldMk cId="1587576774" sldId="288"/>
            <ac:spMk id="13" creationId="{D73D38DD-F65F-70D3-D43F-344252FDEB48}"/>
          </ac:spMkLst>
        </pc:spChg>
        <pc:picChg chg="add mod">
          <ac:chgData name="kitn.lzh →" userId="aae51206e0f3c209" providerId="LiveId" clId="{C53E141C-B797-4BD5-B97C-FF93ADA80928}" dt="2026-03-15T10:28:08.050" v="954"/>
          <ac:picMkLst>
            <pc:docMk/>
            <pc:sldMk cId="1587576774" sldId="288"/>
            <ac:picMk id="4" creationId="{D21C92FD-344F-9301-9316-4927D9DD334F}"/>
          </ac:picMkLst>
        </pc:picChg>
        <pc:picChg chg="add mod">
          <ac:chgData name="kitn.lzh →" userId="aae51206e0f3c209" providerId="LiveId" clId="{C53E141C-B797-4BD5-B97C-FF93ADA80928}" dt="2026-03-15T10:28:08.058" v="956"/>
          <ac:picMkLst>
            <pc:docMk/>
            <pc:sldMk cId="1587576774" sldId="288"/>
            <ac:picMk id="6" creationId="{6532C7BA-DBA4-5D6E-7D72-FF1E28DA9389}"/>
          </ac:picMkLst>
        </pc:picChg>
        <pc:picChg chg="add mod">
          <ac:chgData name="kitn.lzh →" userId="aae51206e0f3c209" providerId="LiveId" clId="{C53E141C-B797-4BD5-B97C-FF93ADA80928}" dt="2026-03-15T10:28:08.063" v="958"/>
          <ac:picMkLst>
            <pc:docMk/>
            <pc:sldMk cId="1587576774" sldId="288"/>
            <ac:picMk id="8" creationId="{7337D35E-65C9-5A6B-7823-17A85251CF5B}"/>
          </ac:picMkLst>
        </pc:picChg>
        <pc:picChg chg="add mod">
          <ac:chgData name="kitn.lzh →" userId="aae51206e0f3c209" providerId="LiveId" clId="{C53E141C-B797-4BD5-B97C-FF93ADA80928}" dt="2026-03-15T10:28:08.069" v="960"/>
          <ac:picMkLst>
            <pc:docMk/>
            <pc:sldMk cId="1587576774" sldId="288"/>
            <ac:picMk id="10" creationId="{53B9D15F-C3E6-CE84-4B8F-D030ABD0FFC1}"/>
          </ac:picMkLst>
        </pc:picChg>
        <pc:picChg chg="add mod">
          <ac:chgData name="kitn.lzh →" userId="aae51206e0f3c209" providerId="LiveId" clId="{C53E141C-B797-4BD5-B97C-FF93ADA80928}" dt="2026-03-15T10:28:08.071" v="962"/>
          <ac:picMkLst>
            <pc:docMk/>
            <pc:sldMk cId="1587576774" sldId="288"/>
            <ac:picMk id="12" creationId="{616001FC-B68F-4712-2A58-DA9815E7A756}"/>
          </ac:picMkLst>
        </pc:picChg>
      </pc:sldChg>
      <pc:sldChg chg="addSp modSp add mod">
        <pc:chgData name="kitn.lzh →" userId="aae51206e0f3c209" providerId="LiveId" clId="{C53E141C-B797-4BD5-B97C-FF93ADA80928}" dt="2026-03-15T10:28:09.654" v="981" actId="947"/>
        <pc:sldMkLst>
          <pc:docMk/>
          <pc:sldMk cId="3960787852" sldId="289"/>
        </pc:sldMkLst>
        <pc:spChg chg="add mod">
          <ac:chgData name="kitn.lzh →" userId="aae51206e0f3c209" providerId="LiveId" clId="{C53E141C-B797-4BD5-B97C-FF93ADA80928}" dt="2026-03-15T10:28:09.610" v="968" actId="20577"/>
          <ac:spMkLst>
            <pc:docMk/>
            <pc:sldMk cId="3960787852" sldId="289"/>
            <ac:spMk id="2" creationId="{C65130EA-E1EE-F6A2-1B48-B5ABA64A90DA}"/>
          </ac:spMkLst>
        </pc:spChg>
        <pc:spChg chg="add mod">
          <ac:chgData name="kitn.lzh →" userId="aae51206e0f3c209" providerId="LiveId" clId="{C53E141C-B797-4BD5-B97C-FF93ADA80928}" dt="2026-03-15T10:28:09.654" v="981" actId="947"/>
          <ac:spMkLst>
            <pc:docMk/>
            <pc:sldMk cId="3960787852" sldId="289"/>
            <ac:spMk id="13" creationId="{7C0F9AF1-5AFF-8E20-5B64-12550EF4FA11}"/>
          </ac:spMkLst>
        </pc:spChg>
        <pc:picChg chg="add mod">
          <ac:chgData name="kitn.lzh →" userId="aae51206e0f3c209" providerId="LiveId" clId="{C53E141C-B797-4BD5-B97C-FF93ADA80928}" dt="2026-03-15T10:28:09.625" v="970"/>
          <ac:picMkLst>
            <pc:docMk/>
            <pc:sldMk cId="3960787852" sldId="289"/>
            <ac:picMk id="4" creationId="{15B04B1D-0700-45BA-E609-0A9869A6DAA2}"/>
          </ac:picMkLst>
        </pc:picChg>
        <pc:picChg chg="add mod">
          <ac:chgData name="kitn.lzh →" userId="aae51206e0f3c209" providerId="LiveId" clId="{C53E141C-B797-4BD5-B97C-FF93ADA80928}" dt="2026-03-15T10:28:09.632" v="972"/>
          <ac:picMkLst>
            <pc:docMk/>
            <pc:sldMk cId="3960787852" sldId="289"/>
            <ac:picMk id="6" creationId="{8346FD8C-1FB9-9268-6455-32587C2F2584}"/>
          </ac:picMkLst>
        </pc:picChg>
        <pc:picChg chg="add mod">
          <ac:chgData name="kitn.lzh →" userId="aae51206e0f3c209" providerId="LiveId" clId="{C53E141C-B797-4BD5-B97C-FF93ADA80928}" dt="2026-03-15T10:28:09.637" v="974"/>
          <ac:picMkLst>
            <pc:docMk/>
            <pc:sldMk cId="3960787852" sldId="289"/>
            <ac:picMk id="8" creationId="{A6434C7F-5722-8797-31D1-3DE72863D919}"/>
          </ac:picMkLst>
        </pc:picChg>
        <pc:picChg chg="add mod">
          <ac:chgData name="kitn.lzh →" userId="aae51206e0f3c209" providerId="LiveId" clId="{C53E141C-B797-4BD5-B97C-FF93ADA80928}" dt="2026-03-15T10:28:09.643" v="976"/>
          <ac:picMkLst>
            <pc:docMk/>
            <pc:sldMk cId="3960787852" sldId="289"/>
            <ac:picMk id="10" creationId="{AA1D99EA-D273-FA79-887B-540F8CEF3823}"/>
          </ac:picMkLst>
        </pc:picChg>
        <pc:picChg chg="add mod">
          <ac:chgData name="kitn.lzh →" userId="aae51206e0f3c209" providerId="LiveId" clId="{C53E141C-B797-4BD5-B97C-FF93ADA80928}" dt="2026-03-15T10:28:09.649" v="978"/>
          <ac:picMkLst>
            <pc:docMk/>
            <pc:sldMk cId="3960787852" sldId="289"/>
            <ac:picMk id="12" creationId="{EA6CAED1-CCD9-A638-39F8-F2E2EA16DEAD}"/>
          </ac:picMkLst>
        </pc:picChg>
      </pc:sldChg>
      <pc:sldChg chg="addSp modSp add mod">
        <pc:chgData name="kitn.lzh →" userId="aae51206e0f3c209" providerId="LiveId" clId="{C53E141C-B797-4BD5-B97C-FF93ADA80928}" dt="2026-03-15T10:28:11.150" v="997" actId="947"/>
        <pc:sldMkLst>
          <pc:docMk/>
          <pc:sldMk cId="2615964660" sldId="290"/>
        </pc:sldMkLst>
        <pc:spChg chg="add mod">
          <ac:chgData name="kitn.lzh →" userId="aae51206e0f3c209" providerId="LiveId" clId="{C53E141C-B797-4BD5-B97C-FF93ADA80928}" dt="2026-03-15T10:28:11.101" v="984" actId="20577"/>
          <ac:spMkLst>
            <pc:docMk/>
            <pc:sldMk cId="2615964660" sldId="290"/>
            <ac:spMk id="2" creationId="{DC3CFB29-7423-D38F-959D-25C52AD6FCDF}"/>
          </ac:spMkLst>
        </pc:spChg>
        <pc:spChg chg="add mod">
          <ac:chgData name="kitn.lzh →" userId="aae51206e0f3c209" providerId="LiveId" clId="{C53E141C-B797-4BD5-B97C-FF93ADA80928}" dt="2026-03-15T10:28:11.150" v="997" actId="947"/>
          <ac:spMkLst>
            <pc:docMk/>
            <pc:sldMk cId="2615964660" sldId="290"/>
            <ac:spMk id="13" creationId="{BB3CB0A1-B2D9-0885-FA90-ACAEE5059E54}"/>
          </ac:spMkLst>
        </pc:spChg>
        <pc:picChg chg="add mod">
          <ac:chgData name="kitn.lzh →" userId="aae51206e0f3c209" providerId="LiveId" clId="{C53E141C-B797-4BD5-B97C-FF93ADA80928}" dt="2026-03-15T10:28:11.105" v="986"/>
          <ac:picMkLst>
            <pc:docMk/>
            <pc:sldMk cId="2615964660" sldId="290"/>
            <ac:picMk id="4" creationId="{A84BD924-B4EC-03FE-445D-003FA7A20FFE}"/>
          </ac:picMkLst>
        </pc:picChg>
        <pc:picChg chg="add mod">
          <ac:chgData name="kitn.lzh →" userId="aae51206e0f3c209" providerId="LiveId" clId="{C53E141C-B797-4BD5-B97C-FF93ADA80928}" dt="2026-03-15T10:28:11.111" v="988"/>
          <ac:picMkLst>
            <pc:docMk/>
            <pc:sldMk cId="2615964660" sldId="290"/>
            <ac:picMk id="6" creationId="{4F722013-BEB0-62C3-A25D-9BF3B1D47F5D}"/>
          </ac:picMkLst>
        </pc:picChg>
        <pc:picChg chg="add mod">
          <ac:chgData name="kitn.lzh →" userId="aae51206e0f3c209" providerId="LiveId" clId="{C53E141C-B797-4BD5-B97C-FF93ADA80928}" dt="2026-03-15T10:28:11.121" v="990"/>
          <ac:picMkLst>
            <pc:docMk/>
            <pc:sldMk cId="2615964660" sldId="290"/>
            <ac:picMk id="8" creationId="{448EA6E9-4923-906E-9578-EFD3ED0ACB8A}"/>
          </ac:picMkLst>
        </pc:picChg>
        <pc:picChg chg="add mod">
          <ac:chgData name="kitn.lzh →" userId="aae51206e0f3c209" providerId="LiveId" clId="{C53E141C-B797-4BD5-B97C-FF93ADA80928}" dt="2026-03-15T10:28:11.127" v="992"/>
          <ac:picMkLst>
            <pc:docMk/>
            <pc:sldMk cId="2615964660" sldId="290"/>
            <ac:picMk id="10" creationId="{6CAC6EE0-D8FF-57B1-591A-EB6FFF4B1532}"/>
          </ac:picMkLst>
        </pc:picChg>
        <pc:picChg chg="add mod">
          <ac:chgData name="kitn.lzh →" userId="aae51206e0f3c209" providerId="LiveId" clId="{C53E141C-B797-4BD5-B97C-FF93ADA80928}" dt="2026-03-15T10:28:11.133" v="994"/>
          <ac:picMkLst>
            <pc:docMk/>
            <pc:sldMk cId="2615964660" sldId="290"/>
            <ac:picMk id="12" creationId="{859728D5-1906-35A9-9F6A-9DE212EDE61B}"/>
          </ac:picMkLst>
        </pc:picChg>
      </pc:sldChg>
      <pc:sldChg chg="addSp modSp add mod">
        <pc:chgData name="kitn.lzh →" userId="aae51206e0f3c209" providerId="LiveId" clId="{C53E141C-B797-4BD5-B97C-FF93ADA80928}" dt="2026-03-15T10:28:12.720" v="1013" actId="947"/>
        <pc:sldMkLst>
          <pc:docMk/>
          <pc:sldMk cId="3163998912" sldId="291"/>
        </pc:sldMkLst>
        <pc:spChg chg="add mod">
          <ac:chgData name="kitn.lzh →" userId="aae51206e0f3c209" providerId="LiveId" clId="{C53E141C-B797-4BD5-B97C-FF93ADA80928}" dt="2026-03-15T10:28:12.598" v="1000" actId="20577"/>
          <ac:spMkLst>
            <pc:docMk/>
            <pc:sldMk cId="3163998912" sldId="291"/>
            <ac:spMk id="2" creationId="{78F21AD6-A79E-5BD0-AF29-A02A7793B36F}"/>
          </ac:spMkLst>
        </pc:spChg>
        <pc:spChg chg="add mod">
          <ac:chgData name="kitn.lzh →" userId="aae51206e0f3c209" providerId="LiveId" clId="{C53E141C-B797-4BD5-B97C-FF93ADA80928}" dt="2026-03-15T10:28:12.720" v="1013" actId="947"/>
          <ac:spMkLst>
            <pc:docMk/>
            <pc:sldMk cId="3163998912" sldId="291"/>
            <ac:spMk id="13" creationId="{B7572446-1A5E-DB70-D8AE-803E5ED40B87}"/>
          </ac:spMkLst>
        </pc:spChg>
        <pc:picChg chg="add mod">
          <ac:chgData name="kitn.lzh →" userId="aae51206e0f3c209" providerId="LiveId" clId="{C53E141C-B797-4BD5-B97C-FF93ADA80928}" dt="2026-03-15T10:28:12.604" v="1002"/>
          <ac:picMkLst>
            <pc:docMk/>
            <pc:sldMk cId="3163998912" sldId="291"/>
            <ac:picMk id="4" creationId="{1624904B-7C7E-311B-614D-5CB2F9C869FF}"/>
          </ac:picMkLst>
        </pc:picChg>
        <pc:picChg chg="add mod">
          <ac:chgData name="kitn.lzh →" userId="aae51206e0f3c209" providerId="LiveId" clId="{C53E141C-B797-4BD5-B97C-FF93ADA80928}" dt="2026-03-15T10:28:12.604" v="1004"/>
          <ac:picMkLst>
            <pc:docMk/>
            <pc:sldMk cId="3163998912" sldId="291"/>
            <ac:picMk id="6" creationId="{4140C53E-52F4-E194-0103-5314CFC469C7}"/>
          </ac:picMkLst>
        </pc:picChg>
        <pc:picChg chg="add mod">
          <ac:chgData name="kitn.lzh →" userId="aae51206e0f3c209" providerId="LiveId" clId="{C53E141C-B797-4BD5-B97C-FF93ADA80928}" dt="2026-03-15T10:28:12.612" v="1006"/>
          <ac:picMkLst>
            <pc:docMk/>
            <pc:sldMk cId="3163998912" sldId="291"/>
            <ac:picMk id="8" creationId="{80D3DA0C-39A6-CA72-093B-96C479DB06BC}"/>
          </ac:picMkLst>
        </pc:picChg>
        <pc:picChg chg="add mod">
          <ac:chgData name="kitn.lzh →" userId="aae51206e0f3c209" providerId="LiveId" clId="{C53E141C-B797-4BD5-B97C-FF93ADA80928}" dt="2026-03-15T10:28:12.623" v="1008"/>
          <ac:picMkLst>
            <pc:docMk/>
            <pc:sldMk cId="3163998912" sldId="291"/>
            <ac:picMk id="10" creationId="{F2B63C7F-3457-EB06-25FB-56719A0757CD}"/>
          </ac:picMkLst>
        </pc:picChg>
        <pc:picChg chg="add mod">
          <ac:chgData name="kitn.lzh →" userId="aae51206e0f3c209" providerId="LiveId" clId="{C53E141C-B797-4BD5-B97C-FF93ADA80928}" dt="2026-03-15T10:28:12.628" v="1010"/>
          <ac:picMkLst>
            <pc:docMk/>
            <pc:sldMk cId="3163998912" sldId="291"/>
            <ac:picMk id="12" creationId="{EAEA3874-596C-FD9F-9BEE-D94082EFDFBD}"/>
          </ac:picMkLst>
        </pc:picChg>
      </pc:sldChg>
      <pc:sldChg chg="addSp modSp add mod">
        <pc:chgData name="kitn.lzh →" userId="aae51206e0f3c209" providerId="LiveId" clId="{C53E141C-B797-4BD5-B97C-FF93ADA80928}" dt="2026-03-15T10:28:14.136" v="1029" actId="947"/>
        <pc:sldMkLst>
          <pc:docMk/>
          <pc:sldMk cId="3730209514" sldId="292"/>
        </pc:sldMkLst>
        <pc:spChg chg="add mod">
          <ac:chgData name="kitn.lzh →" userId="aae51206e0f3c209" providerId="LiveId" clId="{C53E141C-B797-4BD5-B97C-FF93ADA80928}" dt="2026-03-15T10:28:14.088" v="1016" actId="20577"/>
          <ac:spMkLst>
            <pc:docMk/>
            <pc:sldMk cId="3730209514" sldId="292"/>
            <ac:spMk id="2" creationId="{76AB4C4A-746F-8DFC-015C-008CAEBB7CA7}"/>
          </ac:spMkLst>
        </pc:spChg>
        <pc:spChg chg="add mod">
          <ac:chgData name="kitn.lzh →" userId="aae51206e0f3c209" providerId="LiveId" clId="{C53E141C-B797-4BD5-B97C-FF93ADA80928}" dt="2026-03-15T10:28:14.136" v="1029" actId="947"/>
          <ac:spMkLst>
            <pc:docMk/>
            <pc:sldMk cId="3730209514" sldId="292"/>
            <ac:spMk id="13" creationId="{17030A41-5C2B-A6E5-C9D7-AB39D051BB53}"/>
          </ac:spMkLst>
        </pc:spChg>
        <pc:picChg chg="add mod">
          <ac:chgData name="kitn.lzh →" userId="aae51206e0f3c209" providerId="LiveId" clId="{C53E141C-B797-4BD5-B97C-FF93ADA80928}" dt="2026-03-15T10:28:14.094" v="1018"/>
          <ac:picMkLst>
            <pc:docMk/>
            <pc:sldMk cId="3730209514" sldId="292"/>
            <ac:picMk id="4" creationId="{22AB0C24-0921-35E8-8C56-28C5555FEF10}"/>
          </ac:picMkLst>
        </pc:picChg>
        <pc:picChg chg="add mod">
          <ac:chgData name="kitn.lzh →" userId="aae51206e0f3c209" providerId="LiveId" clId="{C53E141C-B797-4BD5-B97C-FF93ADA80928}" dt="2026-03-15T10:28:14.101" v="1020"/>
          <ac:picMkLst>
            <pc:docMk/>
            <pc:sldMk cId="3730209514" sldId="292"/>
            <ac:picMk id="6" creationId="{341E7398-D4C9-03D2-56BA-F4D216A92171}"/>
          </ac:picMkLst>
        </pc:picChg>
        <pc:picChg chg="add mod">
          <ac:chgData name="kitn.lzh →" userId="aae51206e0f3c209" providerId="LiveId" clId="{C53E141C-B797-4BD5-B97C-FF93ADA80928}" dt="2026-03-15T10:28:14.104" v="1022"/>
          <ac:picMkLst>
            <pc:docMk/>
            <pc:sldMk cId="3730209514" sldId="292"/>
            <ac:picMk id="8" creationId="{990FFE84-AACF-6BC8-AE47-F4D48D60A227}"/>
          </ac:picMkLst>
        </pc:picChg>
        <pc:picChg chg="add mod">
          <ac:chgData name="kitn.lzh →" userId="aae51206e0f3c209" providerId="LiveId" clId="{C53E141C-B797-4BD5-B97C-FF93ADA80928}" dt="2026-03-15T10:28:14.104" v="1024"/>
          <ac:picMkLst>
            <pc:docMk/>
            <pc:sldMk cId="3730209514" sldId="292"/>
            <ac:picMk id="10" creationId="{68814918-35E5-314B-0150-5A3638B47728}"/>
          </ac:picMkLst>
        </pc:picChg>
        <pc:picChg chg="add mod">
          <ac:chgData name="kitn.lzh →" userId="aae51206e0f3c209" providerId="LiveId" clId="{C53E141C-B797-4BD5-B97C-FF93ADA80928}" dt="2026-03-15T10:28:14.113" v="1026"/>
          <ac:picMkLst>
            <pc:docMk/>
            <pc:sldMk cId="3730209514" sldId="292"/>
            <ac:picMk id="12" creationId="{77FC6C9A-F571-F03A-DCB1-BC7BD7865FF9}"/>
          </ac:picMkLst>
        </pc:picChg>
      </pc:sldChg>
      <pc:sldChg chg="addSp modSp add mod">
        <pc:chgData name="kitn.lzh →" userId="aae51206e0f3c209" providerId="LiveId" clId="{C53E141C-B797-4BD5-B97C-FF93ADA80928}" dt="2026-03-15T10:28:15.645" v="1045" actId="947"/>
        <pc:sldMkLst>
          <pc:docMk/>
          <pc:sldMk cId="2169655765" sldId="293"/>
        </pc:sldMkLst>
        <pc:spChg chg="add mod">
          <ac:chgData name="kitn.lzh →" userId="aae51206e0f3c209" providerId="LiveId" clId="{C53E141C-B797-4BD5-B97C-FF93ADA80928}" dt="2026-03-15T10:28:15.597" v="1032" actId="20577"/>
          <ac:spMkLst>
            <pc:docMk/>
            <pc:sldMk cId="2169655765" sldId="293"/>
            <ac:spMk id="2" creationId="{F309A6D9-18F4-00FC-204F-D919E98B300C}"/>
          </ac:spMkLst>
        </pc:spChg>
        <pc:spChg chg="add mod">
          <ac:chgData name="kitn.lzh →" userId="aae51206e0f3c209" providerId="LiveId" clId="{C53E141C-B797-4BD5-B97C-FF93ADA80928}" dt="2026-03-15T10:28:15.645" v="1045" actId="947"/>
          <ac:spMkLst>
            <pc:docMk/>
            <pc:sldMk cId="2169655765" sldId="293"/>
            <ac:spMk id="13" creationId="{6DC3212A-6204-C8DA-69E8-A8AFAF4F0F2D}"/>
          </ac:spMkLst>
        </pc:spChg>
        <pc:picChg chg="add mod">
          <ac:chgData name="kitn.lzh →" userId="aae51206e0f3c209" providerId="LiveId" clId="{C53E141C-B797-4BD5-B97C-FF93ADA80928}" dt="2026-03-15T10:28:15.604" v="1034"/>
          <ac:picMkLst>
            <pc:docMk/>
            <pc:sldMk cId="2169655765" sldId="293"/>
            <ac:picMk id="4" creationId="{11C80346-32EA-C150-F955-7E47B8514A8D}"/>
          </ac:picMkLst>
        </pc:picChg>
        <pc:picChg chg="add mod">
          <ac:chgData name="kitn.lzh →" userId="aae51206e0f3c209" providerId="LiveId" clId="{C53E141C-B797-4BD5-B97C-FF93ADA80928}" dt="2026-03-15T10:28:15.605" v="1036"/>
          <ac:picMkLst>
            <pc:docMk/>
            <pc:sldMk cId="2169655765" sldId="293"/>
            <ac:picMk id="6" creationId="{59FCFB24-DF9E-5E82-C7D2-CAF6DDBE9EDE}"/>
          </ac:picMkLst>
        </pc:picChg>
        <pc:picChg chg="add mod">
          <ac:chgData name="kitn.lzh →" userId="aae51206e0f3c209" providerId="LiveId" clId="{C53E141C-B797-4BD5-B97C-FF93ADA80928}" dt="2026-03-15T10:28:15.614" v="1038"/>
          <ac:picMkLst>
            <pc:docMk/>
            <pc:sldMk cId="2169655765" sldId="293"/>
            <ac:picMk id="8" creationId="{12C4BA73-F172-EAE6-F515-47B942945B62}"/>
          </ac:picMkLst>
        </pc:picChg>
        <pc:picChg chg="add mod">
          <ac:chgData name="kitn.lzh →" userId="aae51206e0f3c209" providerId="LiveId" clId="{C53E141C-B797-4BD5-B97C-FF93ADA80928}" dt="2026-03-15T10:28:15.622" v="1040"/>
          <ac:picMkLst>
            <pc:docMk/>
            <pc:sldMk cId="2169655765" sldId="293"/>
            <ac:picMk id="10" creationId="{AE6671C2-FC69-5B13-6B34-B87EC9F5EB3F}"/>
          </ac:picMkLst>
        </pc:picChg>
        <pc:picChg chg="add mod">
          <ac:chgData name="kitn.lzh →" userId="aae51206e0f3c209" providerId="LiveId" clId="{C53E141C-B797-4BD5-B97C-FF93ADA80928}" dt="2026-03-15T10:28:15.628" v="1042"/>
          <ac:picMkLst>
            <pc:docMk/>
            <pc:sldMk cId="2169655765" sldId="293"/>
            <ac:picMk id="12" creationId="{770FFE27-7F49-B69C-1E98-05C58FAFDFE9}"/>
          </ac:picMkLst>
        </pc:picChg>
      </pc:sldChg>
      <pc:sldChg chg="addSp modSp add mod">
        <pc:chgData name="kitn.lzh →" userId="aae51206e0f3c209" providerId="LiveId" clId="{C53E141C-B797-4BD5-B97C-FF93ADA80928}" dt="2026-03-15T10:28:16.977" v="1061" actId="947"/>
        <pc:sldMkLst>
          <pc:docMk/>
          <pc:sldMk cId="2159829859" sldId="294"/>
        </pc:sldMkLst>
        <pc:spChg chg="add mod">
          <ac:chgData name="kitn.lzh →" userId="aae51206e0f3c209" providerId="LiveId" clId="{C53E141C-B797-4BD5-B97C-FF93ADA80928}" dt="2026-03-15T10:28:16.932" v="1048" actId="20577"/>
          <ac:spMkLst>
            <pc:docMk/>
            <pc:sldMk cId="2159829859" sldId="294"/>
            <ac:spMk id="2" creationId="{F05D40A9-A0A5-4234-941F-9B5CEB7D1167}"/>
          </ac:spMkLst>
        </pc:spChg>
        <pc:spChg chg="add mod">
          <ac:chgData name="kitn.lzh →" userId="aae51206e0f3c209" providerId="LiveId" clId="{C53E141C-B797-4BD5-B97C-FF93ADA80928}" dt="2026-03-15T10:28:16.977" v="1061" actId="947"/>
          <ac:spMkLst>
            <pc:docMk/>
            <pc:sldMk cId="2159829859" sldId="294"/>
            <ac:spMk id="13" creationId="{58D19AF6-89C7-1559-B7F1-FA04E7C301E9}"/>
          </ac:spMkLst>
        </pc:spChg>
        <pc:picChg chg="add mod">
          <ac:chgData name="kitn.lzh →" userId="aae51206e0f3c209" providerId="LiveId" clId="{C53E141C-B797-4BD5-B97C-FF93ADA80928}" dt="2026-03-15T10:28:16.938" v="1050"/>
          <ac:picMkLst>
            <pc:docMk/>
            <pc:sldMk cId="2159829859" sldId="294"/>
            <ac:picMk id="4" creationId="{F01377BE-3ED2-AC54-B577-391DA12C47B0}"/>
          </ac:picMkLst>
        </pc:picChg>
        <pc:picChg chg="add mod">
          <ac:chgData name="kitn.lzh →" userId="aae51206e0f3c209" providerId="LiveId" clId="{C53E141C-B797-4BD5-B97C-FF93ADA80928}" dt="2026-03-15T10:28:16.938" v="1052"/>
          <ac:picMkLst>
            <pc:docMk/>
            <pc:sldMk cId="2159829859" sldId="294"/>
            <ac:picMk id="6" creationId="{E0D1E69F-94DD-1E9F-279F-572D73E717DD}"/>
          </ac:picMkLst>
        </pc:picChg>
        <pc:picChg chg="add mod">
          <ac:chgData name="kitn.lzh →" userId="aae51206e0f3c209" providerId="LiveId" clId="{C53E141C-B797-4BD5-B97C-FF93ADA80928}" dt="2026-03-15T10:28:16.938" v="1054"/>
          <ac:picMkLst>
            <pc:docMk/>
            <pc:sldMk cId="2159829859" sldId="294"/>
            <ac:picMk id="8" creationId="{29E443E8-7BD7-D9C8-38BD-AC734FBA4591}"/>
          </ac:picMkLst>
        </pc:picChg>
        <pc:picChg chg="add mod">
          <ac:chgData name="kitn.lzh →" userId="aae51206e0f3c209" providerId="LiveId" clId="{C53E141C-B797-4BD5-B97C-FF93ADA80928}" dt="2026-03-15T10:28:16.956" v="1056"/>
          <ac:picMkLst>
            <pc:docMk/>
            <pc:sldMk cId="2159829859" sldId="294"/>
            <ac:picMk id="10" creationId="{C5AA3556-5D19-8EFB-92F7-916B66B9E5C6}"/>
          </ac:picMkLst>
        </pc:picChg>
        <pc:picChg chg="add mod">
          <ac:chgData name="kitn.lzh →" userId="aae51206e0f3c209" providerId="LiveId" clId="{C53E141C-B797-4BD5-B97C-FF93ADA80928}" dt="2026-03-15T10:28:16.961" v="1058"/>
          <ac:picMkLst>
            <pc:docMk/>
            <pc:sldMk cId="2159829859" sldId="294"/>
            <ac:picMk id="12" creationId="{8EADFCCF-2F86-5917-DE30-9CA8EBF021C9}"/>
          </ac:picMkLst>
        </pc:picChg>
      </pc:sldChg>
      <pc:sldChg chg="addSp modSp add mod">
        <pc:chgData name="kitn.lzh →" userId="aae51206e0f3c209" providerId="LiveId" clId="{C53E141C-B797-4BD5-B97C-FF93ADA80928}" dt="2026-03-15T10:28:42.172" v="1064" actId="20577"/>
        <pc:sldMkLst>
          <pc:docMk/>
          <pc:sldMk cId="375829409" sldId="295"/>
        </pc:sldMkLst>
        <pc:spChg chg="add mod">
          <ac:chgData name="kitn.lzh →" userId="aae51206e0f3c209" providerId="LiveId" clId="{C53E141C-B797-4BD5-B97C-FF93ADA80928}" dt="2026-03-15T10:28:42.172" v="1064" actId="20577"/>
          <ac:spMkLst>
            <pc:docMk/>
            <pc:sldMk cId="375829409" sldId="295"/>
            <ac:spMk id="2" creationId="{BF8BF0D7-1B64-0BBC-7668-4A33B644982D}"/>
          </ac:spMkLst>
        </pc:spChg>
      </pc:sldChg>
      <pc:sldChg chg="addSp modSp add mod">
        <pc:chgData name="kitn.lzh →" userId="aae51206e0f3c209" providerId="LiveId" clId="{C53E141C-B797-4BD5-B97C-FF93ADA80928}" dt="2026-03-15T10:36:14.801" v="1096" actId="947"/>
        <pc:sldMkLst>
          <pc:docMk/>
          <pc:sldMk cId="1801251549" sldId="296"/>
        </pc:sldMkLst>
        <pc:spChg chg="add mod">
          <ac:chgData name="kitn.lzh →" userId="aae51206e0f3c209" providerId="LiveId" clId="{C53E141C-B797-4BD5-B97C-FF93ADA80928}" dt="2026-03-15T10:36:14.594" v="1067" actId="20577"/>
          <ac:spMkLst>
            <pc:docMk/>
            <pc:sldMk cId="1801251549" sldId="296"/>
            <ac:spMk id="2" creationId="{541DD820-6643-1EF6-3FB8-F55D0AB6FD07}"/>
          </ac:spMkLst>
        </pc:spChg>
        <pc:spChg chg="add mod">
          <ac:chgData name="kitn.lzh →" userId="aae51206e0f3c209" providerId="LiveId" clId="{C53E141C-B797-4BD5-B97C-FF93ADA80928}" dt="2026-03-15T10:36:14.801" v="1096" actId="947"/>
          <ac:spMkLst>
            <pc:docMk/>
            <pc:sldMk cId="1801251549" sldId="296"/>
            <ac:spMk id="29" creationId="{D5BDB1A3-0074-3C61-FE91-CDD94329F601}"/>
          </ac:spMkLst>
        </pc:spChg>
        <pc:picChg chg="add mod">
          <ac:chgData name="kitn.lzh →" userId="aae51206e0f3c209" providerId="LiveId" clId="{C53E141C-B797-4BD5-B97C-FF93ADA80928}" dt="2026-03-15T10:36:14.651" v="1069"/>
          <ac:picMkLst>
            <pc:docMk/>
            <pc:sldMk cId="1801251549" sldId="296"/>
            <ac:picMk id="4" creationId="{0D24D6CF-D408-C6DE-F885-BFEABCB9383B}"/>
          </ac:picMkLst>
        </pc:picChg>
        <pc:picChg chg="add mod">
          <ac:chgData name="kitn.lzh →" userId="aae51206e0f3c209" providerId="LiveId" clId="{C53E141C-B797-4BD5-B97C-FF93ADA80928}" dt="2026-03-15T10:36:14.653" v="1071"/>
          <ac:picMkLst>
            <pc:docMk/>
            <pc:sldMk cId="1801251549" sldId="296"/>
            <ac:picMk id="6" creationId="{0AB913F2-DF07-F32B-2B64-DFAFAE0D3F78}"/>
          </ac:picMkLst>
        </pc:picChg>
        <pc:picChg chg="add mod">
          <ac:chgData name="kitn.lzh →" userId="aae51206e0f3c209" providerId="LiveId" clId="{C53E141C-B797-4BD5-B97C-FF93ADA80928}" dt="2026-03-15T10:36:14.671" v="1073"/>
          <ac:picMkLst>
            <pc:docMk/>
            <pc:sldMk cId="1801251549" sldId="296"/>
            <ac:picMk id="8" creationId="{D91E73D1-D399-E390-C141-DB925C4900CF}"/>
          </ac:picMkLst>
        </pc:picChg>
        <pc:picChg chg="add mod">
          <ac:chgData name="kitn.lzh →" userId="aae51206e0f3c209" providerId="LiveId" clId="{C53E141C-B797-4BD5-B97C-FF93ADA80928}" dt="2026-03-15T10:36:14.678" v="1075"/>
          <ac:picMkLst>
            <pc:docMk/>
            <pc:sldMk cId="1801251549" sldId="296"/>
            <ac:picMk id="10" creationId="{9625FE9D-9FC4-F0E8-689E-78CD1B8EADF1}"/>
          </ac:picMkLst>
        </pc:picChg>
        <pc:picChg chg="add mod">
          <ac:chgData name="kitn.lzh →" userId="aae51206e0f3c209" providerId="LiveId" clId="{C53E141C-B797-4BD5-B97C-FF93ADA80928}" dt="2026-03-15T10:36:14.685" v="1077"/>
          <ac:picMkLst>
            <pc:docMk/>
            <pc:sldMk cId="1801251549" sldId="296"/>
            <ac:picMk id="12" creationId="{E9F6B49D-B5BB-4BF0-23C1-42529CFCC381}"/>
          </ac:picMkLst>
        </pc:picChg>
        <pc:picChg chg="add mod">
          <ac:chgData name="kitn.lzh →" userId="aae51206e0f3c209" providerId="LiveId" clId="{C53E141C-B797-4BD5-B97C-FF93ADA80928}" dt="2026-03-15T10:36:14.687" v="1079"/>
          <ac:picMkLst>
            <pc:docMk/>
            <pc:sldMk cId="1801251549" sldId="296"/>
            <ac:picMk id="14" creationId="{D981B108-E13C-6600-4498-6D7FEF342906}"/>
          </ac:picMkLst>
        </pc:picChg>
        <pc:picChg chg="add mod">
          <ac:chgData name="kitn.lzh →" userId="aae51206e0f3c209" providerId="LiveId" clId="{C53E141C-B797-4BD5-B97C-FF93ADA80928}" dt="2026-03-15T10:36:14.695" v="1081"/>
          <ac:picMkLst>
            <pc:docMk/>
            <pc:sldMk cId="1801251549" sldId="296"/>
            <ac:picMk id="16" creationId="{7A1D4300-A5BB-C868-CCCE-C412BC9A65A5}"/>
          </ac:picMkLst>
        </pc:picChg>
        <pc:picChg chg="add mod">
          <ac:chgData name="kitn.lzh →" userId="aae51206e0f3c209" providerId="LiveId" clId="{C53E141C-B797-4BD5-B97C-FF93ADA80928}" dt="2026-03-15T10:36:14.707" v="1083"/>
          <ac:picMkLst>
            <pc:docMk/>
            <pc:sldMk cId="1801251549" sldId="296"/>
            <ac:picMk id="18" creationId="{05DA591C-2AED-E28A-F806-E9BEA545C560}"/>
          </ac:picMkLst>
        </pc:picChg>
        <pc:picChg chg="add mod">
          <ac:chgData name="kitn.lzh →" userId="aae51206e0f3c209" providerId="LiveId" clId="{C53E141C-B797-4BD5-B97C-FF93ADA80928}" dt="2026-03-15T10:36:14.714" v="1085"/>
          <ac:picMkLst>
            <pc:docMk/>
            <pc:sldMk cId="1801251549" sldId="296"/>
            <ac:picMk id="20" creationId="{B228F05A-E9AF-BF05-7CDD-F7D4BCC1FB98}"/>
          </ac:picMkLst>
        </pc:picChg>
        <pc:picChg chg="add mod">
          <ac:chgData name="kitn.lzh →" userId="aae51206e0f3c209" providerId="LiveId" clId="{C53E141C-B797-4BD5-B97C-FF93ADA80928}" dt="2026-03-15T10:36:14.722" v="1087"/>
          <ac:picMkLst>
            <pc:docMk/>
            <pc:sldMk cId="1801251549" sldId="296"/>
            <ac:picMk id="22" creationId="{7A118F8B-870D-A4C9-CD02-48C2B927F395}"/>
          </ac:picMkLst>
        </pc:picChg>
        <pc:picChg chg="add mod">
          <ac:chgData name="kitn.lzh →" userId="aae51206e0f3c209" providerId="LiveId" clId="{C53E141C-B797-4BD5-B97C-FF93ADA80928}" dt="2026-03-15T10:36:14.728" v="1089"/>
          <ac:picMkLst>
            <pc:docMk/>
            <pc:sldMk cId="1801251549" sldId="296"/>
            <ac:picMk id="24" creationId="{C52D7D1B-3955-4F83-B898-344EC6C76AAA}"/>
          </ac:picMkLst>
        </pc:picChg>
        <pc:picChg chg="add mod">
          <ac:chgData name="kitn.lzh →" userId="aae51206e0f3c209" providerId="LiveId" clId="{C53E141C-B797-4BD5-B97C-FF93ADA80928}" dt="2026-03-15T10:36:14.733" v="1091"/>
          <ac:picMkLst>
            <pc:docMk/>
            <pc:sldMk cId="1801251549" sldId="296"/>
            <ac:picMk id="26" creationId="{EDD7DE42-D263-D9C8-DB57-131D212829EE}"/>
          </ac:picMkLst>
        </pc:picChg>
        <pc:picChg chg="add mod">
          <ac:chgData name="kitn.lzh →" userId="aae51206e0f3c209" providerId="LiveId" clId="{C53E141C-B797-4BD5-B97C-FF93ADA80928}" dt="2026-03-15T10:36:14.741" v="1093"/>
          <ac:picMkLst>
            <pc:docMk/>
            <pc:sldMk cId="1801251549" sldId="296"/>
            <ac:picMk id="28" creationId="{DC5C4F93-3ED2-8C91-B6FC-5A1EDB30220D}"/>
          </ac:picMkLst>
        </pc:picChg>
      </pc:sldChg>
      <pc:sldChg chg="addSp modSp add mod">
        <pc:chgData name="kitn.lzh →" userId="aae51206e0f3c209" providerId="LiveId" clId="{C53E141C-B797-4BD5-B97C-FF93ADA80928}" dt="2026-03-15T10:38:26.330" v="1105" actId="947"/>
        <pc:sldMkLst>
          <pc:docMk/>
          <pc:sldMk cId="2367114559" sldId="297"/>
        </pc:sldMkLst>
        <pc:spChg chg="add mod">
          <ac:chgData name="kitn.lzh →" userId="aae51206e0f3c209" providerId="LiveId" clId="{C53E141C-B797-4BD5-B97C-FF93ADA80928}" dt="2026-03-15T10:38:26.173" v="1100" actId="947"/>
          <ac:spMkLst>
            <pc:docMk/>
            <pc:sldMk cId="2367114559" sldId="297"/>
            <ac:spMk id="2" creationId="{A64F43A3-40D5-70A2-F595-E63990C7BC24}"/>
          </ac:spMkLst>
        </pc:spChg>
        <pc:spChg chg="add mod">
          <ac:chgData name="kitn.lzh →" userId="aae51206e0f3c209" providerId="LiveId" clId="{C53E141C-B797-4BD5-B97C-FF93ADA80928}" dt="2026-03-15T10:38:26.330" v="1105" actId="947"/>
          <ac:spMkLst>
            <pc:docMk/>
            <pc:sldMk cId="2367114559" sldId="297"/>
            <ac:spMk id="5" creationId="{F1A8E3EB-75B8-ECDE-90CB-3C6E4BC0054C}"/>
          </ac:spMkLst>
        </pc:spChg>
        <pc:picChg chg="add mod">
          <ac:chgData name="kitn.lzh →" userId="aae51206e0f3c209" providerId="LiveId" clId="{C53E141C-B797-4BD5-B97C-FF93ADA80928}" dt="2026-03-15T10:38:26.243" v="1102"/>
          <ac:picMkLst>
            <pc:docMk/>
            <pc:sldMk cId="2367114559" sldId="297"/>
            <ac:picMk id="4" creationId="{1040B470-B728-B457-C7ED-7CDAE32761EB}"/>
          </ac:picMkLst>
        </pc:picChg>
      </pc:sldChg>
      <pc:sldChg chg="addSp modSp add mod">
        <pc:chgData name="kitn.lzh →" userId="aae51206e0f3c209" providerId="LiveId" clId="{C53E141C-B797-4BD5-B97C-FF93ADA80928}" dt="2026-03-15T10:38:26.439" v="1114" actId="947"/>
        <pc:sldMkLst>
          <pc:docMk/>
          <pc:sldMk cId="3527619215" sldId="298"/>
        </pc:sldMkLst>
        <pc:spChg chg="add mod">
          <ac:chgData name="kitn.lzh →" userId="aae51206e0f3c209" providerId="LiveId" clId="{C53E141C-B797-4BD5-B97C-FF93ADA80928}" dt="2026-03-15T10:38:26.410" v="1109" actId="947"/>
          <ac:spMkLst>
            <pc:docMk/>
            <pc:sldMk cId="3527619215" sldId="298"/>
            <ac:spMk id="2" creationId="{F4183AEE-95A1-21F3-677F-D8471A6865CA}"/>
          </ac:spMkLst>
        </pc:spChg>
        <pc:spChg chg="add mod">
          <ac:chgData name="kitn.lzh →" userId="aae51206e0f3c209" providerId="LiveId" clId="{C53E141C-B797-4BD5-B97C-FF93ADA80928}" dt="2026-03-15T10:38:26.439" v="1114" actId="947"/>
          <ac:spMkLst>
            <pc:docMk/>
            <pc:sldMk cId="3527619215" sldId="298"/>
            <ac:spMk id="5" creationId="{2FB80980-5AF7-0BD7-3DCC-0A2596B86272}"/>
          </ac:spMkLst>
        </pc:spChg>
        <pc:picChg chg="add mod">
          <ac:chgData name="kitn.lzh →" userId="aae51206e0f3c209" providerId="LiveId" clId="{C53E141C-B797-4BD5-B97C-FF93ADA80928}" dt="2026-03-15T10:38:26.423" v="1111"/>
          <ac:picMkLst>
            <pc:docMk/>
            <pc:sldMk cId="3527619215" sldId="298"/>
            <ac:picMk id="4" creationId="{C13F956C-FD56-5DF2-3CF1-25803C2A5020}"/>
          </ac:picMkLst>
        </pc:picChg>
      </pc:sldChg>
      <pc:sldChg chg="addSp modSp add mod">
        <pc:chgData name="kitn.lzh →" userId="aae51206e0f3c209" providerId="LiveId" clId="{C53E141C-B797-4BD5-B97C-FF93ADA80928}" dt="2026-03-15T10:38:26.526" v="1123" actId="947"/>
        <pc:sldMkLst>
          <pc:docMk/>
          <pc:sldMk cId="425019993" sldId="299"/>
        </pc:sldMkLst>
        <pc:spChg chg="add mod">
          <ac:chgData name="kitn.lzh →" userId="aae51206e0f3c209" providerId="LiveId" clId="{C53E141C-B797-4BD5-B97C-FF93ADA80928}" dt="2026-03-15T10:38:26.484" v="1118" actId="947"/>
          <ac:spMkLst>
            <pc:docMk/>
            <pc:sldMk cId="425019993" sldId="299"/>
            <ac:spMk id="2" creationId="{522E1D58-49ED-B3FC-AC03-25502D34B71C}"/>
          </ac:spMkLst>
        </pc:spChg>
        <pc:spChg chg="add mod">
          <ac:chgData name="kitn.lzh →" userId="aae51206e0f3c209" providerId="LiveId" clId="{C53E141C-B797-4BD5-B97C-FF93ADA80928}" dt="2026-03-15T10:38:26.526" v="1123" actId="947"/>
          <ac:spMkLst>
            <pc:docMk/>
            <pc:sldMk cId="425019993" sldId="299"/>
            <ac:spMk id="5" creationId="{D55E00DD-D786-D5FB-564C-247B81F8E5B9}"/>
          </ac:spMkLst>
        </pc:spChg>
        <pc:picChg chg="add mod">
          <ac:chgData name="kitn.lzh →" userId="aae51206e0f3c209" providerId="LiveId" clId="{C53E141C-B797-4BD5-B97C-FF93ADA80928}" dt="2026-03-15T10:38:26.489" v="1120"/>
          <ac:picMkLst>
            <pc:docMk/>
            <pc:sldMk cId="425019993" sldId="299"/>
            <ac:picMk id="4" creationId="{69CC12B2-1596-EF56-B973-ED234BCDDDA9}"/>
          </ac:picMkLst>
        </pc:picChg>
      </pc:sldChg>
      <pc:sldChg chg="addSp modSp add mod">
        <pc:chgData name="kitn.lzh →" userId="aae51206e0f3c209" providerId="LiveId" clId="{C53E141C-B797-4BD5-B97C-FF93ADA80928}" dt="2026-03-15T10:38:26.721" v="1132" actId="947"/>
        <pc:sldMkLst>
          <pc:docMk/>
          <pc:sldMk cId="1558919152" sldId="300"/>
        </pc:sldMkLst>
        <pc:spChg chg="add mod">
          <ac:chgData name="kitn.lzh →" userId="aae51206e0f3c209" providerId="LiveId" clId="{C53E141C-B797-4BD5-B97C-FF93ADA80928}" dt="2026-03-15T10:38:26.591" v="1127" actId="947"/>
          <ac:spMkLst>
            <pc:docMk/>
            <pc:sldMk cId="1558919152" sldId="300"/>
            <ac:spMk id="2" creationId="{812726B8-97A4-1748-CCF2-C67F6F801DE7}"/>
          </ac:spMkLst>
        </pc:spChg>
        <pc:spChg chg="add mod">
          <ac:chgData name="kitn.lzh →" userId="aae51206e0f3c209" providerId="LiveId" clId="{C53E141C-B797-4BD5-B97C-FF93ADA80928}" dt="2026-03-15T10:38:26.721" v="1132" actId="947"/>
          <ac:spMkLst>
            <pc:docMk/>
            <pc:sldMk cId="1558919152" sldId="300"/>
            <ac:spMk id="5" creationId="{76581AB2-03A9-94BD-A3E1-FCC21A69A0C6}"/>
          </ac:spMkLst>
        </pc:spChg>
        <pc:picChg chg="add mod">
          <ac:chgData name="kitn.lzh →" userId="aae51206e0f3c209" providerId="LiveId" clId="{C53E141C-B797-4BD5-B97C-FF93ADA80928}" dt="2026-03-15T10:38:26.607" v="1129"/>
          <ac:picMkLst>
            <pc:docMk/>
            <pc:sldMk cId="1558919152" sldId="300"/>
            <ac:picMk id="4" creationId="{85FCE1B3-7A01-08CB-0B75-5F72C0A1824A}"/>
          </ac:picMkLst>
        </pc:picChg>
      </pc:sldChg>
      <pc:sldChg chg="addSp modSp add mod">
        <pc:chgData name="kitn.lzh →" userId="aae51206e0f3c209" providerId="LiveId" clId="{C53E141C-B797-4BD5-B97C-FF93ADA80928}" dt="2026-03-15T10:38:26.926" v="1141" actId="947"/>
        <pc:sldMkLst>
          <pc:docMk/>
          <pc:sldMk cId="2843797375" sldId="301"/>
        </pc:sldMkLst>
        <pc:spChg chg="add mod">
          <ac:chgData name="kitn.lzh →" userId="aae51206e0f3c209" providerId="LiveId" clId="{C53E141C-B797-4BD5-B97C-FF93ADA80928}" dt="2026-03-15T10:38:26.888" v="1136" actId="947"/>
          <ac:spMkLst>
            <pc:docMk/>
            <pc:sldMk cId="2843797375" sldId="301"/>
            <ac:spMk id="2" creationId="{CE3BBC0B-F5B4-924D-D096-59FD698D0C1B}"/>
          </ac:spMkLst>
        </pc:spChg>
        <pc:spChg chg="add mod">
          <ac:chgData name="kitn.lzh →" userId="aae51206e0f3c209" providerId="LiveId" clId="{C53E141C-B797-4BD5-B97C-FF93ADA80928}" dt="2026-03-15T10:38:26.926" v="1141" actId="947"/>
          <ac:spMkLst>
            <pc:docMk/>
            <pc:sldMk cId="2843797375" sldId="301"/>
            <ac:spMk id="5" creationId="{576B5DB0-BCA3-8F88-51DF-E4358F443CB7}"/>
          </ac:spMkLst>
        </pc:spChg>
        <pc:picChg chg="add mod">
          <ac:chgData name="kitn.lzh →" userId="aae51206e0f3c209" providerId="LiveId" clId="{C53E141C-B797-4BD5-B97C-FF93ADA80928}" dt="2026-03-15T10:38:26.906" v="1138"/>
          <ac:picMkLst>
            <pc:docMk/>
            <pc:sldMk cId="2843797375" sldId="301"/>
            <ac:picMk id="4" creationId="{BEEC0530-A655-8E2F-F323-0AFC564CAD78}"/>
          </ac:picMkLst>
        </pc:picChg>
      </pc:sldChg>
      <pc:sldChg chg="addSp modSp add mod">
        <pc:chgData name="kitn.lzh →" userId="aae51206e0f3c209" providerId="LiveId" clId="{C53E141C-B797-4BD5-B97C-FF93ADA80928}" dt="2026-03-15T10:38:27.016" v="1150" actId="947"/>
        <pc:sldMkLst>
          <pc:docMk/>
          <pc:sldMk cId="520281043" sldId="302"/>
        </pc:sldMkLst>
        <pc:spChg chg="add mod">
          <ac:chgData name="kitn.lzh →" userId="aae51206e0f3c209" providerId="LiveId" clId="{C53E141C-B797-4BD5-B97C-FF93ADA80928}" dt="2026-03-15T10:38:26.984" v="1145" actId="947"/>
          <ac:spMkLst>
            <pc:docMk/>
            <pc:sldMk cId="520281043" sldId="302"/>
            <ac:spMk id="2" creationId="{3698C93B-6B12-046F-B971-207205158ED0}"/>
          </ac:spMkLst>
        </pc:spChg>
        <pc:spChg chg="add mod">
          <ac:chgData name="kitn.lzh →" userId="aae51206e0f3c209" providerId="LiveId" clId="{C53E141C-B797-4BD5-B97C-FF93ADA80928}" dt="2026-03-15T10:38:27.016" v="1150" actId="947"/>
          <ac:spMkLst>
            <pc:docMk/>
            <pc:sldMk cId="520281043" sldId="302"/>
            <ac:spMk id="5" creationId="{9CD78321-2BBF-95E5-792D-C639C2BC278F}"/>
          </ac:spMkLst>
        </pc:spChg>
        <pc:picChg chg="add mod">
          <ac:chgData name="kitn.lzh →" userId="aae51206e0f3c209" providerId="LiveId" clId="{C53E141C-B797-4BD5-B97C-FF93ADA80928}" dt="2026-03-15T10:38:26.997" v="1147"/>
          <ac:picMkLst>
            <pc:docMk/>
            <pc:sldMk cId="520281043" sldId="302"/>
            <ac:picMk id="4" creationId="{2E2012F3-4A3C-1E81-1230-F7FE7F4E41CE}"/>
          </ac:picMkLst>
        </pc:picChg>
      </pc:sldChg>
      <pc:sldChg chg="addSp modSp add mod">
        <pc:chgData name="kitn.lzh →" userId="aae51206e0f3c209" providerId="LiveId" clId="{C53E141C-B797-4BD5-B97C-FF93ADA80928}" dt="2026-03-15T10:38:27.086" v="1159" actId="947"/>
        <pc:sldMkLst>
          <pc:docMk/>
          <pc:sldMk cId="2133599408" sldId="303"/>
        </pc:sldMkLst>
        <pc:spChg chg="add mod">
          <ac:chgData name="kitn.lzh →" userId="aae51206e0f3c209" providerId="LiveId" clId="{C53E141C-B797-4BD5-B97C-FF93ADA80928}" dt="2026-03-15T10:38:27.059" v="1154" actId="947"/>
          <ac:spMkLst>
            <pc:docMk/>
            <pc:sldMk cId="2133599408" sldId="303"/>
            <ac:spMk id="2" creationId="{31FC3B64-9962-449E-7907-DC5D88BFE367}"/>
          </ac:spMkLst>
        </pc:spChg>
        <pc:spChg chg="add mod">
          <ac:chgData name="kitn.lzh →" userId="aae51206e0f3c209" providerId="LiveId" clId="{C53E141C-B797-4BD5-B97C-FF93ADA80928}" dt="2026-03-15T10:38:27.086" v="1159" actId="947"/>
          <ac:spMkLst>
            <pc:docMk/>
            <pc:sldMk cId="2133599408" sldId="303"/>
            <ac:spMk id="5" creationId="{0C6AC65C-8216-51A8-5667-3FB72E3212D9}"/>
          </ac:spMkLst>
        </pc:spChg>
        <pc:picChg chg="add mod">
          <ac:chgData name="kitn.lzh →" userId="aae51206e0f3c209" providerId="LiveId" clId="{C53E141C-B797-4BD5-B97C-FF93ADA80928}" dt="2026-03-15T10:38:27.067" v="1156"/>
          <ac:picMkLst>
            <pc:docMk/>
            <pc:sldMk cId="2133599408" sldId="303"/>
            <ac:picMk id="4" creationId="{FD0C8096-C068-27D6-3D49-0C2228E8357B}"/>
          </ac:picMkLst>
        </pc:picChg>
      </pc:sldChg>
      <pc:sldChg chg="addSp modSp add mod">
        <pc:chgData name="kitn.lzh →" userId="aae51206e0f3c209" providerId="LiveId" clId="{C53E141C-B797-4BD5-B97C-FF93ADA80928}" dt="2026-03-15T10:38:27.171" v="1168" actId="947"/>
        <pc:sldMkLst>
          <pc:docMk/>
          <pc:sldMk cId="2271654229" sldId="304"/>
        </pc:sldMkLst>
        <pc:spChg chg="add mod">
          <ac:chgData name="kitn.lzh →" userId="aae51206e0f3c209" providerId="LiveId" clId="{C53E141C-B797-4BD5-B97C-FF93ADA80928}" dt="2026-03-15T10:38:27.139" v="1163" actId="947"/>
          <ac:spMkLst>
            <pc:docMk/>
            <pc:sldMk cId="2271654229" sldId="304"/>
            <ac:spMk id="2" creationId="{1ABEDACC-FDF1-FFC8-8BC3-646966A6742F}"/>
          </ac:spMkLst>
        </pc:spChg>
        <pc:spChg chg="add mod">
          <ac:chgData name="kitn.lzh →" userId="aae51206e0f3c209" providerId="LiveId" clId="{C53E141C-B797-4BD5-B97C-FF93ADA80928}" dt="2026-03-15T10:38:27.171" v="1168" actId="947"/>
          <ac:spMkLst>
            <pc:docMk/>
            <pc:sldMk cId="2271654229" sldId="304"/>
            <ac:spMk id="5" creationId="{689944E2-0DD6-1BCB-B1E6-D8AA5BED200F}"/>
          </ac:spMkLst>
        </pc:spChg>
        <pc:picChg chg="add mod">
          <ac:chgData name="kitn.lzh →" userId="aae51206e0f3c209" providerId="LiveId" clId="{C53E141C-B797-4BD5-B97C-FF93ADA80928}" dt="2026-03-15T10:38:27.148" v="1165"/>
          <ac:picMkLst>
            <pc:docMk/>
            <pc:sldMk cId="2271654229" sldId="304"/>
            <ac:picMk id="4" creationId="{30C80790-139C-47C1-2BC1-17ABF076E175}"/>
          </ac:picMkLst>
        </pc:picChg>
      </pc:sldChg>
      <pc:sldChg chg="addSp modSp add mod">
        <pc:chgData name="kitn.lzh →" userId="aae51206e0f3c209" providerId="LiveId" clId="{C53E141C-B797-4BD5-B97C-FF93ADA80928}" dt="2026-03-15T10:38:27.455" v="1177" actId="947"/>
        <pc:sldMkLst>
          <pc:docMk/>
          <pc:sldMk cId="3673648511" sldId="305"/>
        </pc:sldMkLst>
        <pc:spChg chg="add mod">
          <ac:chgData name="kitn.lzh →" userId="aae51206e0f3c209" providerId="LiveId" clId="{C53E141C-B797-4BD5-B97C-FF93ADA80928}" dt="2026-03-15T10:38:27.216" v="1172" actId="947"/>
          <ac:spMkLst>
            <pc:docMk/>
            <pc:sldMk cId="3673648511" sldId="305"/>
            <ac:spMk id="2" creationId="{D53D653D-8846-BF9C-EE9B-2D27A8094DD7}"/>
          </ac:spMkLst>
        </pc:spChg>
        <pc:spChg chg="add mod">
          <ac:chgData name="kitn.lzh →" userId="aae51206e0f3c209" providerId="LiveId" clId="{C53E141C-B797-4BD5-B97C-FF93ADA80928}" dt="2026-03-15T10:38:27.455" v="1177" actId="947"/>
          <ac:spMkLst>
            <pc:docMk/>
            <pc:sldMk cId="3673648511" sldId="305"/>
            <ac:spMk id="5" creationId="{FD52A49E-AFAD-38DA-1A94-675214CC7DA6}"/>
          </ac:spMkLst>
        </pc:spChg>
        <pc:picChg chg="add mod">
          <ac:chgData name="kitn.lzh →" userId="aae51206e0f3c209" providerId="LiveId" clId="{C53E141C-B797-4BD5-B97C-FF93ADA80928}" dt="2026-03-15T10:38:27.425" v="1174"/>
          <ac:picMkLst>
            <pc:docMk/>
            <pc:sldMk cId="3673648511" sldId="305"/>
            <ac:picMk id="4" creationId="{55372E15-E486-ED0A-111A-F374933DE728}"/>
          </ac:picMkLst>
        </pc:picChg>
      </pc:sldChg>
      <pc:sldChg chg="addSp modSp add mod">
        <pc:chgData name="kitn.lzh →" userId="aae51206e0f3c209" providerId="LiveId" clId="{C53E141C-B797-4BD5-B97C-FF93ADA80928}" dt="2026-03-15T10:38:27.562" v="1186" actId="947"/>
        <pc:sldMkLst>
          <pc:docMk/>
          <pc:sldMk cId="3120503574" sldId="306"/>
        </pc:sldMkLst>
        <pc:spChg chg="add mod">
          <ac:chgData name="kitn.lzh →" userId="aae51206e0f3c209" providerId="LiveId" clId="{C53E141C-B797-4BD5-B97C-FF93ADA80928}" dt="2026-03-15T10:38:27.540" v="1181" actId="947"/>
          <ac:spMkLst>
            <pc:docMk/>
            <pc:sldMk cId="3120503574" sldId="306"/>
            <ac:spMk id="2" creationId="{C9872148-8AEB-AFD6-2005-8A08EAE9AACD}"/>
          </ac:spMkLst>
        </pc:spChg>
        <pc:spChg chg="add mod">
          <ac:chgData name="kitn.lzh →" userId="aae51206e0f3c209" providerId="LiveId" clId="{C53E141C-B797-4BD5-B97C-FF93ADA80928}" dt="2026-03-15T10:38:27.562" v="1186" actId="947"/>
          <ac:spMkLst>
            <pc:docMk/>
            <pc:sldMk cId="3120503574" sldId="306"/>
            <ac:spMk id="5" creationId="{CCDBD4C1-D640-2904-F5B4-43884E75581F}"/>
          </ac:spMkLst>
        </pc:spChg>
        <pc:picChg chg="add mod">
          <ac:chgData name="kitn.lzh →" userId="aae51206e0f3c209" providerId="LiveId" clId="{C53E141C-B797-4BD5-B97C-FF93ADA80928}" dt="2026-03-15T10:38:27.547" v="1183"/>
          <ac:picMkLst>
            <pc:docMk/>
            <pc:sldMk cId="3120503574" sldId="306"/>
            <ac:picMk id="4" creationId="{A82490E6-B747-7EF4-1E72-6EAF0E275552}"/>
          </ac:picMkLst>
        </pc:picChg>
      </pc:sldChg>
      <pc:sldChg chg="addSp modSp add mod">
        <pc:chgData name="kitn.lzh →" userId="aae51206e0f3c209" providerId="LiveId" clId="{C53E141C-B797-4BD5-B97C-FF93ADA80928}" dt="2026-03-15T10:38:27.629" v="1195" actId="947"/>
        <pc:sldMkLst>
          <pc:docMk/>
          <pc:sldMk cId="2333891972" sldId="307"/>
        </pc:sldMkLst>
        <pc:spChg chg="add mod">
          <ac:chgData name="kitn.lzh →" userId="aae51206e0f3c209" providerId="LiveId" clId="{C53E141C-B797-4BD5-B97C-FF93ADA80928}" dt="2026-03-15T10:38:27.604" v="1190" actId="947"/>
          <ac:spMkLst>
            <pc:docMk/>
            <pc:sldMk cId="2333891972" sldId="307"/>
            <ac:spMk id="2" creationId="{F7138F8D-AE45-E1A6-9C7B-D894B4B49773}"/>
          </ac:spMkLst>
        </pc:spChg>
        <pc:spChg chg="add mod">
          <ac:chgData name="kitn.lzh →" userId="aae51206e0f3c209" providerId="LiveId" clId="{C53E141C-B797-4BD5-B97C-FF93ADA80928}" dt="2026-03-15T10:38:27.629" v="1195" actId="947"/>
          <ac:spMkLst>
            <pc:docMk/>
            <pc:sldMk cId="2333891972" sldId="307"/>
            <ac:spMk id="5" creationId="{55E83B44-0DA6-C442-2941-884FEAE66FB2}"/>
          </ac:spMkLst>
        </pc:spChg>
        <pc:picChg chg="add mod">
          <ac:chgData name="kitn.lzh →" userId="aae51206e0f3c209" providerId="LiveId" clId="{C53E141C-B797-4BD5-B97C-FF93ADA80928}" dt="2026-03-15T10:38:27.604" v="1192"/>
          <ac:picMkLst>
            <pc:docMk/>
            <pc:sldMk cId="2333891972" sldId="307"/>
            <ac:picMk id="4" creationId="{72ED0247-54C5-222A-0C1A-82EC88668579}"/>
          </ac:picMkLst>
        </pc:picChg>
      </pc:sldChg>
      <pc:sldChg chg="addSp modSp add mod">
        <pc:chgData name="kitn.lzh →" userId="aae51206e0f3c209" providerId="LiveId" clId="{C53E141C-B797-4BD5-B97C-FF93ADA80928}" dt="2026-03-15T10:38:27.898" v="1204" actId="947"/>
        <pc:sldMkLst>
          <pc:docMk/>
          <pc:sldMk cId="3852977333" sldId="308"/>
        </pc:sldMkLst>
        <pc:spChg chg="add mod">
          <ac:chgData name="kitn.lzh →" userId="aae51206e0f3c209" providerId="LiveId" clId="{C53E141C-B797-4BD5-B97C-FF93ADA80928}" dt="2026-03-15T10:38:27.653" v="1199" actId="947"/>
          <ac:spMkLst>
            <pc:docMk/>
            <pc:sldMk cId="3852977333" sldId="308"/>
            <ac:spMk id="2" creationId="{E30FEBF7-55DC-A115-9116-DCE364BE938A}"/>
          </ac:spMkLst>
        </pc:spChg>
        <pc:spChg chg="add mod">
          <ac:chgData name="kitn.lzh →" userId="aae51206e0f3c209" providerId="LiveId" clId="{C53E141C-B797-4BD5-B97C-FF93ADA80928}" dt="2026-03-15T10:38:27.898" v="1204" actId="947"/>
          <ac:spMkLst>
            <pc:docMk/>
            <pc:sldMk cId="3852977333" sldId="308"/>
            <ac:spMk id="5" creationId="{DB7191E0-48E9-1BAB-F884-EADE1AB95AA1}"/>
          </ac:spMkLst>
        </pc:spChg>
        <pc:picChg chg="add mod">
          <ac:chgData name="kitn.lzh →" userId="aae51206e0f3c209" providerId="LiveId" clId="{C53E141C-B797-4BD5-B97C-FF93ADA80928}" dt="2026-03-15T10:38:27.688" v="1201"/>
          <ac:picMkLst>
            <pc:docMk/>
            <pc:sldMk cId="3852977333" sldId="308"/>
            <ac:picMk id="4" creationId="{0C72030E-0034-A5A6-8A45-6D65FCE32318}"/>
          </ac:picMkLst>
        </pc:picChg>
      </pc:sldChg>
      <pc:sldChg chg="addSp modSp add mod">
        <pc:chgData name="kitn.lzh →" userId="aae51206e0f3c209" providerId="LiveId" clId="{C53E141C-B797-4BD5-B97C-FF93ADA80928}" dt="2026-03-15T10:38:28.054" v="1213" actId="947"/>
        <pc:sldMkLst>
          <pc:docMk/>
          <pc:sldMk cId="2450471201" sldId="309"/>
        </pc:sldMkLst>
        <pc:spChg chg="add mod">
          <ac:chgData name="kitn.lzh →" userId="aae51206e0f3c209" providerId="LiveId" clId="{C53E141C-B797-4BD5-B97C-FF93ADA80928}" dt="2026-03-15T10:38:27.970" v="1208" actId="947"/>
          <ac:spMkLst>
            <pc:docMk/>
            <pc:sldMk cId="2450471201" sldId="309"/>
            <ac:spMk id="2" creationId="{A2CCA396-DE42-C0F9-9F16-33B42D3B93EE}"/>
          </ac:spMkLst>
        </pc:spChg>
        <pc:spChg chg="add mod">
          <ac:chgData name="kitn.lzh →" userId="aae51206e0f3c209" providerId="LiveId" clId="{C53E141C-B797-4BD5-B97C-FF93ADA80928}" dt="2026-03-15T10:38:28.054" v="1213" actId="947"/>
          <ac:spMkLst>
            <pc:docMk/>
            <pc:sldMk cId="2450471201" sldId="309"/>
            <ac:spMk id="5" creationId="{6147E944-38BB-ACF6-046B-D831D488BA9A}"/>
          </ac:spMkLst>
        </pc:spChg>
        <pc:picChg chg="add mod">
          <ac:chgData name="kitn.lzh →" userId="aae51206e0f3c209" providerId="LiveId" clId="{C53E141C-B797-4BD5-B97C-FF93ADA80928}" dt="2026-03-15T10:38:28.013" v="1210"/>
          <ac:picMkLst>
            <pc:docMk/>
            <pc:sldMk cId="2450471201" sldId="309"/>
            <ac:picMk id="4" creationId="{D5D45803-83BB-0AB8-AB89-EFF2EB6CF665}"/>
          </ac:picMkLst>
        </pc:picChg>
      </pc:sldChg>
      <pc:sldChg chg="addSp modSp add mod">
        <pc:chgData name="kitn.lzh →" userId="aae51206e0f3c209" providerId="LiveId" clId="{C53E141C-B797-4BD5-B97C-FF93ADA80928}" dt="2026-03-15T11:19:29.646" v="1222" actId="947"/>
        <pc:sldMkLst>
          <pc:docMk/>
          <pc:sldMk cId="3802837077" sldId="310"/>
        </pc:sldMkLst>
        <pc:spChg chg="add mod">
          <ac:chgData name="kitn.lzh →" userId="aae51206e0f3c209" providerId="LiveId" clId="{C53E141C-B797-4BD5-B97C-FF93ADA80928}" dt="2026-03-15T11:19:29.536" v="1217" actId="947"/>
          <ac:spMkLst>
            <pc:docMk/>
            <pc:sldMk cId="3802837077" sldId="310"/>
            <ac:spMk id="2" creationId="{08375C65-228F-E3F5-BB61-169DA0977025}"/>
          </ac:spMkLst>
        </pc:spChg>
        <pc:spChg chg="add mod">
          <ac:chgData name="kitn.lzh →" userId="aae51206e0f3c209" providerId="LiveId" clId="{C53E141C-B797-4BD5-B97C-FF93ADA80928}" dt="2026-03-15T11:19:29.646" v="1222" actId="947"/>
          <ac:spMkLst>
            <pc:docMk/>
            <pc:sldMk cId="3802837077" sldId="310"/>
            <ac:spMk id="5" creationId="{F2DA47E0-52C5-AFF5-C2DA-0A6CEF18CD50}"/>
          </ac:spMkLst>
        </pc:spChg>
        <pc:picChg chg="add mod">
          <ac:chgData name="kitn.lzh →" userId="aae51206e0f3c209" providerId="LiveId" clId="{C53E141C-B797-4BD5-B97C-FF93ADA80928}" dt="2026-03-15T11:19:29.613" v="1219"/>
          <ac:picMkLst>
            <pc:docMk/>
            <pc:sldMk cId="3802837077" sldId="310"/>
            <ac:picMk id="4" creationId="{BF350930-135E-72C0-95C6-D8D320ACAA98}"/>
          </ac:picMkLst>
        </pc:picChg>
      </pc:sldChg>
      <pc:sldChg chg="addSp modSp add mod">
        <pc:chgData name="kitn.lzh →" userId="aae51206e0f3c209" providerId="LiveId" clId="{C53E141C-B797-4BD5-B97C-FF93ADA80928}" dt="2026-03-15T18:20:09.035" v="1231" actId="947"/>
        <pc:sldMkLst>
          <pc:docMk/>
          <pc:sldMk cId="1519606840" sldId="311"/>
        </pc:sldMkLst>
        <pc:spChg chg="add mod">
          <ac:chgData name="kitn.lzh →" userId="aae51206e0f3c209" providerId="LiveId" clId="{C53E141C-B797-4BD5-B97C-FF93ADA80928}" dt="2026-03-15T18:20:08.718" v="1226" actId="947"/>
          <ac:spMkLst>
            <pc:docMk/>
            <pc:sldMk cId="1519606840" sldId="311"/>
            <ac:spMk id="2" creationId="{C841E1FD-704D-CEEC-CEC3-1098135FB014}"/>
          </ac:spMkLst>
        </pc:spChg>
        <pc:spChg chg="add mod">
          <ac:chgData name="kitn.lzh →" userId="aae51206e0f3c209" providerId="LiveId" clId="{C53E141C-B797-4BD5-B97C-FF93ADA80928}" dt="2026-03-15T18:20:09.035" v="1231" actId="947"/>
          <ac:spMkLst>
            <pc:docMk/>
            <pc:sldMk cId="1519606840" sldId="311"/>
            <ac:spMk id="5" creationId="{25327BCA-A9CC-89B0-F987-F94319F9B08C}"/>
          </ac:spMkLst>
        </pc:spChg>
        <pc:picChg chg="add mod">
          <ac:chgData name="kitn.lzh →" userId="aae51206e0f3c209" providerId="LiveId" clId="{C53E141C-B797-4BD5-B97C-FF93ADA80928}" dt="2026-03-15T18:20:08.770" v="1228"/>
          <ac:picMkLst>
            <pc:docMk/>
            <pc:sldMk cId="1519606840" sldId="311"/>
            <ac:picMk id="4" creationId="{B2BD2288-9003-A2E9-8B14-CF211EAD7B15}"/>
          </ac:picMkLst>
        </pc:picChg>
      </pc:sldChg>
      <pc:sldChg chg="addSp modSp add mod">
        <pc:chgData name="kitn.lzh →" userId="aae51206e0f3c209" providerId="LiveId" clId="{C53E141C-B797-4BD5-B97C-FF93ADA80928}" dt="2026-03-15T18:20:09.401" v="1240" actId="947"/>
        <pc:sldMkLst>
          <pc:docMk/>
          <pc:sldMk cId="2240225626" sldId="312"/>
        </pc:sldMkLst>
        <pc:spChg chg="add mod">
          <ac:chgData name="kitn.lzh →" userId="aae51206e0f3c209" providerId="LiveId" clId="{C53E141C-B797-4BD5-B97C-FF93ADA80928}" dt="2026-03-15T18:20:09.374" v="1235" actId="947"/>
          <ac:spMkLst>
            <pc:docMk/>
            <pc:sldMk cId="2240225626" sldId="312"/>
            <ac:spMk id="2" creationId="{84F4C7C3-72C7-A21C-59C2-A174BA004B47}"/>
          </ac:spMkLst>
        </pc:spChg>
        <pc:spChg chg="add mod">
          <ac:chgData name="kitn.lzh →" userId="aae51206e0f3c209" providerId="LiveId" clId="{C53E141C-B797-4BD5-B97C-FF93ADA80928}" dt="2026-03-15T18:20:09.401" v="1240" actId="947"/>
          <ac:spMkLst>
            <pc:docMk/>
            <pc:sldMk cId="2240225626" sldId="312"/>
            <ac:spMk id="5" creationId="{AD530BB9-888A-4D25-2972-07C5F0ECA905}"/>
          </ac:spMkLst>
        </pc:spChg>
        <pc:picChg chg="add mod">
          <ac:chgData name="kitn.lzh →" userId="aae51206e0f3c209" providerId="LiveId" clId="{C53E141C-B797-4BD5-B97C-FF93ADA80928}" dt="2026-03-15T18:20:09.382" v="1237"/>
          <ac:picMkLst>
            <pc:docMk/>
            <pc:sldMk cId="2240225626" sldId="312"/>
            <ac:picMk id="4" creationId="{DE1D92FD-12E3-2D6A-99A4-16EBA5C429A2}"/>
          </ac:picMkLst>
        </pc:picChg>
      </pc:sldChg>
      <pc:sldChg chg="addSp modSp add mod">
        <pc:chgData name="kitn.lzh →" userId="aae51206e0f3c209" providerId="LiveId" clId="{C53E141C-B797-4BD5-B97C-FF93ADA80928}" dt="2026-03-15T18:20:09.886" v="1249" actId="947"/>
        <pc:sldMkLst>
          <pc:docMk/>
          <pc:sldMk cId="642629103" sldId="313"/>
        </pc:sldMkLst>
        <pc:spChg chg="add mod">
          <ac:chgData name="kitn.lzh →" userId="aae51206e0f3c209" providerId="LiveId" clId="{C53E141C-B797-4BD5-B97C-FF93ADA80928}" dt="2026-03-15T18:20:09.858" v="1244" actId="947"/>
          <ac:spMkLst>
            <pc:docMk/>
            <pc:sldMk cId="642629103" sldId="313"/>
            <ac:spMk id="2" creationId="{6BCD5D69-C29E-B983-90F6-0FE26B7A38BF}"/>
          </ac:spMkLst>
        </pc:spChg>
        <pc:spChg chg="add mod">
          <ac:chgData name="kitn.lzh →" userId="aae51206e0f3c209" providerId="LiveId" clId="{C53E141C-B797-4BD5-B97C-FF93ADA80928}" dt="2026-03-15T18:20:09.886" v="1249" actId="947"/>
          <ac:spMkLst>
            <pc:docMk/>
            <pc:sldMk cId="642629103" sldId="313"/>
            <ac:spMk id="5" creationId="{2A20E102-3CBF-F20A-9CC1-830381D29662}"/>
          </ac:spMkLst>
        </pc:spChg>
        <pc:picChg chg="add mod">
          <ac:chgData name="kitn.lzh →" userId="aae51206e0f3c209" providerId="LiveId" clId="{C53E141C-B797-4BD5-B97C-FF93ADA80928}" dt="2026-03-15T18:20:09.869" v="1246"/>
          <ac:picMkLst>
            <pc:docMk/>
            <pc:sldMk cId="642629103" sldId="313"/>
            <ac:picMk id="4" creationId="{CEFCC8CB-BD36-C831-D757-31E7B57F5B31}"/>
          </ac:picMkLst>
        </pc:picChg>
      </pc:sldChg>
      <pc:sldChg chg="addSp modSp add mod">
        <pc:chgData name="kitn.lzh →" userId="aae51206e0f3c209" providerId="LiveId" clId="{C53E141C-B797-4BD5-B97C-FF93ADA80928}" dt="2026-03-15T18:20:10.219" v="1258" actId="947"/>
        <pc:sldMkLst>
          <pc:docMk/>
          <pc:sldMk cId="1185861694" sldId="314"/>
        </pc:sldMkLst>
        <pc:spChg chg="add mod">
          <ac:chgData name="kitn.lzh →" userId="aae51206e0f3c209" providerId="LiveId" clId="{C53E141C-B797-4BD5-B97C-FF93ADA80928}" dt="2026-03-15T18:20:10.186" v="1253" actId="947"/>
          <ac:spMkLst>
            <pc:docMk/>
            <pc:sldMk cId="1185861694" sldId="314"/>
            <ac:spMk id="2" creationId="{FC5131F9-F084-E721-903F-11DD289440F6}"/>
          </ac:spMkLst>
        </pc:spChg>
        <pc:spChg chg="add mod">
          <ac:chgData name="kitn.lzh →" userId="aae51206e0f3c209" providerId="LiveId" clId="{C53E141C-B797-4BD5-B97C-FF93ADA80928}" dt="2026-03-15T18:20:10.219" v="1258" actId="947"/>
          <ac:spMkLst>
            <pc:docMk/>
            <pc:sldMk cId="1185861694" sldId="314"/>
            <ac:spMk id="5" creationId="{0B9A2ABC-8E09-76B8-4D32-8703607E9D5B}"/>
          </ac:spMkLst>
        </pc:spChg>
        <pc:picChg chg="add mod">
          <ac:chgData name="kitn.lzh →" userId="aae51206e0f3c209" providerId="LiveId" clId="{C53E141C-B797-4BD5-B97C-FF93ADA80928}" dt="2026-03-15T18:20:10.203" v="1255"/>
          <ac:picMkLst>
            <pc:docMk/>
            <pc:sldMk cId="1185861694" sldId="314"/>
            <ac:picMk id="4" creationId="{B270F5D1-129B-EAEC-AB59-B62E9385A7A6}"/>
          </ac:picMkLst>
        </pc:picChg>
      </pc:sldChg>
      <pc:sldChg chg="addSp modSp add mod">
        <pc:chgData name="kitn.lzh →" userId="aae51206e0f3c209" providerId="LiveId" clId="{C53E141C-B797-4BD5-B97C-FF93ADA80928}" dt="2026-03-15T18:20:10.565" v="1267" actId="947"/>
        <pc:sldMkLst>
          <pc:docMk/>
          <pc:sldMk cId="2901951469" sldId="315"/>
        </pc:sldMkLst>
        <pc:spChg chg="add mod">
          <ac:chgData name="kitn.lzh →" userId="aae51206e0f3c209" providerId="LiveId" clId="{C53E141C-B797-4BD5-B97C-FF93ADA80928}" dt="2026-03-15T18:20:10.542" v="1262" actId="947"/>
          <ac:spMkLst>
            <pc:docMk/>
            <pc:sldMk cId="2901951469" sldId="315"/>
            <ac:spMk id="2" creationId="{A211D8AC-802A-2964-EAD0-B871A005784E}"/>
          </ac:spMkLst>
        </pc:spChg>
        <pc:spChg chg="add mod">
          <ac:chgData name="kitn.lzh →" userId="aae51206e0f3c209" providerId="LiveId" clId="{C53E141C-B797-4BD5-B97C-FF93ADA80928}" dt="2026-03-15T18:20:10.565" v="1267" actId="947"/>
          <ac:spMkLst>
            <pc:docMk/>
            <pc:sldMk cId="2901951469" sldId="315"/>
            <ac:spMk id="5" creationId="{2FA38AE6-FF11-2A17-FC33-38B6C2C20144}"/>
          </ac:spMkLst>
        </pc:spChg>
        <pc:picChg chg="add mod">
          <ac:chgData name="kitn.lzh →" userId="aae51206e0f3c209" providerId="LiveId" clId="{C53E141C-B797-4BD5-B97C-FF93ADA80928}" dt="2026-03-15T18:20:10.550" v="1264"/>
          <ac:picMkLst>
            <pc:docMk/>
            <pc:sldMk cId="2901951469" sldId="315"/>
            <ac:picMk id="4" creationId="{AA1AD05F-3320-6DDB-D76A-04F9D008700D}"/>
          </ac:picMkLst>
        </pc:picChg>
      </pc:sldChg>
      <pc:sldChg chg="addSp modSp add mod">
        <pc:chgData name="kitn.lzh →" userId="aae51206e0f3c209" providerId="LiveId" clId="{C53E141C-B797-4BD5-B97C-FF93ADA80928}" dt="2026-03-15T18:20:10.821" v="1276" actId="947"/>
        <pc:sldMkLst>
          <pc:docMk/>
          <pc:sldMk cId="1319491219" sldId="316"/>
        </pc:sldMkLst>
        <pc:spChg chg="add mod">
          <ac:chgData name="kitn.lzh →" userId="aae51206e0f3c209" providerId="LiveId" clId="{C53E141C-B797-4BD5-B97C-FF93ADA80928}" dt="2026-03-15T18:20:10.801" v="1271" actId="947"/>
          <ac:spMkLst>
            <pc:docMk/>
            <pc:sldMk cId="1319491219" sldId="316"/>
            <ac:spMk id="2" creationId="{6A5359AE-1602-BC14-51DC-10602106F158}"/>
          </ac:spMkLst>
        </pc:spChg>
        <pc:spChg chg="add mod">
          <ac:chgData name="kitn.lzh →" userId="aae51206e0f3c209" providerId="LiveId" clId="{C53E141C-B797-4BD5-B97C-FF93ADA80928}" dt="2026-03-15T18:20:10.821" v="1276" actId="947"/>
          <ac:spMkLst>
            <pc:docMk/>
            <pc:sldMk cId="1319491219" sldId="316"/>
            <ac:spMk id="5" creationId="{94BB79CE-1247-B93C-34F5-1C8B44BD3307}"/>
          </ac:spMkLst>
        </pc:spChg>
        <pc:picChg chg="add mod">
          <ac:chgData name="kitn.lzh →" userId="aae51206e0f3c209" providerId="LiveId" clId="{C53E141C-B797-4BD5-B97C-FF93ADA80928}" dt="2026-03-15T18:20:10.808" v="1273"/>
          <ac:picMkLst>
            <pc:docMk/>
            <pc:sldMk cId="1319491219" sldId="316"/>
            <ac:picMk id="4" creationId="{4042D872-B646-FDDA-DF81-13E4A50B1594}"/>
          </ac:picMkLst>
        </pc:picChg>
      </pc:sldChg>
      <pc:sldChg chg="addSp modSp add mod">
        <pc:chgData name="kitn.lzh →" userId="aae51206e0f3c209" providerId="LiveId" clId="{C53E141C-B797-4BD5-B97C-FF93ADA80928}" dt="2026-03-15T18:20:10.974" v="1285" actId="947"/>
        <pc:sldMkLst>
          <pc:docMk/>
          <pc:sldMk cId="3400562986" sldId="317"/>
        </pc:sldMkLst>
        <pc:spChg chg="add mod">
          <ac:chgData name="kitn.lzh →" userId="aae51206e0f3c209" providerId="LiveId" clId="{C53E141C-B797-4BD5-B97C-FF93ADA80928}" dt="2026-03-15T18:20:10.952" v="1280" actId="947"/>
          <ac:spMkLst>
            <pc:docMk/>
            <pc:sldMk cId="3400562986" sldId="317"/>
            <ac:spMk id="2" creationId="{DAC3F757-0656-B4BD-B058-289287AB36C4}"/>
          </ac:spMkLst>
        </pc:spChg>
        <pc:spChg chg="add mod">
          <ac:chgData name="kitn.lzh →" userId="aae51206e0f3c209" providerId="LiveId" clId="{C53E141C-B797-4BD5-B97C-FF93ADA80928}" dt="2026-03-15T18:20:10.974" v="1285" actId="947"/>
          <ac:spMkLst>
            <pc:docMk/>
            <pc:sldMk cId="3400562986" sldId="317"/>
            <ac:spMk id="5" creationId="{4E4A0EE2-6BFE-26FA-8F1F-739AB289A7C2}"/>
          </ac:spMkLst>
        </pc:spChg>
        <pc:picChg chg="add mod">
          <ac:chgData name="kitn.lzh →" userId="aae51206e0f3c209" providerId="LiveId" clId="{C53E141C-B797-4BD5-B97C-FF93ADA80928}" dt="2026-03-15T18:20:10.959" v="1282"/>
          <ac:picMkLst>
            <pc:docMk/>
            <pc:sldMk cId="3400562986" sldId="317"/>
            <ac:picMk id="4" creationId="{CE8A1D97-A1FF-24BD-1DA4-9263586F27A9}"/>
          </ac:picMkLst>
        </pc:picChg>
      </pc:sldChg>
      <pc:sldChg chg="addSp modSp add mod">
        <pc:chgData name="kitn.lzh →" userId="aae51206e0f3c209" providerId="LiveId" clId="{C53E141C-B797-4BD5-B97C-FF93ADA80928}" dt="2026-03-15T18:20:11.181" v="1294" actId="947"/>
        <pc:sldMkLst>
          <pc:docMk/>
          <pc:sldMk cId="406872836" sldId="318"/>
        </pc:sldMkLst>
        <pc:spChg chg="add mod">
          <ac:chgData name="kitn.lzh →" userId="aae51206e0f3c209" providerId="LiveId" clId="{C53E141C-B797-4BD5-B97C-FF93ADA80928}" dt="2026-03-15T18:20:11.152" v="1289" actId="947"/>
          <ac:spMkLst>
            <pc:docMk/>
            <pc:sldMk cId="406872836" sldId="318"/>
            <ac:spMk id="2" creationId="{9EE6A2E8-5699-C6C2-FE9D-6F1288FB7BE8}"/>
          </ac:spMkLst>
        </pc:spChg>
        <pc:spChg chg="add mod">
          <ac:chgData name="kitn.lzh →" userId="aae51206e0f3c209" providerId="LiveId" clId="{C53E141C-B797-4BD5-B97C-FF93ADA80928}" dt="2026-03-15T18:20:11.181" v="1294" actId="947"/>
          <ac:spMkLst>
            <pc:docMk/>
            <pc:sldMk cId="406872836" sldId="318"/>
            <ac:spMk id="5" creationId="{FF258E03-1553-8EC5-1572-058BAFDC000F}"/>
          </ac:spMkLst>
        </pc:spChg>
        <pc:picChg chg="add mod">
          <ac:chgData name="kitn.lzh →" userId="aae51206e0f3c209" providerId="LiveId" clId="{C53E141C-B797-4BD5-B97C-FF93ADA80928}" dt="2026-03-15T18:20:11.152" v="1291"/>
          <ac:picMkLst>
            <pc:docMk/>
            <pc:sldMk cId="406872836" sldId="318"/>
            <ac:picMk id="4" creationId="{C84A6C04-BD2D-75FF-BFC3-DD0CCB3DC718}"/>
          </ac:picMkLst>
        </pc:picChg>
      </pc:sldChg>
      <pc:sldChg chg="addSp modSp add mod">
        <pc:chgData name="kitn.lzh →" userId="aae51206e0f3c209" providerId="LiveId" clId="{C53E141C-B797-4BD5-B97C-FF93ADA80928}" dt="2026-03-15T18:20:11.342" v="1303" actId="947"/>
        <pc:sldMkLst>
          <pc:docMk/>
          <pc:sldMk cId="671114919" sldId="319"/>
        </pc:sldMkLst>
        <pc:spChg chg="add mod">
          <ac:chgData name="kitn.lzh →" userId="aae51206e0f3c209" providerId="LiveId" clId="{C53E141C-B797-4BD5-B97C-FF93ADA80928}" dt="2026-03-15T18:20:11.319" v="1298" actId="947"/>
          <ac:spMkLst>
            <pc:docMk/>
            <pc:sldMk cId="671114919" sldId="319"/>
            <ac:spMk id="2" creationId="{AD6056B1-D2EB-96F0-D295-F78B9003D99B}"/>
          </ac:spMkLst>
        </pc:spChg>
        <pc:spChg chg="add mod">
          <ac:chgData name="kitn.lzh →" userId="aae51206e0f3c209" providerId="LiveId" clId="{C53E141C-B797-4BD5-B97C-FF93ADA80928}" dt="2026-03-15T18:20:11.342" v="1303" actId="947"/>
          <ac:spMkLst>
            <pc:docMk/>
            <pc:sldMk cId="671114919" sldId="319"/>
            <ac:spMk id="5" creationId="{41B7D33A-33CC-CC69-26AA-E6B800494D44}"/>
          </ac:spMkLst>
        </pc:spChg>
        <pc:picChg chg="add mod">
          <ac:chgData name="kitn.lzh →" userId="aae51206e0f3c209" providerId="LiveId" clId="{C53E141C-B797-4BD5-B97C-FF93ADA80928}" dt="2026-03-15T18:20:11.319" v="1300"/>
          <ac:picMkLst>
            <pc:docMk/>
            <pc:sldMk cId="671114919" sldId="319"/>
            <ac:picMk id="4" creationId="{82810FA0-0A90-D769-4277-53C5FFECF245}"/>
          </ac:picMkLst>
        </pc:picChg>
      </pc:sldChg>
      <pc:sldChg chg="addSp modSp add mod">
        <pc:chgData name="kitn.lzh →" userId="aae51206e0f3c209" providerId="LiveId" clId="{C53E141C-B797-4BD5-B97C-FF93ADA80928}" dt="2026-03-15T18:20:11.484" v="1312" actId="947"/>
        <pc:sldMkLst>
          <pc:docMk/>
          <pc:sldMk cId="2638648022" sldId="320"/>
        </pc:sldMkLst>
        <pc:spChg chg="add mod">
          <ac:chgData name="kitn.lzh →" userId="aae51206e0f3c209" providerId="LiveId" clId="{C53E141C-B797-4BD5-B97C-FF93ADA80928}" dt="2026-03-15T18:20:11.462" v="1307" actId="947"/>
          <ac:spMkLst>
            <pc:docMk/>
            <pc:sldMk cId="2638648022" sldId="320"/>
            <ac:spMk id="2" creationId="{4783E4BF-C1A4-514D-5221-78281874D351}"/>
          </ac:spMkLst>
        </pc:spChg>
        <pc:spChg chg="add mod">
          <ac:chgData name="kitn.lzh →" userId="aae51206e0f3c209" providerId="LiveId" clId="{C53E141C-B797-4BD5-B97C-FF93ADA80928}" dt="2026-03-15T18:20:11.484" v="1312" actId="947"/>
          <ac:spMkLst>
            <pc:docMk/>
            <pc:sldMk cId="2638648022" sldId="320"/>
            <ac:spMk id="5" creationId="{4C5C4F77-6A23-EA3A-DD1A-C2A51DCF2C58}"/>
          </ac:spMkLst>
        </pc:spChg>
        <pc:picChg chg="add mod">
          <ac:chgData name="kitn.lzh →" userId="aae51206e0f3c209" providerId="LiveId" clId="{C53E141C-B797-4BD5-B97C-FF93ADA80928}" dt="2026-03-15T18:20:11.469" v="1309"/>
          <ac:picMkLst>
            <pc:docMk/>
            <pc:sldMk cId="2638648022" sldId="320"/>
            <ac:picMk id="4" creationId="{A7D2D78F-12BC-0CB7-E66E-0D7079C404D1}"/>
          </ac:picMkLst>
        </pc:picChg>
      </pc:sldChg>
      <pc:sldChg chg="addSp modSp add mod">
        <pc:chgData name="kitn.lzh →" userId="aae51206e0f3c209" providerId="LiveId" clId="{C53E141C-B797-4BD5-B97C-FF93ADA80928}" dt="2026-03-15T18:20:11.603" v="1321" actId="947"/>
        <pc:sldMkLst>
          <pc:docMk/>
          <pc:sldMk cId="975510620" sldId="321"/>
        </pc:sldMkLst>
        <pc:spChg chg="add mod">
          <ac:chgData name="kitn.lzh →" userId="aae51206e0f3c209" providerId="LiveId" clId="{C53E141C-B797-4BD5-B97C-FF93ADA80928}" dt="2026-03-15T18:20:11.569" v="1316" actId="947"/>
          <ac:spMkLst>
            <pc:docMk/>
            <pc:sldMk cId="975510620" sldId="321"/>
            <ac:spMk id="2" creationId="{7D6C6273-F9E7-745F-45D8-23B6DC8AAB88}"/>
          </ac:spMkLst>
        </pc:spChg>
        <pc:spChg chg="add mod">
          <ac:chgData name="kitn.lzh →" userId="aae51206e0f3c209" providerId="LiveId" clId="{C53E141C-B797-4BD5-B97C-FF93ADA80928}" dt="2026-03-15T18:20:11.603" v="1321" actId="947"/>
          <ac:spMkLst>
            <pc:docMk/>
            <pc:sldMk cId="975510620" sldId="321"/>
            <ac:spMk id="5" creationId="{EBB8F5EA-5148-ADBB-EE82-2E4B1B9585A1}"/>
          </ac:spMkLst>
        </pc:spChg>
        <pc:picChg chg="add mod">
          <ac:chgData name="kitn.lzh →" userId="aae51206e0f3c209" providerId="LiveId" clId="{C53E141C-B797-4BD5-B97C-FF93ADA80928}" dt="2026-03-15T18:20:11.588" v="1318"/>
          <ac:picMkLst>
            <pc:docMk/>
            <pc:sldMk cId="975510620" sldId="321"/>
            <ac:picMk id="4" creationId="{39046061-440B-C9DC-447A-220D2E597B89}"/>
          </ac:picMkLst>
        </pc:picChg>
      </pc:sldChg>
      <pc:sldChg chg="addSp modSp add mod">
        <pc:chgData name="kitn.lzh →" userId="aae51206e0f3c209" providerId="LiveId" clId="{C53E141C-B797-4BD5-B97C-FF93ADA80928}" dt="2026-03-15T18:20:11.860" v="1330" actId="947"/>
        <pc:sldMkLst>
          <pc:docMk/>
          <pc:sldMk cId="3900150752" sldId="322"/>
        </pc:sldMkLst>
        <pc:spChg chg="add mod">
          <ac:chgData name="kitn.lzh →" userId="aae51206e0f3c209" providerId="LiveId" clId="{C53E141C-B797-4BD5-B97C-FF93ADA80928}" dt="2026-03-15T18:20:11.826" v="1325" actId="947"/>
          <ac:spMkLst>
            <pc:docMk/>
            <pc:sldMk cId="3900150752" sldId="322"/>
            <ac:spMk id="2" creationId="{FDF79696-523F-7C65-A16E-D36C999761D4}"/>
          </ac:spMkLst>
        </pc:spChg>
        <pc:spChg chg="add mod">
          <ac:chgData name="kitn.lzh →" userId="aae51206e0f3c209" providerId="LiveId" clId="{C53E141C-B797-4BD5-B97C-FF93ADA80928}" dt="2026-03-15T18:20:11.860" v="1330" actId="947"/>
          <ac:spMkLst>
            <pc:docMk/>
            <pc:sldMk cId="3900150752" sldId="322"/>
            <ac:spMk id="5" creationId="{F78555EA-95D7-8839-0867-E7EC11C50F4D}"/>
          </ac:spMkLst>
        </pc:spChg>
        <pc:picChg chg="add mod">
          <ac:chgData name="kitn.lzh →" userId="aae51206e0f3c209" providerId="LiveId" clId="{C53E141C-B797-4BD5-B97C-FF93ADA80928}" dt="2026-03-15T18:20:11.846" v="1327"/>
          <ac:picMkLst>
            <pc:docMk/>
            <pc:sldMk cId="3900150752" sldId="322"/>
            <ac:picMk id="4" creationId="{F0E64B9A-69B6-29BF-98F5-9D78ADE44BCA}"/>
          </ac:picMkLst>
        </pc:picChg>
      </pc:sldChg>
      <pc:sldChg chg="addSp modSp add mod">
        <pc:chgData name="kitn.lzh →" userId="aae51206e0f3c209" providerId="LiveId" clId="{C53E141C-B797-4BD5-B97C-FF93ADA80928}" dt="2026-03-15T18:20:11.963" v="1339" actId="947"/>
        <pc:sldMkLst>
          <pc:docMk/>
          <pc:sldMk cId="2539135569" sldId="323"/>
        </pc:sldMkLst>
        <pc:spChg chg="add mod">
          <ac:chgData name="kitn.lzh →" userId="aae51206e0f3c209" providerId="LiveId" clId="{C53E141C-B797-4BD5-B97C-FF93ADA80928}" dt="2026-03-15T18:20:11.936" v="1334" actId="947"/>
          <ac:spMkLst>
            <pc:docMk/>
            <pc:sldMk cId="2539135569" sldId="323"/>
            <ac:spMk id="2" creationId="{4F3D072C-A1FD-7636-B139-7C89A21341A0}"/>
          </ac:spMkLst>
        </pc:spChg>
        <pc:spChg chg="add mod">
          <ac:chgData name="kitn.lzh →" userId="aae51206e0f3c209" providerId="LiveId" clId="{C53E141C-B797-4BD5-B97C-FF93ADA80928}" dt="2026-03-15T18:20:11.963" v="1339" actId="947"/>
          <ac:spMkLst>
            <pc:docMk/>
            <pc:sldMk cId="2539135569" sldId="323"/>
            <ac:spMk id="5" creationId="{60918906-9309-D686-8D51-63006CC015A0}"/>
          </ac:spMkLst>
        </pc:spChg>
        <pc:picChg chg="add mod">
          <ac:chgData name="kitn.lzh →" userId="aae51206e0f3c209" providerId="LiveId" clId="{C53E141C-B797-4BD5-B97C-FF93ADA80928}" dt="2026-03-15T18:20:11.936" v="1336"/>
          <ac:picMkLst>
            <pc:docMk/>
            <pc:sldMk cId="2539135569" sldId="323"/>
            <ac:picMk id="4" creationId="{72B9A550-4040-7E8E-A9D5-000E15E91354}"/>
          </ac:picMkLst>
        </pc:picChg>
      </pc:sldChg>
    </pc:docChg>
  </pc:docChgLst>
  <pc:docChgLst>
    <pc:chgData name="kitn.lzh →" userId="aae51206e0f3c209" providerId="LiveId" clId="{2B599A23-E6BC-4D57-BA0D-73F904748290}"/>
    <pc:docChg chg="undo redo custSel addSld delSld modSld">
      <pc:chgData name="kitn.lzh →" userId="aae51206e0f3c209" providerId="LiveId" clId="{2B599A23-E6BC-4D57-BA0D-73F904748290}" dt="2026-03-16T14:56:41.965" v="36" actId="20577"/>
      <pc:docMkLst>
        <pc:docMk/>
      </pc:docMkLst>
      <pc:sldChg chg="del">
        <pc:chgData name="kitn.lzh →" userId="aae51206e0f3c209" providerId="LiveId" clId="{2B599A23-E6BC-4D57-BA0D-73F904748290}" dt="2026-03-16T13:44:58.402" v="7" actId="2696"/>
        <pc:sldMkLst>
          <pc:docMk/>
          <pc:sldMk cId="1924910809" sldId="256"/>
        </pc:sldMkLst>
      </pc:sldChg>
      <pc:sldChg chg="del">
        <pc:chgData name="kitn.lzh →" userId="aae51206e0f3c209" providerId="LiveId" clId="{2B599A23-E6BC-4D57-BA0D-73F904748290}" dt="2026-03-16T13:44:58.402" v="7" actId="2696"/>
        <pc:sldMkLst>
          <pc:docMk/>
          <pc:sldMk cId="196888056" sldId="257"/>
        </pc:sldMkLst>
      </pc:sldChg>
      <pc:sldChg chg="del">
        <pc:chgData name="kitn.lzh →" userId="aae51206e0f3c209" providerId="LiveId" clId="{2B599A23-E6BC-4D57-BA0D-73F904748290}" dt="2026-03-16T13:44:58.402" v="7" actId="2696"/>
        <pc:sldMkLst>
          <pc:docMk/>
          <pc:sldMk cId="1337920113" sldId="258"/>
        </pc:sldMkLst>
      </pc:sldChg>
      <pc:sldChg chg="del">
        <pc:chgData name="kitn.lzh →" userId="aae51206e0f3c209" providerId="LiveId" clId="{2B599A23-E6BC-4D57-BA0D-73F904748290}" dt="2026-03-16T13:44:58.402" v="7" actId="2696"/>
        <pc:sldMkLst>
          <pc:docMk/>
          <pc:sldMk cId="1435446036" sldId="259"/>
        </pc:sldMkLst>
      </pc:sldChg>
      <pc:sldChg chg="del">
        <pc:chgData name="kitn.lzh →" userId="aae51206e0f3c209" providerId="LiveId" clId="{2B599A23-E6BC-4D57-BA0D-73F904748290}" dt="2026-03-16T13:44:58.402" v="7" actId="2696"/>
        <pc:sldMkLst>
          <pc:docMk/>
          <pc:sldMk cId="1169689957" sldId="260"/>
        </pc:sldMkLst>
      </pc:sldChg>
      <pc:sldChg chg="del">
        <pc:chgData name="kitn.lzh →" userId="aae51206e0f3c209" providerId="LiveId" clId="{2B599A23-E6BC-4D57-BA0D-73F904748290}" dt="2026-03-16T13:44:58.402" v="7" actId="2696"/>
        <pc:sldMkLst>
          <pc:docMk/>
          <pc:sldMk cId="2347524262" sldId="261"/>
        </pc:sldMkLst>
      </pc:sldChg>
      <pc:sldChg chg="del">
        <pc:chgData name="kitn.lzh →" userId="aae51206e0f3c209" providerId="LiveId" clId="{2B599A23-E6BC-4D57-BA0D-73F904748290}" dt="2026-03-16T13:44:58.402" v="7" actId="2696"/>
        <pc:sldMkLst>
          <pc:docMk/>
          <pc:sldMk cId="4186331791" sldId="262"/>
        </pc:sldMkLst>
      </pc:sldChg>
      <pc:sldChg chg="del">
        <pc:chgData name="kitn.lzh →" userId="aae51206e0f3c209" providerId="LiveId" clId="{2B599A23-E6BC-4D57-BA0D-73F904748290}" dt="2026-03-16T13:44:58.402" v="7" actId="2696"/>
        <pc:sldMkLst>
          <pc:docMk/>
          <pc:sldMk cId="2212516192" sldId="263"/>
        </pc:sldMkLst>
      </pc:sldChg>
      <pc:sldChg chg="del">
        <pc:chgData name="kitn.lzh →" userId="aae51206e0f3c209" providerId="LiveId" clId="{2B599A23-E6BC-4D57-BA0D-73F904748290}" dt="2026-03-16T13:44:58.402" v="7" actId="2696"/>
        <pc:sldMkLst>
          <pc:docMk/>
          <pc:sldMk cId="2672006203" sldId="264"/>
        </pc:sldMkLst>
      </pc:sldChg>
      <pc:sldChg chg="del">
        <pc:chgData name="kitn.lzh →" userId="aae51206e0f3c209" providerId="LiveId" clId="{2B599A23-E6BC-4D57-BA0D-73F904748290}" dt="2026-03-16T13:44:58.402" v="7" actId="2696"/>
        <pc:sldMkLst>
          <pc:docMk/>
          <pc:sldMk cId="3399227546" sldId="265"/>
        </pc:sldMkLst>
      </pc:sldChg>
      <pc:sldChg chg="del">
        <pc:chgData name="kitn.lzh →" userId="aae51206e0f3c209" providerId="LiveId" clId="{2B599A23-E6BC-4D57-BA0D-73F904748290}" dt="2026-03-16T13:44:58.402" v="7" actId="2696"/>
        <pc:sldMkLst>
          <pc:docMk/>
          <pc:sldMk cId="2587829085" sldId="266"/>
        </pc:sldMkLst>
      </pc:sldChg>
      <pc:sldChg chg="del">
        <pc:chgData name="kitn.lzh →" userId="aae51206e0f3c209" providerId="LiveId" clId="{2B599A23-E6BC-4D57-BA0D-73F904748290}" dt="2026-03-16T13:44:58.402" v="7" actId="2696"/>
        <pc:sldMkLst>
          <pc:docMk/>
          <pc:sldMk cId="3499124190" sldId="267"/>
        </pc:sldMkLst>
      </pc:sldChg>
      <pc:sldChg chg="del">
        <pc:chgData name="kitn.lzh →" userId="aae51206e0f3c209" providerId="LiveId" clId="{2B599A23-E6BC-4D57-BA0D-73F904748290}" dt="2026-03-16T13:44:58.402" v="7" actId="2696"/>
        <pc:sldMkLst>
          <pc:docMk/>
          <pc:sldMk cId="986262705" sldId="268"/>
        </pc:sldMkLst>
      </pc:sldChg>
      <pc:sldChg chg="new add del">
        <pc:chgData name="kitn.lzh →" userId="aae51206e0f3c209" providerId="LiveId" clId="{2B599A23-E6BC-4D57-BA0D-73F904748290}" dt="2026-03-15T09:36:34.634" v="3" actId="680"/>
        <pc:sldMkLst>
          <pc:docMk/>
          <pc:sldMk cId="1128555946" sldId="269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2901491884" sldId="269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1207746268" sldId="270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1179127709" sldId="271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875788242" sldId="272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3906614751" sldId="273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4264188494" sldId="274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1231979022" sldId="275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667946175" sldId="276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3067158091" sldId="277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460297899" sldId="278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2318878551" sldId="279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4169611208" sldId="280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4069701559" sldId="281"/>
        </pc:sldMkLst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375829409" sldId="295"/>
        </pc:sldMkLst>
      </pc:sldChg>
      <pc:sldChg chg="modSp del mod">
        <pc:chgData name="kitn.lzh →" userId="aae51206e0f3c209" providerId="LiveId" clId="{2B599A23-E6BC-4D57-BA0D-73F904748290}" dt="2026-03-16T13:44:25.222" v="6" actId="2696"/>
        <pc:sldMkLst>
          <pc:docMk/>
          <pc:sldMk cId="1801251549" sldId="296"/>
        </pc:sldMkLst>
        <pc:picChg chg="mod">
          <ac:chgData name="kitn.lzh →" userId="aae51206e0f3c209" providerId="LiveId" clId="{2B599A23-E6BC-4D57-BA0D-73F904748290}" dt="2026-03-15T10:37:01.534" v="5" actId="1076"/>
          <ac:picMkLst>
            <pc:docMk/>
            <pc:sldMk cId="1801251549" sldId="296"/>
            <ac:picMk id="4" creationId="{0D24D6CF-D408-C6DE-F885-BFEABCB9383B}"/>
          </ac:picMkLst>
        </pc:picChg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2367114559" sldId="297"/>
        </pc:sldMkLst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3527619215" sldId="298"/>
        </pc:sldMkLst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425019993" sldId="299"/>
        </pc:sldMkLst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1558919152" sldId="300"/>
        </pc:sldMkLst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2843797375" sldId="301"/>
        </pc:sldMkLst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520281043" sldId="302"/>
        </pc:sldMkLst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2133599408" sldId="303"/>
        </pc:sldMkLst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2271654229" sldId="304"/>
        </pc:sldMkLst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3673648511" sldId="305"/>
        </pc:sldMkLst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3120503574" sldId="306"/>
        </pc:sldMkLst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2333891972" sldId="307"/>
        </pc:sldMkLst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3852977333" sldId="308"/>
        </pc:sldMkLst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2450471201" sldId="309"/>
        </pc:sldMkLst>
      </pc:sldChg>
      <pc:sldChg chg="del">
        <pc:chgData name="kitn.lzh →" userId="aae51206e0f3c209" providerId="LiveId" clId="{2B599A23-E6BC-4D57-BA0D-73F904748290}" dt="2026-03-16T13:44:25.222" v="6" actId="2696"/>
        <pc:sldMkLst>
          <pc:docMk/>
          <pc:sldMk cId="3802837077" sldId="310"/>
        </pc:sldMkLst>
      </pc:sldChg>
      <pc:sldChg chg="modSp mod">
        <pc:chgData name="kitn.lzh →" userId="aae51206e0f3c209" providerId="LiveId" clId="{2B599A23-E6BC-4D57-BA0D-73F904748290}" dt="2026-03-16T14:56:41.965" v="36" actId="20577"/>
        <pc:sldMkLst>
          <pc:docMk/>
          <pc:sldMk cId="1519606840" sldId="311"/>
        </pc:sldMkLst>
        <pc:spChg chg="mod">
          <ac:chgData name="kitn.lzh →" userId="aae51206e0f3c209" providerId="LiveId" clId="{2B599A23-E6BC-4D57-BA0D-73F904748290}" dt="2026-03-16T14:56:41.965" v="36" actId="20577"/>
          <ac:spMkLst>
            <pc:docMk/>
            <pc:sldMk cId="1519606840" sldId="311"/>
            <ac:spMk id="5" creationId="{25327BCA-A9CC-89B0-F987-F94319F9B0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1F7772-0ED4-974F-1145-81E40AD33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E5FAED5-797E-0FBC-5304-E64EDF61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64950B-B44B-A987-90BB-0C457AA0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ABF6EC-C131-40A7-A726-7A49544FF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8E0C9-9ADA-EE2A-34F9-BB7D69670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32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AC2EE0-FBD5-E53C-4EBE-DCFEE26A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58EE7F-C26F-7EE4-151F-BBCDD0DB9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607387-04B5-7344-ECBC-6A40548B6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49EDE8-6F91-5AE0-89DA-EA197DBF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F77F6F-9987-2A0E-13B8-E5365015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01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708156-A597-F509-B9E2-A9AC30FF5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01A391-D94C-53EC-8E25-4BE494AA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1F59A3-32F5-9FDF-A10F-44859CAFF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B48A31-E180-F65B-9F27-7BA7CB037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5EC654-D4ED-82C8-1D32-863F34738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00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15207C-20E3-03B0-9DDF-F25E0FAC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52CAF2-806D-1B00-1698-188041292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35CAEC2-5B3F-2AC1-C002-EFF9120E9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2EF3DBA-952C-182A-A834-8F23820E3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FEF642-47A3-924B-2D96-4BBFF4062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D86E3B-D8AD-DD0A-15C4-B9F14CB3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481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88D4E7-386D-97D7-4403-BD7065FC8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F33A62-3320-1806-6A03-EAA105814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58684E7-8577-4968-4DE6-86869C8C9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D253DDA-7A9E-5F12-6199-C549E31C4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892144E-32A2-4454-7E75-53A80F580A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72CC43F-E829-5F43-9229-9AD372BA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F36A60-495E-59CF-039D-A540CDD4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5ABBCE1-EEAD-45EF-EF10-C1175D358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6119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814F53-0C6C-F99C-6006-DA62FD7E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E9C5D6-7984-C6B7-7A81-00A176BE3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0442379-F6E9-F0A2-3714-74B140811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38883E-3D00-DD89-975E-6F8AFC1F4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229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7E96F32-DB50-8DFF-84F5-C777010C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2D18604-5491-201E-EC13-9AECE29D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A2F7FF-46ED-F046-3C78-61BE8E0A2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533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5C6279-E5EC-11FA-0BF2-39CF80730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296C65-D114-C987-754A-FC428FF41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4A79D0-AC00-DA93-B700-29E367DA5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DDC861-CB40-A827-D222-FDA03CFC5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A11EA2-EC85-F6D6-1558-909DD5140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E8535E-AC6B-E6D3-6A59-A024792F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381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2DA290-8914-E084-4AF7-0BEA9F24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D8060A2-5141-90D8-849E-7C13ADEC5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D2A5304-3993-7F7C-3C85-116DC3C99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2A09CA-678F-2088-1603-95C45D266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2E1DFC-568A-57AA-9DB9-1BC384EB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DC96F7-9EA2-1DCB-A5EF-45BF5922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9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7487DC-1764-46FA-9AF1-F9438478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E579280-EF02-05FC-10DA-CCFFAB82F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C13ED3-9C95-1C34-62C3-2FA81C82D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15177E-94CC-F234-9043-C09591FDD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9F7541-756D-6E78-7F9A-D2F8A244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87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3C2C87D-1F11-83C9-681B-FF22A053B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F83E3B-BEDD-91AF-03CE-F2BD1ABC6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E1DA95-BF29-F0D5-64C1-17E56A85E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E73D61-AC3A-1B65-0C49-FD285336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A8AE50-8E91-CF9D-B46A-C9AC85A1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0744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B1508C-C011-2B55-B307-8513C28C3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2A3FF0-B78E-2AC2-AC13-67B79105D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F0CC25-3181-70CB-9FA3-56E2EA913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AAF198-7F62-B643-AD09-0B0F5998C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5D485D-06B6-70F1-6E07-DF943349E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23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0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50DC947-0230-00E7-BF91-2B881188395C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2024-04-30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C04283E-839A-2B0D-5526-3125FA23656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25EA33D-6DC8-C6E3-83ED-8E3AAA7032C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C2DC834-D7B2-B558-6797-F8E4BC583BA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62FE7B8-E756-060F-1EB1-42F61D104F2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AF92F79-7186-D98B-E221-954508933AFD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9BA4492-072A-60FC-CA32-D89C807CEEEB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2024-04-30</a:t>
            </a:r>
          </a:p>
          <a:p>
            <a:r>
              <a:rPr kumimoji="1" lang="en-US" altLang="ja-JP" sz="1200"/>
              <a:t>SOC: almost same (avg diff 0.000, sum diff 0.00)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4227794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342224B-EFBE-5579-1E84-B95BE51DFA70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2024-05-03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6ED20D4-EAD0-CE90-3753-7A70B79AC4E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F50B5A5-1D84-5CFB-4A78-9ACE25E20BF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53D9AB1-77EB-950F-C66D-C26A747D867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BEAB0FC-434B-B241-FF4B-15982598FC1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FE44D1C1-4079-B145-582E-EEA94266032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7B884F3-21A9-13C6-BD92-9923179B84C3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2024-05-03</a:t>
            </a:r>
          </a:p>
          <a:p>
            <a:r>
              <a:rPr kumimoji="1" lang="en-US" altLang="ja-JP" sz="1200"/>
              <a:t>SOC: non-degraded case is higher (avg diff -0.021, sum diff -1.03)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225261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349BABC-BFDB-11E8-6116-01420F4F53A1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2024-05-06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E7B17A2-25A5-BD81-AA8C-012A6188100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12AE8AED-D3F6-5D69-AC7F-CAFA0724D0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4608C00-64A0-5BF5-CFC8-2952842D649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4F83E8C-C7D2-F2B0-A1C7-D0F98C4CE2E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F85C233E-094B-7207-25DB-F45812A5E85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33ECD70-6E58-5E78-6FAB-BDBB8752681A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2024-05-06</a:t>
            </a:r>
          </a:p>
          <a:p>
            <a:r>
              <a:rPr kumimoji="1" lang="en-US" altLang="ja-JP" sz="1200"/>
              <a:t>SOC: non-degraded case is higher (avg diff -0.007, sum diff -0.33) | Spot buy: degraded case is higher (avg diff 0.100, sum diff 4.82) | Spot sell: degraded case is higher (avg diff 0.086, sum diff 4.13)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531448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459077-A9CE-DFB2-EA75-E20A38B76A23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2024-05-10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428A5FD-A5A6-2FA3-3099-94535C88CF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9F94016-8DDD-ACAA-AD55-C4329B83D85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9DC9C81-D660-DEBC-D581-4473613FAEC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969D8CD-995A-5828-8E7D-2A80E0EB9D7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354FE80-7B77-F63D-5566-9C22B4ECB69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B04DE22-E5C1-F663-6F6F-80DB77562C0F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2024-05-10</a:t>
            </a:r>
          </a:p>
          <a:p>
            <a:r>
              <a:rPr kumimoji="1" lang="en-US" altLang="ja-JP" sz="1200"/>
              <a:t>SOC: non-degraded case is higher (avg diff -0.045, sum diff -2.20) | Spot buy: non-degraded case is higher (avg diff -0.912, sum diff -43.77) | Spot sell: non-degraded case is higher (avg diff -0.782, sum diff -37.53)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931576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1925916-C2BF-261A-8FB1-B08A256EB0AC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2024-06-05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5E5833B-9DAD-ACA8-FFEA-CE7585DDF35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A7BC834-8959-C52C-CD47-FCAE260D393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E117360-7A63-0523-688F-0D766F2A578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018B6E9-49A2-F06D-B430-58DAF903339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081C58D-E3F6-3486-294C-FAFEDFB8E00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02B4E56-0E3B-BE3D-05D1-C2E60E5B698A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2024-06-05</a:t>
            </a:r>
          </a:p>
          <a:p>
            <a:r>
              <a:rPr kumimoji="1" lang="en-US" altLang="ja-JP" sz="1200"/>
              <a:t>SOC: non-degraded case is higher (avg diff -0.015, sum diff -0.73) | Spot buy: non-degraded case is higher (avg diff -0.206, sum diff -9.87) | Spot sell: non-degraded case is higher (avg diff -0.176, sum diff -8.46)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41219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2B971A-D7F4-CA66-DB70-EBEC4C0D0EF2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2024-06-11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7F09F90-DEFE-C828-BAB5-523BCE4F16C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E90DC20-E176-E9E3-C2BC-59CC564C45A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3EE9F72-8FC0-CDB8-2D8B-9AEA7CF280B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502D038-C3A8-1E98-2EBC-59B43F05C20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B726E01D-4DD3-AD88-9F77-0D0CC40834C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9AAD809-1FF9-2302-A7E2-435422CEEEF5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2024-06-11</a:t>
            </a:r>
          </a:p>
          <a:p>
            <a:r>
              <a:rPr kumimoji="1" lang="en-US" altLang="ja-JP" sz="1200"/>
              <a:t>SOC: almost same (avg diff 0.000, sum diff 0.00)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5224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A0D8103-3136-A27D-E1A0-64629A12A24A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2024-07-01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21C92FD-344F-9301-9316-4927D9DD334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532C7BA-DBA4-5D6E-7D72-FF1E28DA938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337D35E-65C9-5A6B-7823-17A85251CF5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53B9D15F-C3E6-CE84-4B8F-D030ABD0FFC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16001FC-B68F-4712-2A58-DA9815E7A75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3D38DD-F65F-70D3-D43F-344252FDEB48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2024-07-01</a:t>
            </a:r>
          </a:p>
          <a:p>
            <a:r>
              <a:rPr kumimoji="1" lang="en-US" altLang="ja-JP" sz="1200"/>
              <a:t>SOC: non-degraded case is higher (avg diff -0.002, sum diff -0.11)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587576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65130EA-E1EE-F6A2-1B48-B5ABA64A90DA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2024-08-06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5B04B1D-0700-45BA-E609-0A9869A6DA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346FD8C-1FB9-9268-6455-32587C2F258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6434C7F-5722-8797-31D1-3DE72863D91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A1D99EA-D273-FA79-887B-540F8CEF382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A6CAED1-CCD9-A638-39F8-F2E2EA16DEAD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C0F9AF1-5AFF-8E20-5B64-12550EF4FA11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2024-08-06</a:t>
            </a:r>
          </a:p>
          <a:p>
            <a:r>
              <a:rPr kumimoji="1" lang="en-US" altLang="ja-JP" sz="1200"/>
              <a:t>SOC: non-degraded case is higher (avg diff -0.105, sum diff -5.13) | Spot buy: non-degraded case is higher (avg diff -0.088, sum diff -4.25) | Spot sell: non-degraded case is higher (avg diff -0.076, sum diff -3.64)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960787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C3CFB29-7423-D38F-959D-25C52AD6FCDF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2024-10-22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84BD924-B4EC-03FE-445D-003FA7A20F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F722013-BEB0-62C3-A25D-9BF3B1D47F5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48EA6E9-4923-906E-9578-EFD3ED0ACB8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CAC6EE0-D8FF-57B1-591A-EB6FFF4B153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59728D5-1906-35A9-9F6A-9DE212EDE61B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B3CB0A1-B2D9-0885-FA90-ACAEE5059E54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2024-10-22</a:t>
            </a:r>
          </a:p>
          <a:p>
            <a:r>
              <a:rPr kumimoji="1" lang="en-US" altLang="ja-JP" sz="1200"/>
              <a:t>SOC: non-degraded case is higher (avg diff -0.014, sum diff -0.70)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615964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F21AD6-A79E-5BD0-AF29-A02A7793B36F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2024-12-04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624904B-7C7E-311B-614D-5CB2F9C869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140C53E-52F4-E194-0103-5314CFC469C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0D3DA0C-39A6-CA72-093B-96C479DB06B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2B63C7F-3457-EB06-25FB-56719A0757C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AEA3874-596C-FD9F-9BEE-D94082EFDFBD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7572446-1A5E-DB70-D8AE-803E5ED40B87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2024-12-04</a:t>
            </a:r>
          </a:p>
          <a:p>
            <a:r>
              <a:rPr kumimoji="1" lang="en-US" altLang="ja-JP" sz="1200"/>
              <a:t>SOC: non-degraded case is higher (avg diff -0.080, sum diff -3.90) | Spot buy: non-degraded case is higher (avg diff -10.965, sum diff -526.32) | Spot sell: non-degraded case is higher (avg diff -9.401, sum diff -451.25)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163998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6AB4C4A-746F-8DFC-015C-008CAEBB7CA7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2025-01-30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2AB0C24-0921-35E8-8C56-28C5555FEF1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341E7398-D4C9-03D2-56BA-F4D216A921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90FFE84-AACF-6BC8-AE47-F4D48D60A22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8814918-35E5-314B-0150-5A3638B4772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7FC6C9A-F571-F03A-DCB1-BC7BD7865FF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7030A41-5C2B-A6E5-C9D7-AB39D051BB53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2025-01-30</a:t>
            </a:r>
          </a:p>
          <a:p>
            <a:r>
              <a:rPr kumimoji="1" lang="en-US" altLang="ja-JP" sz="1200"/>
              <a:t>SOC: non-degraded case is higher (avg diff 0.000, sum diff 0.00)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730209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09A6D9-18F4-00FC-204F-D919E98B300C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2025-02-11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1C80346-32EA-C150-F955-7E47B8514A8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9FCFB24-DF9E-5E82-C7D2-CAF6DDBE9ED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2C4BA73-F172-EAE6-F515-47B942945B6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E6671C2-FC69-5B13-6B34-B87EC9F5EB3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70FFE27-7F49-B69C-1E98-05C58FAFDFE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DC3212A-6204-C8DA-69E8-A8AFAF4F0F2D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2025-02-11</a:t>
            </a:r>
          </a:p>
          <a:p>
            <a:r>
              <a:rPr kumimoji="1" lang="en-US" altLang="ja-JP" sz="1200"/>
              <a:t>SOC: non-degraded case is higher (avg diff -0.017, sum diff -0.85)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169655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5D40A9-A0A5-4234-941F-9B5CEB7D1167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2025-03-25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01377BE-3ED2-AC54-B577-391DA12C47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0D1E69F-94DD-1E9F-279F-572D73E717D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9E443E8-7BD7-D9C8-38BD-AC734FBA459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5AA3556-5D19-8EFB-92F7-916B66B9E5C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EADFCCF-2F86-5917-DE30-9CA8EBF021C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8D19AF6-89C7-1559-B7F1-FA04E7C301E9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2025-03-25</a:t>
            </a:r>
          </a:p>
          <a:p>
            <a:r>
              <a:rPr kumimoji="1" lang="en-US" altLang="ja-JP" sz="1200"/>
              <a:t>SOC: non-degraded case is higher (avg diff -0.041, sum diff -2.02) | Spot buy: non-degraded case is higher (avg diff -0.989, sum diff -47.47) | Spot sell: non-degraded case is higher (avg diff -0.848, sum diff -40.70)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159829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841E1FD-704D-CEEC-CEC3-1098135FB014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</a:t>
            </a:r>
            <a:r>
              <a:rPr kumimoji="1" lang="ja-JP" altLang="en-US" sz="1600"/>
              <a:t>代表日</a:t>
            </a:r>
            <a:r>
              <a:rPr kumimoji="1" lang="en-US" altLang="ja-JP" sz="1600"/>
              <a:t>: 2024-07-01)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2BD2288-9003-A2E9-8B14-CF211EAD7B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5327BCA-A9CC-89B0-F987-F94319F9B08C}"/>
              </a:ext>
            </a:extLst>
          </p:cNvPr>
          <p:cNvSpPr txBox="1"/>
          <p:nvPr/>
        </p:nvSpPr>
        <p:spPr>
          <a:xfrm>
            <a:off x="254000" y="5842000"/>
            <a:ext cx="11684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 dirty="0"/>
              <a:t>代表日</a:t>
            </a:r>
            <a:r>
              <a:rPr kumimoji="1" lang="en-US" altLang="ja-JP" sz="1200" dirty="0"/>
              <a:t>: 2024-07-01</a:t>
            </a:r>
          </a:p>
          <a:p>
            <a:r>
              <a:rPr kumimoji="1" lang="en-US" altLang="ja-JP" sz="1200" dirty="0"/>
              <a:t>spot_summary_2024 (1) Cluster 0</a:t>
            </a:r>
          </a:p>
          <a:p>
            <a:r>
              <a:rPr kumimoji="1" lang="en-US" altLang="ja-JP" sz="1200" dirty="0"/>
              <a:t>SOC: almost same (avg diff 0.000, sum diff 0.00)</a:t>
            </a:r>
            <a:br>
              <a:rPr kumimoji="1" lang="en-US" altLang="ja-JP" sz="1200" dirty="0"/>
            </a:br>
            <a:r>
              <a:rPr kumimoji="1" lang="ja-JP" altLang="en-US" sz="1200"/>
              <a:t>昼間がそうたいてきにたｋ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19606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4F4C7C3-72C7-A21C-59C2-A174BA004B47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</a:t>
            </a:r>
            <a:r>
              <a:rPr kumimoji="1" lang="ja-JP" altLang="en-US" sz="1600"/>
              <a:t>代表日</a:t>
            </a:r>
            <a:r>
              <a:rPr kumimoji="1" lang="en-US" altLang="ja-JP" sz="1600"/>
              <a:t>: 2024-10-22)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E1D92FD-12E3-2D6A-99A4-16EBA5C429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530BB9-888A-4D25-2972-07C5F0ECA905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/>
              <a:t>代表日</a:t>
            </a:r>
            <a:r>
              <a:rPr kumimoji="1" lang="en-US" altLang="ja-JP" sz="1200"/>
              <a:t>: 2024-10-22</a:t>
            </a:r>
          </a:p>
          <a:p>
            <a:r>
              <a:rPr kumimoji="1" lang="en-US" altLang="ja-JP" sz="1200"/>
              <a:t>spot_summary_2024 (1) Cluster 1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240225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BCD5D69-C29E-B983-90F6-0FE26B7A38BF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</a:t>
            </a:r>
            <a:r>
              <a:rPr kumimoji="1" lang="ja-JP" altLang="en-US" sz="1600"/>
              <a:t>代表日</a:t>
            </a:r>
            <a:r>
              <a:rPr kumimoji="1" lang="en-US" altLang="ja-JP" sz="1600"/>
              <a:t>: 2025-01-30)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EFCC8CB-BD36-C831-D757-31E7B57F5B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20E102-3CBF-F20A-9CC1-830381D29662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/>
              <a:t>代表日</a:t>
            </a:r>
            <a:r>
              <a:rPr kumimoji="1" lang="en-US" altLang="ja-JP" sz="1200"/>
              <a:t>: 2025-01-30</a:t>
            </a:r>
          </a:p>
          <a:p>
            <a:r>
              <a:rPr kumimoji="1" lang="en-US" altLang="ja-JP" sz="1200"/>
              <a:t>spot_summary_2024 (1) Cluster 2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642629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5131F9-F084-E721-903F-11DD289440F6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</a:t>
            </a:r>
            <a:r>
              <a:rPr kumimoji="1" lang="ja-JP" altLang="en-US" sz="1600"/>
              <a:t>代表日</a:t>
            </a:r>
            <a:r>
              <a:rPr kumimoji="1" lang="en-US" altLang="ja-JP" sz="1600"/>
              <a:t>: 2024-08-06)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270F5D1-129B-EAEC-AB59-B62E9385A7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9A2ABC-8E09-76B8-4D32-8703607E9D5B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/>
              <a:t>代表日</a:t>
            </a:r>
            <a:r>
              <a:rPr kumimoji="1" lang="en-US" altLang="ja-JP" sz="1200"/>
              <a:t>: 2024-08-06</a:t>
            </a:r>
          </a:p>
          <a:p>
            <a:r>
              <a:rPr kumimoji="1" lang="en-US" altLang="ja-JP" sz="1200"/>
              <a:t>spot_summary_2024 (1) Cluster 3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185861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211D8AC-802A-2964-EAD0-B871A005784E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</a:t>
            </a:r>
            <a:r>
              <a:rPr kumimoji="1" lang="ja-JP" altLang="en-US" sz="1600"/>
              <a:t>代表日</a:t>
            </a:r>
            <a:r>
              <a:rPr kumimoji="1" lang="en-US" altLang="ja-JP" sz="1600"/>
              <a:t>: 2024-05-06)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A1AD05F-3320-6DDB-D76A-04F9D008700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A38AE6-FF11-2A17-FC33-38B6C2C20144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/>
              <a:t>代表日</a:t>
            </a:r>
            <a:r>
              <a:rPr kumimoji="1" lang="en-US" altLang="ja-JP" sz="1200"/>
              <a:t>: 2024-05-06</a:t>
            </a:r>
          </a:p>
          <a:p>
            <a:r>
              <a:rPr kumimoji="1" lang="en-US" altLang="ja-JP" sz="1200"/>
              <a:t>spot_summary_2024 (1) Cluster 4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901951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A5359AE-1602-BC14-51DC-10602106F158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</a:t>
            </a:r>
            <a:r>
              <a:rPr kumimoji="1" lang="ja-JP" altLang="en-US" sz="1600"/>
              <a:t>代表日</a:t>
            </a:r>
            <a:r>
              <a:rPr kumimoji="1" lang="en-US" altLang="ja-JP" sz="1600"/>
              <a:t>: 2024-04-30)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042D872-B646-FDDA-DF81-13E4A50B159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BB79CE-1247-B93C-34F5-1C8B44BD3307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/>
              <a:t>代表日</a:t>
            </a:r>
            <a:r>
              <a:rPr kumimoji="1" lang="en-US" altLang="ja-JP" sz="1200"/>
              <a:t>: 2024-04-30</a:t>
            </a:r>
          </a:p>
          <a:p>
            <a:r>
              <a:rPr kumimoji="1" lang="en-US" altLang="ja-JP" sz="1200"/>
              <a:t>spot_summary_2024 (1) Cluster 5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319491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AC3F757-0656-B4BD-B058-289287AB36C4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</a:t>
            </a:r>
            <a:r>
              <a:rPr kumimoji="1" lang="ja-JP" altLang="en-US" sz="1600"/>
              <a:t>代表日</a:t>
            </a:r>
            <a:r>
              <a:rPr kumimoji="1" lang="en-US" altLang="ja-JP" sz="1600"/>
              <a:t>: 2024-12-04)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E8A1D97-A1FF-24BD-1DA4-9263586F27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4A0EE2-6BFE-26FA-8F1F-739AB289A7C2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/>
              <a:t>代表日</a:t>
            </a:r>
            <a:r>
              <a:rPr kumimoji="1" lang="en-US" altLang="ja-JP" sz="1200"/>
              <a:t>: 2024-12-04</a:t>
            </a:r>
          </a:p>
          <a:p>
            <a:r>
              <a:rPr kumimoji="1" lang="en-US" altLang="ja-JP" sz="1200"/>
              <a:t>spot_summary_2024 (1) Cluster 6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400562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EE6A2E8-5699-C6C2-FE9D-6F1288FB7BE8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</a:t>
            </a:r>
            <a:r>
              <a:rPr kumimoji="1" lang="ja-JP" altLang="en-US" sz="1600"/>
              <a:t>代表日</a:t>
            </a:r>
            <a:r>
              <a:rPr kumimoji="1" lang="en-US" altLang="ja-JP" sz="1600"/>
              <a:t>: 2025-02-11)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84A6C04-BD2D-75FF-BFC3-DD0CCB3DC71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F258E03-1553-8EC5-1572-058BAFDC000F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/>
              <a:t>代表日</a:t>
            </a:r>
            <a:r>
              <a:rPr kumimoji="1" lang="en-US" altLang="ja-JP" sz="1200"/>
              <a:t>: 2025-02-11</a:t>
            </a:r>
          </a:p>
          <a:p>
            <a:r>
              <a:rPr kumimoji="1" lang="en-US" altLang="ja-JP" sz="1200"/>
              <a:t>spot_summary_2024 (1) Cluster 7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406872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D6056B1-D2EB-96F0-D295-F78B9003D99B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</a:t>
            </a:r>
            <a:r>
              <a:rPr kumimoji="1" lang="ja-JP" altLang="en-US" sz="1600"/>
              <a:t>代表日</a:t>
            </a:r>
            <a:r>
              <a:rPr kumimoji="1" lang="en-US" altLang="ja-JP" sz="1600"/>
              <a:t>: 2024-06-11)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2810FA0-0A90-D769-4277-53C5FFECF2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B7D33A-33CC-CC69-26AA-E6B800494D44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/>
              <a:t>代表日</a:t>
            </a:r>
            <a:r>
              <a:rPr kumimoji="1" lang="en-US" altLang="ja-JP" sz="1200"/>
              <a:t>: 2024-06-11</a:t>
            </a:r>
          </a:p>
          <a:p>
            <a:r>
              <a:rPr kumimoji="1" lang="en-US" altLang="ja-JP" sz="1200"/>
              <a:t>spot_summary_2024 (1) Cluster 8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671114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83E4BF-C1A4-514D-5221-78281874D351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</a:t>
            </a:r>
            <a:r>
              <a:rPr kumimoji="1" lang="ja-JP" altLang="en-US" sz="1600"/>
              <a:t>代表日</a:t>
            </a:r>
            <a:r>
              <a:rPr kumimoji="1" lang="en-US" altLang="ja-JP" sz="1600"/>
              <a:t>: 2024-06-05)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7D2D78F-12BC-0CB7-E66E-0D7079C404D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5C4F77-6A23-EA3A-DD1A-C2A51DCF2C58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/>
              <a:t>代表日</a:t>
            </a:r>
            <a:r>
              <a:rPr kumimoji="1" lang="en-US" altLang="ja-JP" sz="1200"/>
              <a:t>: 2024-06-05</a:t>
            </a:r>
          </a:p>
          <a:p>
            <a:r>
              <a:rPr kumimoji="1" lang="en-US" altLang="ja-JP" sz="1200"/>
              <a:t>spot_summary_2024 (1) Cluster 9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638648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D6C6273-F9E7-745F-45D8-23B6DC8AAB88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</a:t>
            </a:r>
            <a:r>
              <a:rPr kumimoji="1" lang="ja-JP" altLang="en-US" sz="1600"/>
              <a:t>代表日</a:t>
            </a:r>
            <a:r>
              <a:rPr kumimoji="1" lang="en-US" altLang="ja-JP" sz="1600"/>
              <a:t>: 2025-03-25)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9046061-440B-C9DC-447A-220D2E597B8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BB8F5EA-5148-ADBB-EE82-2E4B1B9585A1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/>
              <a:t>代表日</a:t>
            </a:r>
            <a:r>
              <a:rPr kumimoji="1" lang="en-US" altLang="ja-JP" sz="1200"/>
              <a:t>: 2025-03-25</a:t>
            </a:r>
          </a:p>
          <a:p>
            <a:r>
              <a:rPr kumimoji="1" lang="en-US" altLang="ja-JP" sz="1200"/>
              <a:t>spot_summary_2024 (1) Cluster 10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975510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DF79696-523F-7C65-A16E-D36C999761D4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</a:t>
            </a:r>
            <a:r>
              <a:rPr kumimoji="1" lang="ja-JP" altLang="en-US" sz="1600"/>
              <a:t>代表日</a:t>
            </a:r>
            <a:r>
              <a:rPr kumimoji="1" lang="en-US" altLang="ja-JP" sz="1600"/>
              <a:t>: 2024-05-10)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0E64B9A-69B6-29BF-98F5-9D78ADE44BC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8555EA-95D7-8839-0867-E7EC11C50F4D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/>
              <a:t>代表日</a:t>
            </a:r>
            <a:r>
              <a:rPr kumimoji="1" lang="en-US" altLang="ja-JP" sz="1200"/>
              <a:t>: 2024-05-10</a:t>
            </a:r>
          </a:p>
          <a:p>
            <a:r>
              <a:rPr kumimoji="1" lang="en-US" altLang="ja-JP" sz="1200"/>
              <a:t>spot_summary_2024 (1) Cluster 11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900150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F3D072C-A1FD-7636-B139-7C89A21341A0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</a:t>
            </a:r>
            <a:r>
              <a:rPr kumimoji="1" lang="ja-JP" altLang="en-US" sz="1600"/>
              <a:t>代表日</a:t>
            </a:r>
            <a:r>
              <a:rPr kumimoji="1" lang="en-US" altLang="ja-JP" sz="1600"/>
              <a:t>: 2024-05-03)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2B9A550-4040-7E8E-A9D5-000E15E9135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0918906-9309-D686-8D51-63006CC015A0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/>
              <a:t>代表日</a:t>
            </a:r>
            <a:r>
              <a:rPr kumimoji="1" lang="en-US" altLang="ja-JP" sz="1200"/>
              <a:t>: 2024-05-03</a:t>
            </a:r>
          </a:p>
          <a:p>
            <a:r>
              <a:rPr kumimoji="1" lang="en-US" altLang="ja-JP" sz="1200"/>
              <a:t>spot_summary_2024 (1) Cluster 12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539135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1408</Words>
  <Application>Microsoft Office PowerPoint</Application>
  <PresentationFormat>ワイド画面</PresentationFormat>
  <Paragraphs>91</Paragraphs>
  <Slides>26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1</cp:revision>
  <dcterms:created xsi:type="dcterms:W3CDTF">2026-03-11T08:35:12Z</dcterms:created>
  <dcterms:modified xsi:type="dcterms:W3CDTF">2026-03-16T14:56:52Z</dcterms:modified>
</cp:coreProperties>
</file>