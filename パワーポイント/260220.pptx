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46" d="100"/>
          <a:sy n="46" d="100"/>
        </p:scale>
        <p:origin x="63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D74B77-CA06-B0A3-6359-FA1986DB6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140DE31-ECEB-8129-B8B8-25E5FC296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AE9A0A-9845-6B7C-1CFD-C494627D1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2AB3-C74A-4A19-B72E-A93AC9444C6B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88E551-3717-CFB8-FA3B-14BCDC705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ADCCFE-ECE1-E1F6-3D88-A8EFF054F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5F94-D43D-4FAA-907B-803D6E8B29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886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C33B42-0423-E75B-E6B0-D4D5BC601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F0FBF3-0BB0-E4C1-7B8F-02C627A36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72D313-55D3-F08F-FEEE-1B14762FE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2AB3-C74A-4A19-B72E-A93AC9444C6B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962636-8CBB-9401-E92B-F71CAF0C8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C34AE3-E321-B18D-B540-F334CE6B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5F94-D43D-4FAA-907B-803D6E8B29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674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AC4986-974F-2F82-388D-E6C3AFA61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7602F27-4BA4-E9C4-C4A2-1910BF8DF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9D8656-14C2-B6D4-1D26-5C96D131D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2AB3-C74A-4A19-B72E-A93AC9444C6B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CE9151-834A-8E9F-ACF4-D2FD5D64B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44907C-2BD6-CE7C-0344-86559309A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5F94-D43D-4FAA-907B-803D6E8B29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0418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8FFFAB-7B7A-C60C-6BF3-DB6B473A3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B2ABEB-2A98-4898-7EA3-F61FE6AE18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EB07377-FA69-8D56-35FF-A120B9B6A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F419DAC-8BFB-5063-8868-70092B65D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2AB3-C74A-4A19-B72E-A93AC9444C6B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AB58981-D147-FF6E-A2F5-A4995B486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224D2E1-DB49-B8B0-EE78-1318DC866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5F94-D43D-4FAA-907B-803D6E8B29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1070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D917C5-EADB-C7B5-8C03-1D3AD9DD9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BCE66E6-19D1-ADBC-5422-52939F74A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31AC6D2-B160-15C7-832C-CA78350C69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EA05614-F5ED-7420-7DB5-98EA371533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BB2A337-4935-C614-1242-B3CFCF0448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BC99A87-9683-0013-C315-5F47C03FA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2AB3-C74A-4A19-B72E-A93AC9444C6B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BDF0C14-399A-E8AA-5507-5115141CF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4130C56-7DA9-5A26-91AC-6EEE28A5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5F94-D43D-4FAA-907B-803D6E8B29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3570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DBE110-09D3-8AFF-C9E8-B8E5C367F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7E87827-BD55-78A2-B991-2C0A2040D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2AB3-C74A-4A19-B72E-A93AC9444C6B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0F01731-3EE7-1261-F499-AA69AEF9D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71D6614-47EF-94BF-64B4-F4E76E848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5F94-D43D-4FAA-907B-803D6E8B29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8281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D688844-EE62-01F5-A5DF-2C38F8C49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2AB3-C74A-4A19-B72E-A93AC9444C6B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134BACF-D41B-CDBE-379D-358092C87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ADA9D03-31B0-81E9-525C-14714FC09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5F94-D43D-4FAA-907B-803D6E8B29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258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86BB7D-9063-D1DD-0FD4-640C4C1F8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3DEE32-14C4-4ED0-5E6A-77BBED0D2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08E8389-BB06-743D-0104-E639200CD0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817E894-6693-8CA0-3F3B-F6A1C3A4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2AB3-C74A-4A19-B72E-A93AC9444C6B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C6EDFA3-882D-F72B-3A56-A99FB3337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6F926E8-8EC0-A9A8-BEF0-50CC108D8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5F94-D43D-4FAA-907B-803D6E8B29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119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D8F49E-3429-FA70-437C-AF3785982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C43D35C-5613-963D-1D32-E28C46F4E6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9496AD3-0592-6D88-F95B-E051DE992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84A7D20-CB1E-5F66-F538-6B90E09A8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2AB3-C74A-4A19-B72E-A93AC9444C6B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9FC9120-B5CB-E9F5-779A-109DB3658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933B25-7969-F7B7-A79D-D532AFE50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5F94-D43D-4FAA-907B-803D6E8B29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5211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9C93EE-55B7-A7F0-986E-A10EC434A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A7391A6-E22F-A364-1862-2A0433D44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1C99C79-BE48-2795-B8B3-4A65143F7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2AB3-C74A-4A19-B72E-A93AC9444C6B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9E5332-A874-F6F8-10A1-E874902E0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72D017-EC0F-F45A-0FB4-BA6E00E93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5F94-D43D-4FAA-907B-803D6E8B29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9882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C13E7A1-01AF-0D00-B35D-9CF0468F84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DD6BF8A-465D-51FA-1433-452D66C3B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D0E353-08B7-33C1-F684-1DE66F6E3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2AB3-C74A-4A19-B72E-A93AC9444C6B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4F9E28B-75FD-6F0D-F480-01E9A8289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33A552-EB58-F62B-BFEE-D1CC90E5A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5F94-D43D-4FAA-907B-803D6E8B29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733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1E94068-CFA5-959D-8044-AE82AB4A4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E1AA9B5-0FF9-950A-820A-C022EE171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13D73F-F808-F7C6-0B58-3C10DACD8C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B2AB3-C74A-4A19-B72E-A93AC9444C6B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2053FC-B9CE-A47B-2CF0-01FC938354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B5D625-F67D-C4ED-940D-8E3D64CFCE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5F94-D43D-4FAA-907B-803D6E8B29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9550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DE62CD-0774-BB06-248C-8FBE799BBB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36FF7D4-6923-E9D0-D086-086CAA5605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7406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kitn.lzh →</dc:creator>
  <cp:lastModifiedBy>kitn.lzh →</cp:lastModifiedBy>
  <cp:revision>1</cp:revision>
  <dcterms:created xsi:type="dcterms:W3CDTF">2026-02-20T03:18:52Z</dcterms:created>
  <dcterms:modified xsi:type="dcterms:W3CDTF">2026-02-20T03:18:53Z</dcterms:modified>
</cp:coreProperties>
</file>