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7C414-20AF-43F4-B912-D8305BDDE790}" v="9" dt="2025-06-10T07:01:04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1:5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275 153 1375 0 0,'0'0'107'0'0,"-1"0"-12"0"0,0-1 0 0 0,1 1 0 0 0,-1-1 0 0 0,0 1 0 0 0,0-1 0 0 0,1 1 0 0 0,-1-1 0 0 0,0 0 0 0 0,1 1 0 0 0,-1-1 0 0 0,0 0 0 0 0,1 1 0 0 0,-1-1 0 0 0,1 0 0 0 0,-1-1-1 0 0,-8-14-495 0 0,8 15 215 0 0,1 1 165 0 0,0 0-1 0 0,0 0 0 0 0,0-1 1 0 0,0 1-1 0 0,-1 0 1 0 0,1 0-1 0 0,0 0 0 0 0,0 0 1 0 0,0 0-1 0 0,0 0 1 0 0,-1 0-1 0 0,1 0 0 0 0,0 0 1 0 0,0 0-1 0 0,0 0 1 0 0,0 0-1 0 0,-1 0 0 0 0,1 0 1 0 0,0 0-1 0 0,0 0 1 0 0,0 0-1 0 0,0 1 0 0 0,-1-1 1 0 0,1 0-1 0 0,0 0 1 0 0,0 0-1 0 0,0 0 0 0 0,0 0 1 0 0,0 0-1 0 0,-1 0 1 0 0,1 0-1 0 0,0 1 0 0 0,0-1 1 0 0,0 0-1 0 0,0 0 1 0 0,0 0-1 0 0,0 0 0 0 0,0 0 1 0 0,0 1-1 0 0,-1-1 1 0 0,1 0-1 0 0,0 0 0 0 0,-7 10-228 0 0,6-8 244 0 0,-3 2 313 0 0,-1 0 0 0 0,1-1-1 0 0,-1 1 1 0 0,1-1 0 0 0,-1 0 0 0 0,-1 0 0 0 0,1 0 0 0 0,-6 1 0 0 0,5-1 120 0 0,1 0 1 0 0,-1-1 0 0 0,0 2 0 0 0,1-1-1 0 0,0 1 1 0 0,0 0 0 0 0,-5 4 0 0 0,-6 9-158 0 0,2 1 1 0 0,0 0 0 0 0,1 0-1 0 0,1 1 1 0 0,-10 22 0 0 0,22-41-263 0 0,-1 1-1 0 0,1-1 1 0 0,0 1 0 0 0,0-1 0 0 0,-1 0 0 0 0,1 1 0 0 0,0-1 0 0 0,0 1 0 0 0,0-1 0 0 0,0 1-1 0 0,0-1 1 0 0,-1 1 0 0 0,1-1 0 0 0,0 1 0 0 0,0-1 0 0 0,0 1 0 0 0,0-1 0 0 0,0 1 0 0 0,0-1-1 0 0,1 0 1 0 0,-1 1 0 0 0,0-1 0 0 0,0 1 0 0 0,0-1 0 0 0,0 1 0 0 0,0-1 0 0 0,1 1 0 0 0,-1-1-1 0 0,0 0 1 0 0,1 1 0 0 0,-1-1 0 0 0,0 1 0 0 0,0-1 0 0 0,1 0 0 0 0,-1 1 0 0 0,1-1-1 0 0,-1 0 1 0 0,0 1 0 0 0,1-1 0 0 0,-1 0 0 0 0,1 0 0 0 0,-1 0 0 0 0,0 1 0 0 0,1-1 0 0 0,-1 0-1 0 0,1 0 1 0 0,-1 0 0 0 0,2 0 0 0 0,-1 1 59 0 0,1-1 1 0 0,0 0-1 0 0,0 0 0 0 0,-1 0 1 0 0,1 0-1 0 0,0-1 0 0 0,0 1 0 0 0,0 0 1 0 0,-1-1-1 0 0,4-1 0 0 0,-3 2 569 0 0,7-7-354 0 0,30-17-160 0 0,-21 12-64 0 0,25-15-48 0 0,0 1-24 0 0,-34 21-56 0 0,0 0-62 0 0,29-13 68 0 0,-29 14-5 0 0,2-1-22 0 0,40-21 22 0 0,-11 1 109 0 0,-33 20 125 0 0,0-1-77 0 0,23-17-4 0 0,-22 17-10 0 0,0 1 11 0 0,28-16-40 0 0,-34 20-51 0 0,0 0 0 0 0,0 0 0 0 0,1 0 0 0 0,-1 0 0 0 0,0 0 0 0 0,5-1 0 0 0,7-3-6 0 0,-7 2-8 0 0,0 1 0 0 0,1 0 0 0 0,-1 0 1 0 0,14-1-1 0 0,-10 2-55 0 0,-10 1 75 0 0,0 0 0 0 0,0 0 1 0 0,0 0-1 0 0,0 0 0 0 0,0 0 1 0 0,0 0-1 0 0,-1 0 1 0 0,1 0-1 0 0,0 0 0 0 0,0 0 1 0 0,0 0-1 0 0,0-1 0 0 0,0 1 1 0 0,-1 0-1 0 0,1-1 0 0 0,0 1 1 0 0,0-1-1 0 0,-1 1 1 0 0,1-1-1 0 0,0 1 0 0 0,0-1 1 0 0,-1 1-1 0 0,1-1 0 0 0,-1 0 1 0 0,1 1-1 0 0,-1-1 1 0 0,1 0-1 0 0,-1 0 0 0 0,1 1 1 0 0,-1-1-1 0 0,1 0 0 0 0,-1 0 1 0 0,0 0-1 0 0,0 1 0 0 0,1-1 1 0 0,-1 0-1 0 0,0 0 1 0 0,0 0-1 0 0,0 0 0 0 0,0 0 1 0 0,0-1-1 0 0,0 0 4 0 0,1 1 0 0 0,-1-1 1 0 0,0 0-1 0 0,0 1 0 0 0,0-1 0 0 0,0 1 1 0 0,0-1-1 0 0,0 0 0 0 0,0 1 0 0 0,-1-1 1 0 0,1 1-1 0 0,-1-1 0 0 0,1 1 0 0 0,-1-1 1 0 0,0 1-1 0 0,1-1 0 0 0,-1 1 0 0 0,0-1 1 0 0,0 1-1 0 0,0 0 0 0 0,0 0 0 0 0,0-1 1 0 0,0 1-1 0 0,-3-2 0 0 0,2 2-4 0 0,1 0 0 0 0,-1 0 0 0 0,0 1 0 0 0,0-1 0 0 0,0 0 0 0 0,-1 1 0 0 0,1 0 0 0 0,0-1 0 0 0,0 1 0 0 0,0 0 0 0 0,0 0 0 0 0,0 0 0 0 0,0 0 0 0 0,0 0 1 0 0,0 1-1 0 0,-1-1 0 0 0,1 1 0 0 0,-3 1 0 0 0,-16 4 150 0 0,0 0 0 0 0,-1-2 0 0 0,1 0 1 0 0,-1-1-1 0 0,0-1 0 0 0,0-1 0 0 0,0-1 0 0 0,0-1 1 0 0,0-1-1 0 0,0-1 0 0 0,-30-8 0 0 0,29 5 225 0 0,-28-3 0 0 0,43 8-356 0 0,-1 0-1 0 0,0 1 1 0 0,0 0 0 0 0,0 1-1 0 0,1 0 1 0 0,-14 3-1 0 0,-10 5-15 0 0,10-3-37 0 0,-36 6 1 0 0,47-9 38 0 0,19-1-17 0 0,17 0-74 0 0,-23-2 19 0 0,11 1 1 0 0,-13-1 66 0 0,67 7-14 0 0,6-11 25 0 0,-46 0 32 0 0,22-7-21 0 0,-25 7 26 0 0,39-5-36 0 0,2 7-1 0 0,-51 0 35 0 0,-11-1-36 0 0,-4 0-13 0 0,-1 2 1 0 0,-1 1 0 0 0,1 0-1 0 0,0-1 1 0 0,0 1 0 0 0,-1 0 0 0 0,1 0-1 0 0,0 0 1 0 0,0 1 0 0 0,-1-1-1 0 0,-3 1 1 0 0,-1 1-26 0 0,-7 0 13 0 0,1 1 1 0 0,0 1-1 0 0,0 0 0 0 0,1 0 1 0 0,-23 13-1 0 0,-23 7 74 0 0,59-24-56 0 0,1 0 1 0 0,-1 0 0 0 0,0 0-1 0 0,1 0 1 0 0,-1 0-1 0 0,0 0 1 0 0,1 0 0 0 0,-1 1-1 0 0,0-1 1 0 0,1 0 0 0 0,-1 1-1 0 0,0-1 1 0 0,1 1 0 0 0,-1-1-1 0 0,0 1 1 0 0,0-1-1 0 0,0 1 1 0 0,1 1 0 0 0,27 21-121 0 0,-24-18 91 0 0,1-1 1 0 0,-1 1 0 0 0,9 4-1 0 0,-11-7 27 0 0,9 1 9 0 0,1-7 33 0 0,34-14-33 0 0,-45 17-7 0 0,1 0 0 0 0,-1 0-1 0 0,0 0 1 0 0,0-1 0 0 0,0 1-1 0 0,1-1 1 0 0,-1 1 0 0 0,0-1-1 0 0,-1 0 1 0 0,1 1 0 0 0,0-1-1 0 0,0 0 1 0 0,-1 0 0 0 0,1-1-1 0 0,-1 1 1 0 0,0 0 0 0 0,0 0-1 0 0,0-1 1 0 0,0 1 0 0 0,0 0-1 0 0,0-1 1 0 0,0 1 0 0 0,0-6-1 0 0,-1 7-2 0 0,0 1 0 0 0,0-1 0 0 0,0 0 0 0 0,0 0 0 0 0,0 0 0 0 0,0 0 0 0 0,0 0 0 0 0,0 0 0 0 0,0 0 0 0 0,0 0 0 0 0,-1 0 0 0 0,1 1 0 0 0,0-1-1 0 0,0 0 1 0 0,-1 0 0 0 0,1 0 0 0 0,-1 0 0 0 0,1 1 0 0 0,-1-1 0 0 0,1 0 0 0 0,-1 0 0 0 0,0 0 0 0 0,-1 0 0 0 0,1 0 0 0 0,-1 0 0 0 0,1 0-1 0 0,-1 0 1 0 0,0 0 0 0 0,1 1 0 0 0,-1-1 0 0 0,0 0 0 0 0,0 1 0 0 0,-2-1 0 0 0,-4 0 2 0 0,1 1 1 0 0,-1 0 0 0 0,1 0-1 0 0,-10 2 1 0 0,11-1-6 0 0,0 0 0 0 0,0 1 1 0 0,0 0-1 0 0,0 0 0 0 0,0 1 0 0 0,0-1 0 0 0,0 1 1 0 0,1 1-1 0 0,-1-1 0 0 0,1 1 0 0 0,0 0 1 0 0,0 0-1 0 0,-6 8 0 0 0,4-5-24 0 0,0 1 0 0 0,1 0 0 0 0,0 1-1 0 0,1-1 1 0 0,0 1 0 0 0,0 0 0 0 0,-6 18 0 0 0,10-25-18 0 0,1 0-1 0 0,-1 0 1 0 0,1-1 0 0 0,0 1 0 0 0,-1 0-1 0 0,1 0 1 0 0,0 0 0 0 0,0 0-1 0 0,0 0 1 0 0,1-1 0 0 0,-1 1 0 0 0,0 0-1 0 0,1 0 1 0 0,-1 0 0 0 0,1-1 0 0 0,-1 1-1 0 0,1 0 1 0 0,0 0 0 0 0,0-1-1 0 0,0 1 1 0 0,0-1 0 0 0,0 1 0 0 0,0-1-1 0 0,2 2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104 211 7367 0 0,'-21'-24'5912'0'0,"21"24"-5900"0"0,0 0-1 0 0,1 0 1 0 0,-1 0 0 0 0,0 0-1 0 0,0 1 1 0 0,0-1-1 0 0,0 0 1 0 0,0 0-1 0 0,0 0 1 0 0,0 0 0 0 0,1 0-1 0 0,-1 0 1 0 0,0 0-1 0 0,0 0 1 0 0,0 0-1 0 0,0 1 1 0 0,0-1-1 0 0,1 0 1 0 0,-1 0 0 0 0,0 0-1 0 0,0 0 1 0 0,0 0-1 0 0,0 0 1 0 0,0 0-1 0 0,1 0 1 0 0,-1 0 0 0 0,0 0-1 0 0,0 0 1 0 0,0 0-1 0 0,0 0 1 0 0,0 0-1 0 0,1 0 1 0 0,-1-1 0 0 0,0 1-1 0 0,0 0 1 0 0,0 0-1 0 0,0 0 1 0 0,0 0-1 0 0,1 0 1 0 0,-1 0-1 0 0,0 0 1 0 0,0 0 0 0 0,0-1-1 0 0,8-7 735 0 0,5-6 294 0 0,-12 14-1024 0 0,-1-1-1 0 0,1 1 1 0 0,-1 0-1 0 0,0 0 1 0 0,1-1-1 0 0,0 1 1 0 0,-1 0 0 0 0,1 0-1 0 0,-1 0 1 0 0,1 0-1 0 0,-1 0 1 0 0,1-1-1 0 0,-1 1 1 0 0,1 0-1 0 0,-1 0 1 0 0,1 1-1 0 0,0-1 1 0 0,-1 0-1 0 0,1 0 1 0 0,-1 0-1 0 0,1 0 1 0 0,-1 0-1 0 0,1 1 1 0 0,-1-1-1 0 0,1 0 1 0 0,-1 0-1 0 0,1 1 1 0 0,-1-1-1 0 0,1 0 1 0 0,0 1-1 0 0,-1 0-15 0 0,1-1 0 0 0,-1 0 0 0 0,1 1 0 0 0,-1-1 0 0 0,1 0 0 0 0,-1 1 0 0 0,1-1 0 0 0,0 0 0 0 0,-1 0 0 0 0,1 0 0 0 0,-1 1 0 0 0,1-1 0 0 0,0 0 0 0 0,-1 0 0 0 0,1 0 0 0 0,-1 0 0 0 0,1 0 0 0 0,0 0 0 0 0,-1 0 0 0 0,1 0 0 0 0,0-1 0 0 0,-1 1 0 0 0,1 0 0 0 0,-1 0 0 0 0,1 0 0 0 0,-1-1 0 0 0,1 1 0 0 0,0 0 0 0 0,-1-1 0 0 0,1 1 0 0 0,-1 0 0 0 0,1-1 0 0 0,-1 1 0 0 0,0-1 0 0 0,1 0 0 0 0,0 1 0 0 0,-1-1 0 0 0,1 1 0 0 0,-1-1 0 0 0,1 1 0 0 0,0-1 0 0 0,-1 1 0 0 0,1-1 0 0 0,-1 1 0 0 0,1 0 0 0 0,0-1 0 0 0,-1 1 0 0 0,1 0 0 0 0,0 0 0 0 0,-1-1 0 0 0,1 1 0 0 0,0 0 0 0 0,-1 0 0 0 0,1 0 0 0 0,0 0 0 0 0,0 0 0 0 0,-1 0 0 0 0,1 0 0 0 0,0 0 0 0 0,-1 0 0 0 0,1 0 0 0 0,0 1 0 0 0,-1-1 0 0 0,1 0 0 0 0,0 0 0 0 0,-1 1 0 0 0,1-1 0 0 0,0 0 0 0 0,-1 1 0 0 0,1-1 0 0 0,0 1 0 0 0,1 1 19 0 0,0-1 0 0 0,0 0 1 0 0,1 1-1 0 0,-1-1 0 0 0,0 0 0 0 0,0 0 0 0 0,1-1 0 0 0,-1 1 0 0 0,5 0 0 0 0,-6 0-5 0 0,1-1 0 0 0,-1 0 0 0 0,1 0 0 0 0,-1 1 0 0 0,1-1 0 0 0,-1 1 0 0 0,0-1-1 0 0,1 1 1 0 0,-1 0 0 0 0,1-1 0 0 0,-1 1 0 0 0,0 0 0 0 0,0 0 0 0 0,0 0 0 0 0,1 0 0 0 0,-1 0 0 0 0,0 0 0 0 0,0 0-1 0 0,0 0 1 0 0,-1 1 0 0 0,1-1 0 0 0,0 0 0 0 0,0 1 0 0 0,0 1 0 0 0,0-1-5 0 0,0 0 0 0 0,0 1 0 0 0,-1-1 0 0 0,1 0-1 0 0,-1 0 1 0 0,1 1 0 0 0,-1-1 0 0 0,0 0 0 0 0,0 4 0 0 0,0-6-6 0 0,0 1 0 0 0,0 0 0 0 0,-1 0 1 0 0,1-1-1 0 0,0 1 0 0 0,0 0 0 0 0,-1-1 0 0 0,1 1 0 0 0,0 0 0 0 0,-1-1 0 0 0,1 1 1 0 0,-1-1-1 0 0,1 1 0 0 0,-1-1 0 0 0,1 1 0 0 0,-1-1 0 0 0,1 1 0 0 0,-1-1 1 0 0,0 1-1 0 0,1-1 0 0 0,-1 1 0 0 0,0-1 0 0 0,1 0 0 0 0,-1 0 0 0 0,0 1 0 0 0,1-1 1 0 0,-1 0-1 0 0,0 0 0 0 0,0 0 0 0 0,1 0 0 0 0,-2 0 0 0 0,-16 4 227 0 0,16-3-184 0 0,0 0 1 0 0,0-1-1 0 0,0 1 0 0 0,0-1 1 0 0,0 0-1 0 0,0 1 1 0 0,0-1-1 0 0,0 0 0 0 0,0 0 1 0 0,0 0-1 0 0,0-1 0 0 0,0 1 1 0 0,0 0-1 0 0,0-1 0 0 0,0 1 1 0 0,0-1-1 0 0,0 0 1 0 0,-3-1-1 0 0,-10-4 203 0 0,13 6-222 0 0,0 0 1 0 0,1 0-1 0 0,-1-1 1 0 0,1 1 0 0 0,-1-1-1 0 0,1 0 1 0 0,-1 1-1 0 0,1-1 1 0 0,-1 0 0 0 0,1 0-1 0 0,-2-1 1 0 0,-4-6 128 0 0,6 6-110 0 0,0 0 1 0 0,-1 1-1 0 0,1-1 1 0 0,-1 1-1 0 0,1-1 1 0 0,-1 1 0 0 0,0 0-1 0 0,1 0 1 0 0,-3-2-1 0 0,3 3-18 0 0,-1-1-1 0 0,1 0 1 0 0,0 0-1 0 0,0-1 1 0 0,0 1-1 0 0,0 0 1 0 0,0 0-1 0 0,1 0 1 0 0,-1-1 0 0 0,0 1-1 0 0,0 0 1 0 0,1-1-1 0 0,-1 1 1 0 0,1 0-1 0 0,-1-3 1 0 0,-3-20 297 0 0,4 22 125 0 0,9 4-388 0 0,-3-1-57 0 0,0 1-5 0 0,0 0 1 0 0,0-1-1 0 0,0 0 1 0 0,0 0-1 0 0,0-1 1 0 0,0 0-1 0 0,0 0 1 0 0,0 0-1 0 0,0-1 1 0 0,10-2-1 0 0,-1-3 0 0 0,0-1 0 0 0,-1 0 0 0 0,16-11 0 0 0,-14 7 32 0 0,27-11 0 0 0,-43 21-31 0 0,0 1-1 0 0,1 0 1 0 0,-1 0-1 0 0,0 0 1 0 0,0 0 0 0 0,1-1-1 0 0,-1 1 1 0 0,0 0-1 0 0,1 0 1 0 0,-1 0-1 0 0,0 0 1 0 0,1 0-1 0 0,-1 0 1 0 0,0 0 0 0 0,1 0-1 0 0,-1 0 1 0 0,0 0-1 0 0,1 0 1 0 0,-1 0-1 0 0,0 0 1 0 0,0 0-1 0 0,1 0 1 0 0,-1 0 0 0 0,0 0-1 0 0,1 0 1 0 0,-1 1-1 0 0,1-1 1 0 0,-3 8 122 0 0,-12 12 235 0 0,12-19-311 0 0,-2 5-31 0 0,0-1-1 0 0,-1 0 1 0 0,1 0-1 0 0,-1 0 1 0 0,-1-1-1 0 0,1 1 1 0 0,-1-1-1 0 0,1-1 1 0 0,-1 1-1 0 0,0-1 1 0 0,-10 4-1 0 0,10-5-7 0 0,0-1 0 0 0,1 0 0 0 0,-1 0 0 0 0,0 0-1 0 0,0 0 1 0 0,0-1 0 0 0,0 0 0 0 0,1-1 0 0 0,-1 1 0 0 0,0-1 0 0 0,0 0-1 0 0,0-1 1 0 0,-9-3 0 0 0,14 5-8 0 0,-2-1 0 0 0,0 0 0 0 0,0 0 0 0 0,1 0 0 0 0,-1-1 0 0 0,0 1 0 0 0,-4-4 0 0 0,6 4 0 0 0,0-1 0 0 0,0 1 0 0 0,0 0 0 0 0,0-1 0 0 0,0 1 0 0 0,0-1 0 0 0,1 0 0 0 0,-1 1 0 0 0,0-1 0 0 0,1 0 0 0 0,0 1 0 0 0,-1-1 0 0 0,1-3 0 0 0,1-19 0 0 0,4 14 0 0 0,-4 10 0 0 0,-1-1 0 0 0,0 1 0 0 0,0 0 0 0 0,0 0 0 0 0,1 0 0 0 0,-1 0 0 0 0,0 0 0 0 0,0-1 0 0 0,1 1 0 0 0,-1 0 0 0 0,0 0 0 0 0,0 0 0 0 0,1 0 0 0 0,-1 0 0 0 0,0 0 0 0 0,0 0 0 0 0,1 0 0 0 0,-1 0 0 0 0,0 0 0 0 0,1 0 0 0 0,-1 0 0 0 0,0 0 0 0 0,0 0 0 0 0,1 0 0 0 0,-1 1 0 0 0,0-1 0 0 0,0 0 0 0 0,1 0 0 0 0,-1 0 0 0 0,0 0 0 0 0,0 0 0 0 0,0 0 0 0 0,1 1 0 0 0,-1-1 0 0 0,7 6 0 0 0,11-6 0 0 0,34-2 0 0 0,-49 2 0 0 0,-1 1 0 0 0,1-1 0 0 0,-1 1 0 0 0,1-1 0 0 0,-1 1 0 0 0,1 0 0 0 0,-1 0 0 0 0,1 0 0 0 0,-1 1 0 0 0,0-1 0 0 0,4 3 0 0 0,4 2 0 0 0,5 1 48 0 0,1-1 0 0 0,0-1 0 0 0,0 0 0 0 0,0-1 0 0 0,20 2 0 0 0,-22-8 15 0 0,-13 1-63 0 0,-1 1 0 0 0,1 0 0 0 0,-1-1 0 0 0,1 1 0 0 0,-1 0 0 0 0,1 0 0 0 0,-1 0 0 0 0,1-1 0 0 0,-1 1 0 0 0,1 0 0 0 0,0 0 0 0 0,-1 0 0 0 0,1 0 0 0 0,-1 0 0 0 0,1 0 0 0 0,0 0 0 0 0,-1 0 0 0 0,1 0 0 0 0,-1 1 0 0 0,1-1 0 0 0,-1 0 1 0 0,1 0-1 0 0,-1 0 0 0 0,1 1 0 0 0,-1-1 0 0 0,1 0 0 0 0,-1 1 0 0 0,1-1 0 0 0,-1 0 0 0 0,1 1 0 0 0,-1-1 0 0 0,1 0 0 0 0,-1 1 0 0 0,0-1 0 0 0,1 1 0 0 0,-1-1 0 0 0,1 1 0 0 0,2 3 7 0 0,-3-8 11 0 0,0 4-14 0 0,0-1 0 0 0,0 1-1 0 0,-1 0 1 0 0,1 0 0 0 0,0-1-1 0 0,0 1 1 0 0,0 0 0 0 0,0 0-1 0 0,0-1 1 0 0,0 1-1 0 0,-1 0 1 0 0,1 0 0 0 0,0 0-1 0 0,0-1 1 0 0,0 1 0 0 0,-1 0-1 0 0,1 0 1 0 0,0 0 0 0 0,0-1-1 0 0,-1 1 1 0 0,1 0-1 0 0,0 0 1 0 0,0 0 0 0 0,-1 0-1 0 0,1 0 1 0 0,0 0 0 0 0,0 0-1 0 0,-1 0 1 0 0,1 0 0 0 0,0 0-1 0 0,-1 0 1 0 0,1 0 0 0 0,0 0-1 0 0,0 0 1 0 0,-1 0-1 0 0,1 0 1 0 0,0 0 0 0 0,-1 0-1 0 0,1 0 1 0 0,0 0 0 0 0,0 0-1 0 0,-1 0 1 0 0,1 1 0 0 0,-4 1 47 0 0,-1 0 0 0 0,1 0 0 0 0,0-1 0 0 0,-1 1 0 0 0,1-1 0 0 0,-1 0 0 0 0,1 0 0 0 0,-1 0 0 0 0,-6 0 0 0 0,-45-3 113 0 0,29 0-112 0 0,19 2-35 0 0,0-1 0 0 0,0 0 0 0 0,0 0 0 0 0,0-1 0 0 0,1 0 0 0 0,-1-1 0 0 0,1 1 0 0 0,-1-1 0 0 0,1-1 0 0 0,-7-4 0 0 0,4 4 5 0 0,0-1 0 0 0,0 1 0 0 0,-13-3 0 0 0,-6-3 7 0 0,20 7-29 0 0,7 3 0 0 0,1 0 0 0 0,0-1 0 0 0,-1 1 0 0 0,1-1 0 0 0,-1 0 0 0 0,1 1 0 0 0,0-1 0 0 0,0 0 0 0 0,-2-1 0 0 0,2 1 0 0 0,1 0 0 0 0,-1 1 0 0 0,1-1 0 0 0,0 0 0 0 0,-1 0 0 0 0,1 0 0 0 0,0 1 0 0 0,0-1 0 0 0,0 0 0 0 0,-1 0 0 0 0,1 0 0 0 0,0 0 0 0 0,0 0 0 0 0,0 1 0 0 0,0-1 0 0 0,0 0 0 0 0,0 0 0 0 0,1 0 0 0 0,-1 0 0 0 0,0-1 0 0 0,0 2 1 0 0,0 0-1 0 0,0 0 0 0 0,0-1 1 0 0,0 1-1 0 0,0 0 1 0 0,0 0-1 0 0,0-1 0 0 0,0 1 1 0 0,0 0-1 0 0,0-1 1 0 0,0 1-1 0 0,0 0 0 0 0,1 0 1 0 0,-1-1-1 0 0,0 1 1 0 0,0 0-1 0 0,0 0 0 0 0,0-1 1 0 0,0 1-1 0 0,0 0 1 0 0,1 0-1 0 0,-1 0 0 0 0,0-1 1 0 0,0 1-1 0 0,0 0 1 0 0,1 0-1 0 0,-1 0 0 0 0,0-1 1 0 0,0 1-1 0 0,0 0 1 0 0,1 0-1 0 0,-1 0 0 0 0,0 0 1 0 0,0 0-1 0 0,1 0 1 0 0,-1 0-1 0 0,0 0 0 0 0,1-1 1 0 0,-1 1-1 0 0,0 0 1 0 0,0 0-1 0 0,1 0 0 0 0,-1 0 1 0 0,0 0-1 0 0,1 0 1 0 0,-1 1-1 0 0,0-1 0 0 0,0 0 1 0 0,1 0-1 0 0,-1 0 1 0 0,0 0-1 0 0,0 0 0 0 0,1 0 1 0 0,-1 0-1 0 0,0 0 1 0 0,0 1-1 0 0,1-1 0 0 0,-1 0 1 0 0,0 0-1 0 0,0 1 1 0 0,13 14 34 0 0,-11-12-31 0 0,-1-3-4 0 0,0 1 0 0 0,0-1 0 0 0,0 1 0 0 0,0-1 0 0 0,0 0 0 0 0,0 1 0 0 0,0-1 0 0 0,0 0 0 0 0,0 0 0 0 0,0 0 0 0 0,0 1 0 0 0,0-1 0 0 0,0 0 0 0 0,0-1 0 0 0,0 1 0 0 0,0 0 0 0 0,0 0 0 0 0,0 0 0 0 0,0 0 0 0 0,1-1 0 0 0,60-7 0 0 0,-61 8 0 0 0,1 0 0 0 0,0 0 0 0 0,0 0 0 0 0,0 0 0 0 0,-1 0 0 0 0,1 1 0 0 0,0-1 0 0 0,0 1 0 0 0,-1-1 0 0 0,1 1 0 0 0,0 0 0 0 0,-1 0 0 0 0,1-1 0 0 0,-1 1 0 0 0,1 0 0 0 0,-1 0 0 0 0,1 1 0 0 0,-1-1 0 0 0,0 0 0 0 0,2 2 0 0 0,4 4 0 0 0,5-1 0 0 0,0 1 0 0 0,0-2 0 0 0,0 1 0 0 0,1-2 0 0 0,14 4 0 0 0,-2 0 0 0 0,-22-7 0 0 0,1 0 0 0 0,-1-1 0 0 0,1 1 0 0 0,-1-1 0 0 0,1 0 0 0 0,-1 0 0 0 0,1-1 0 0 0,4 0 0 0 0,-4 1 0 0 0,0-1 0 0 0,-1 1 0 0 0,1 0 0 0 0,0 0 0 0 0,-1 0 0 0 0,6 1 0 0 0,-6 0 0 0 0,-6 0 0 0 0,-8-2 0 0 0,7 1 0 0 0,1-1 0 0 0,-1 1 0 0 0,0 0 0 0 0,0 0 0 0 0,0 0 0 0 0,0 0 0 0 0,0 1 0 0 0,0 0 0 0 0,0 0 0 0 0,1 0 0 0 0,-6 2 0 0 0,4-2 0 0 0,0 1 0 0 0,0-1 0 0 0,-1 0 0 0 0,1 0 0 0 0,-9 0 0 0 0,6-2 0 0 0,1 0 0 0 0,-1 0 0 0 0,1 0 0 0 0,-1-1 0 0 0,1 0 0 0 0,-11-5 0 0 0,-38-24 0 0 0,40 22 0 0 0,1 0 0 0 0,-26-10 0 0 0,30 15 0 0 0,8 3 0 0 0,1 0 0 0 0,-1-1 0 0 0,-1 1 0 0 0,1 0 0 0 0,0 0 0 0 0,0 1 0 0 0,0-1 0 0 0,0 1 0 0 0,-1 0 0 0 0,1 0 0 0 0,0 0 0 0 0,0 0 0 0 0,-4 1 0 0 0,7-1 0 0 0,-1 0 0 0 0,0 0 0 0 0,1 0 0 0 0,-1 0 0 0 0,0 0 0 0 0,1 0 0 0 0,-1 1 0 0 0,0-1 0 0 0,1-1 0 0 0,-1 1 0 0 0,0 0 0 0 0,1 0 0 0 0,-1 0 0 0 0,1 0 0 0 0,-1 0 0 0 0,0-1 0 0 0,1 1 0 0 0,-1 0 0 0 0,1 0 0 0 0,-1-1 0 0 0,0 1 0 0 0,1-1 0 0 0,-1 1 0 0 0,1 0 0 0 0,-1-1 0 0 0,1 1 0 0 0,-1-1 0 0 0,1 1 0 0 0,0-1 0 0 0,-1 1 0 0 0,1-1 0 0 0,0 0 0 0 0,-1 1 0 0 0,1-1 0 0 0,0 1 0 0 0,0-1 0 0 0,-1 0 0 0 0,1 1 0 0 0,0-1 0 0 0,0 1 0 0 0,0-1 0 0 0,0 0 0 0 0,0 1 0 0 0,0-1 0 0 0,0 0 0 0 0,0 1 0 0 0,0-1 0 0 0,0 0 0 0 0,0 1 0 0 0,1-1 0 0 0,-1 0 0 0 0,0 1 0 0 0,0-1 0 0 0,1 1 0 0 0,-1-1 0 0 0,0 0 0 0 0,1 1 0 0 0,-1-1 0 0 0,0 1 0 0 0,1-1 0 0 0,-1 1 0 0 0,1-1 0 0 0,-1 1 0 0 0,1 0 0 0 0,-1-1 0 0 0,1 1 0 0 0,0-1 0 0 0,1 1 6 0 0,-1 0 0 0 0,0 0-1 0 0,0 0 1 0 0,1 1 0 0 0,-1-1-1 0 0,0 0 1 0 0,0 1 0 0 0,0-1-1 0 0,0 1 1 0 0,1-1 0 0 0,-1 1-1 0 0,0 0 1 0 0,0-1 0 0 0,0 1-1 0 0,1 1 1 0 0,4 2 20 0 0,10 4 5 0 0,1-1-1 0 0,0-1 0 0 0,0 0 0 0 0,0-1 1 0 0,25 3-1 0 0,-1 2 23 0 0,-13-6-53 0 0,-20-3 0 0 0,13 0 0 0 0,-1 1 0 0 0,27 7 0 0 0,-24-1 0 0 0,-1 0 0 0 0,35 19 0 0 0,-50-24 0 0 0,-2-1 0 0 0,-4-3 0 0 0,-9-6 0 0 0,-5 1 0 0 0,0 0 0 0 0,-1 1 0 0 0,1 1 0 0 0,-1 0 0 0 0,0 1 0 0 0,-18-2 0 0 0,29 5 3 0 0,-1 1 0 0 0,1-1 0 0 0,-1 1 0 0 0,1-1 0 0 0,0 1 1 0 0,-1 0-1 0 0,1 0 0 0 0,-6 4 0 0 0,6-4-1 0 0,0 0 1 0 0,0 0 0 0 0,0 1-1 0 0,1-2 1 0 0,-1 1-1 0 0,0 0 1 0 0,0 0 0 0 0,0-1-1 0 0,0 0 1 0 0,0 0-1 0 0,0 0 1 0 0,0 0 0 0 0,-5 0-1 0 0,-20-9-2 0 0,23 7 0 0 0,1 0 0 0 0,-1 0 0 0 0,0 1 0 0 0,0 0 0 0 0,0 0 0 0 0,0 0 0 0 0,-10 1 0 0 0,12-1 0 0 0,0 1 0 0 0,0-1 0 0 0,1 1 0 0 0,-1-1 0 0 0,0 0 0 0 0,0 0 0 0 0,1 0 0 0 0,-1 0 0 0 0,0-1 0 0 0,1 1 0 0 0,-5-4 0 0 0,3 3 0 0 0,1-1 0 0 0,-1 0 0 0 0,1 0 0 0 0,-1-1 0 0 0,1 1 0 0 0,-5-8 0 0 0,8 11 1 0 0,0-1-1 0 0,-1 1 0 0 0,1 0 1 0 0,0 0-1 0 0,0-1 1 0 0,0 1-1 0 0,0 0 1 0 0,0 0-1 0 0,0-1 1 0 0,0 1-1 0 0,0 0 0 0 0,0 0 1 0 0,0-1-1 0 0,0 1 1 0 0,0 0-1 0 0,0 0 1 0 0,0-1-1 0 0,0 1 1 0 0,0 0-1 0 0,0 0 0 0 0,0-1 1 0 0,0 1-1 0 0,0 0 1 0 0,1 0-1 0 0,-1 0 1 0 0,0-1-1 0 0,0 1 1 0 0,0 0-1 0 0,0 0 0 0 0,1 0 1 0 0,-1-1-1 0 0,0 1 1 0 0,0 0-1 0 0,0 0 1 0 0,1 0-1 0 0,-1 0 0 0 0,0-1 1 0 0,0 1-1 0 0,0 0 1 0 0,1 0-1 0 0,-1 0 1 0 0,0 0-1 0 0,0 0 1 0 0,1 0-1 0 0,-1 0 0 0 0,0 0 1 0 0,0 0-1 0 0,1 0 1 0 0,-1 0-1 0 0,0 0 1 0 0,1 0-1 0 0,19-1 35 0 0,-12 1-29 0 0,65 3-6 0 0,-46-5 0 0 0,34-1 0 0 0,-54 3 0 0 0,0 0 0 0 0,1 0 0 0 0,-1 1 0 0 0,0 0 0 0 0,0 1 0 0 0,13 3 0 0 0,-7-1 0 0 0,-10-3 0 0 0,19 6 0 0 0,-18-3 0 0 0,-12 1 0 0 0,-29-4 0 0 0,22 0 0 0 0,10-1 0 0 0,1 0 0 0 0,0 1 0 0 0,0-1 0 0 0,0 1 0 0 0,-1 0 0 0 0,1 0 0 0 0,0 0 0 0 0,-4 3 0 0 0,-23 13 0 0 0,22-11 0 0 0,-1 0 0 0 0,0-1 0 0 0,0 0 0 0 0,-19 6 0 0 0,20-9 0 0 0,-30 7 0 0 0,36-8 0 0 0,1-1 0 0 0,-1 0 0 0 0,1 0 0 0 0,-1 0 0 0 0,0 0 0 0 0,1 0 0 0 0,-1 0 0 0 0,1-1 0 0 0,-1 1 0 0 0,1-1 0 0 0,-1 0 0 0 0,-3-1 0 0 0,-4-6 0 0 0,9 7 0 0 0,0 0 0 0 0,0 0 0 0 0,-1 0 0 0 0,1 1 0 0 0,0-1 0 0 0,0 0 0 0 0,0 1 0 0 0,-1-1 0 0 0,1 0 0 0 0,0 1 0 0 0,-1 0 0 0 0,1-1 0 0 0,0 1 0 0 0,-1 0 0 0 0,-1-1 0 0 0,3 1 0 0 0,0 0 0 0 0,-1 0 0 0 0,1 0 0 0 0,0 0 0 0 0,-1 0 0 0 0,1-1 0 0 0,0 1 0 0 0,-1 0 0 0 0,1 0 0 0 0,0-1 0 0 0,0 1 0 0 0,0 0 0 0 0,-1 0 0 0 0,1-1 0 0 0,0 1 0 0 0,0 0 0 0 0,0 0 0 0 0,-1-1 0 0 0,1 1 0 0 0,0 0 0 0 0,0-1 0 0 0,0 1 0 0 0,0 0 0 0 0,0-1 0 0 0,0 1 0 0 0,0 0 0 0 0,0-1 0 0 0,0 0 0 0 0,-1-10 0 0 0,1 9 0 0 0,0-6 0 0 0,1 8 0 0 0,0 1 0 0 0,-1-1 0 0 0,1 0 0 0 0,-1 0 0 0 0,0 0 0 0 0,1 1 0 0 0,-1-1 0 0 0,1 0 0 0 0,-1 0 0 0 0,0 0 0 0 0,1 0 0 0 0,-1 0 0 0 0,1 0 0 0 0,-1 0 0 0 0,1 0 0 0 0,-1 0 0 0 0,1 0 0 0 0,-1 0 0 0 0,1 0 0 0 0,-1 0 0 0 0,0 0 0 0 0,1 0 0 0 0,-1 0 0 0 0,1 0 0 0 0,-1-1 0 0 0,1 1 0 0 0,-1 0 0 0 0,0 0 0 0 0,1-1 0 0 0,9-5 0 0 0,10-4 0 0 0,-7 5 0 0 0,0 1 0 0 0,0 0 0 0 0,14-2 0 0 0,-16 4 0 0 0,1 1 0 0 0,-1 1 0 0 0,21 2 0 0 0,4 3 0 0 0,47 12 0 0 0,-69-13 0 0 0,-5-1 0 0 0,-1-1 0 0 0,1 0 0 0 0,16 1 0 0 0,-23-5 0 0 0,-6-2 0 0 0,4 3 0 0 0,-1 0 0 0 0,0 0 0 0 0,0 1 0 0 0,0-1 0 0 0,0 0 0 0 0,0 1 0 0 0,0-1 0 0 0,0 1 0 0 0,0-1 0 0 0,-2 0 0 0 0,-8 1 0 0 0,1 1 0 0 0,-1 0 0 0 0,1 0 0 0 0,-21 6 0 0 0,7-2 0 0 0,-19 5 0 0 0,32-6 0 0 0,-1-1 0 0 0,1-1 0 0 0,-1 0 0 0 0,1-1 0 0 0,-1 0 0 0 0,-15 0 0 0 0,16-2 0 0 0,-14 0 0 0 0,24 1 0 0 0,0 0 0 0 0,1 0 0 0 0,-1 0 0 0 0,1-1 0 0 0,-1 1 0 0 0,1 0 0 0 0,-1 0 0 0 0,0 0 0 0 0,1-1 0 0 0,-1 1 0 0 0,1 0 0 0 0,-1-1 0 0 0,1 1 0 0 0,-1 0 0 0 0,1-1 0 0 0,-1 1 0 0 0,1 0 0 0 0,0-1 0 0 0,-1 1 0 0 0,1-1 0 0 0,0 1 0 0 0,-1-1 0 0 0,1 1 0 0 0,0-1 0 0 0,-1 1 0 0 0,1-1 0 0 0,0 1 0 0 0,0-1 0 0 0,0 0 0 0 0,-1 1 0 0 0,1-2 0 0 0,0 2 0 0 0,1-1 0 0 0,-1 0 0 0 0,0 0 0 0 0,0 0 0 0 0,1 0 0 0 0,-1 1 0 0 0,0-1 0 0 0,1 0 0 0 0,-1 0 0 0 0,1 1 0 0 0,-1-1 0 0 0,1 0 0 0 0,0 0 0 0 0,-1 1 0 0 0,1-1 0 0 0,0 1 0 0 0,-1-1 0 0 0,1 1 0 0 0,0-1 0 0 0,-1 1 0 0 0,1-1 0 0 0,0 1 0 0 0,0 0 0 0 0,1-1 0 0 0,24-7 0 0 0,-20 7 0 0 0,17-4 0 0 0,43-1 0 0 0,-48 6 0 0 0,0 0 0 0 0,0 2 0 0 0,-1 0 0 0 0,21 5 0 0 0,-32-6 30 0 0,0 1 0 0 0,1-1 0 0 0,-1 0 0 0 0,1 0 0 0 0,-1-1 0 0 0,1 0 0 0 0,-1 0 0 0 0,1-1 0 0 0,-1 1 0 0 0,0-1 0 0 0,10-3 0 0 0,-16 4-25 0 0,0 0 1 0 0,0 0-1 0 0,0 0 0 0 0,0 0 1 0 0,0 0-1 0 0,0 0 0 0 0,0 0 1 0 0,-1 0-1 0 0,1 0 0 0 0,0 0 1 0 0,0 0-1 0 0,0 0 0 0 0,0 0 0 0 0,0 0 1 0 0,0 0-1 0 0,0 0 0 0 0,0-1 1 0 0,0 1-1 0 0,0 0 0 0 0,0 0 1 0 0,0 0-1 0 0,0 0 0 0 0,0 0 1 0 0,0 0-1 0 0,0 0 0 0 0,0 0 1 0 0,0 0-1 0 0,0 0 0 0 0,0 0 0 0 0,0 0 1 0 0,0 0-1 0 0,0 0 0 0 0,0 0 1 0 0,0-1-1 0 0,0 1 0 0 0,0 0 1 0 0,0 0-1 0 0,0 0 0 0 0,0 0 1 0 0,0 0-1 0 0,0 0 0 0 0,0 0 0 0 0,0 0 1 0 0,0 0-1 0 0,0 0 0 0 0,0 0 1 0 0,0 0-1 0 0,0 0 0 0 0,0 0 1 0 0,0-1-1 0 0,0 1 0 0 0,0 0 1 0 0,0 0-1 0 0,0 0 0 0 0,0 0 1 0 0,0 0-1 0 0,0 0 0 0 0,0 0 0 0 0,0 0 1 0 0,0 0-1 0 0,0 0 0 0 0,0 0 1 0 0,0 0-1 0 0,1 0 0 0 0,-1 0 1 0 0,-11-4 51 0 0,-13-1-89 0 0,-65 2 32 0 0,76 4 0 0 0,1-1 0 0 0,0 0 0 0 0,0-1 0 0 0,0-1 0 0 0,0 0 0 0 0,0 0 0 0 0,0-1 0 0 0,0-1 0 0 0,1 0 0 0 0,-21-10 0 0 0,22 8 0 0 0,-1 2 0 0 0,-11-5 0 0 0,13 6 0 0 0,0-1 0 0 0,0 0 0 0 0,-11-7 0 0 0,20 11 0 0 0,0 0 0 0 0,0 0 0 0 0,0-1 0 0 0,-1 1 0 0 0,1 0 0 0 0,0-1 0 0 0,0 1 0 0 0,0 0 0 0 0,0 0 0 0 0,0-1 0 0 0,-1 1 0 0 0,1 0 0 0 0,0-1 0 0 0,0 1 0 0 0,0 0 0 0 0,0-1 0 0 0,0 1 0 0 0,0 0 0 0 0,0-1 0 0 0,0 1 0 0 0,0 0 0 0 0,0-1 0 0 0,0 1 0 0 0,1-1 0 0 0,0 0 0 0 0,0 0 0 0 0,0 1 0 0 0,0-1 0 0 0,0 0 0 0 0,0 0 0 0 0,0 0 0 0 0,0 1 0 0 0,0-1 0 0 0,1 1 0 0 0,-1-1 0 0 0,0 1 0 0 0,0-1 0 0 0,1 1 0 0 0,-1 0 0 0 0,0 0 0 0 0,1 0 0 0 0,-1-1 0 0 0,0 1 0 0 0,0 0 0 0 0,2 1 0 0 0,47-4 0 0 0,-45 3 7 0 0,1 0 0 0 0,-1 0 0 0 0,1 1 0 0 0,-1 0 0 0 0,1 0 0 0 0,8 3 0 0 0,8 1 88 0 0,-14-3-42 0 0,-4 0-29 0 0,0-1 1 0 0,1 0 0 0 0,-1-1 0 0 0,0 1 0 0 0,0-1 0 0 0,9 0 0 0 0,42 4-12 0 0,-3 2-13 0 0,-42-3 10 0 0,-15-3 12 0 0,-14-2 10 0 0,-15-6-32 0 0,-47-4 0 0 0,15 3 0 0 0,47 9 0 0 0,18 8 0 0 0,1-9 0 0 0,0 1 0 0 0,1-1 0 0 0,-1 1 0 0 0,0 0 0 0 0,0-1 0 0 0,1 1 0 0 0,-1-1 0 0 0,0 1 0 0 0,0 0 0 0 0,1-1 0 0 0,-1 1 0 0 0,0-1 0 0 0,1 1 0 0 0,-1 0 0 0 0,1 0 0 0 0,-1-1 0 0 0,0 1 0 0 0,1 0 0 0 0,-1 0 0 0 0,1-1 0 0 0,-1 1 0 0 0,1 0 0 0 0,-1 0 0 0 0,0 0 0 0 0,1 0 0 0 0,-1 0 0 0 0,1 0 0 0 0,-1 0 0 0 0,1 0 0 0 0,-1 0 0 0 0,1 0 0 0 0,-1 0 0 0 0,1 0 0 0 0,20 1 0 0 0,-19-1 0 0 0,26 4 0 0 0,-7 1 0 0 0,-12-2 0 0 0,5 1 0 0 0,0 1 0 0 0,-1 0 0 0 0,19 10 0 0 0,-19-7 0 0 0,0 1 0 0 0,-1 1 0 0 0,18 17 0 0 0,-26-23 0 0 0,-6-7 0 0 0,-7-7 0 0 0,4 7 0 0 0,0 1 0 0 0,0 0 0 0 0,0 0 0 0 0,0 1 0 0 0,0-1 0 0 0,0 1 0 0 0,0 0 0 0 0,0 1 0 0 0,-9-1 0 0 0,-50 4 0 0 0,55-2 0 0 0,-40 7 0 0 0,-6 0 0 0 0,49-8 0 0 0,0 0 0 0 0,0 0 0 0 0,1 0 0 0 0,-1-1 0 0 0,0 0 0 0 0,0 0 0 0 0,-7-3 0 0 0,8 2 0 0 0,0 0 0 0 0,1-1 0 0 0,-1 1 0 0 0,-7-7 0 0 0,13 10-8 0 0,9 7-25 0 0,-10-8 33 0 0,0 0-1 0 0,1 0 1 0 0,-1 0-1 0 0,0 0 0 0 0,0 0 1 0 0,0 0-1 0 0,1 0 1 0 0,-1 0-1 0 0,0 0 0 0 0,0 0 1 0 0,0 0-1 0 0,1 0 1 0 0,-1 0-1 0 0,0 0 0 0 0,0 0 1 0 0,0 0-1 0 0,1 0 1 0 0,-1 0-1 0 0,0 0 0 0 0,0 0 1 0 0,0 0-1 0 0,0 0 1 0 0,1 0-1 0 0,-1 0 0 0 0,0-1 1 0 0,0 1-1 0 0,0 0 1 0 0,0 0-1 0 0,1 0 0 0 0,-1 0 1 0 0,0 0-1 0 0,0 0 1 0 0,0-1-1 0 0,0 1 1 0 0,0 0-1 0 0,0 0 0 0 0,1 0 1 0 0,-1-1-1 0 0,0 1 1 0 0,0 0-1 0 0,0 0 0 0 0,0 0 1 0 0,0 0-1 0 0,0-1 1 0 0,0 1-1 0 0,0 0 0 0 0,0 0 1 0 0,0 0-1 0 0,0-1 1 0 0,0 1-1 0 0,0 0 0 0 0,0 0 1 0 0,0 0-1 0 0,0-1 1 0 0,0 1-1 0 0,0 0 0 0 0,0 0 1 0 0,0-1-1 0 0,-1 1-47 0 0,-7-3-493 0 0,8 3 513 0 0,0-1 0 0 0,0 1 1 0 0,-1 0-1 0 0,1 0 0 0 0,0-1 0 0 0,0 1 1 0 0,-1 0-1 0 0,1 0 0 0 0,0 0 0 0 0,-1 0 0 0 0,1 0 1 0 0,0 0-1 0 0,0-1 0 0 0,-1 1 0 0 0,1 0 0 0 0,0 0 1 0 0,-1 0-1 0 0,1 0 0 0 0,0 0 0 0 0,-1 0 1 0 0,1 0-1 0 0,0 0 0 0 0,-1 0 0 0 0,1 1 0 0 0,0-1 1 0 0,-1 0-1 0 0,1 0 0 0 0,0 0 0 0 0,-1 0 0 0 0,1 0 15 0 0,0 0-1 0 0,0 0 0 0 0,0 1 0 0 0,0-1 0 0 0,-1 0 0 0 0,1 0 0 0 0,0 0 0 0 0,0 0 0 0 0,0 0 0 0 0,0 0 0 0 0,0 0 0 0 0,0 0 0 0 0,-1 0 0 0 0,1 0 1 0 0,0 0-1 0 0,0 0 0 0 0,0 0 0 0 0,0 0 0 0 0,0-1 0 0 0,-1 1 0 0 0,1 0 0 0 0,0 0 0 0 0,0 0 0 0 0,0 0 0 0 0,0 0 0 0 0,0 0 0 0 0,0 0 0 0 0,0 0 0 0 0,-1 0 1 0 0,1 0-1 0 0,0 0 0 0 0,0-1 0 0 0,0 1 0 0 0,0 0 0 0 0,0 0 0 0 0,0 0 0 0 0,0 0 0 0 0,0 0 0 0 0,0 0 0 0 0,0-1 0 0 0,0 1 0 0 0,0 0 0 0 0,0 0 1 0 0,0 0-1 0 0,0 0 0 0 0,0-1 3 0 0,0 1 0 0 0,-1 0 1 0 0,1 0-1 0 0,0-1 1 0 0,0 1-1 0 0,0 0 0 0 0,0 0 1 0 0,0-1-1 0 0,0 1 0 0 0,-1 0 1 0 0,1 0-1 0 0,0 0 1 0 0,0-1-1 0 0,0 1 0 0 0,0 0 1 0 0,-1 0-1 0 0,1 0 1 0 0,0 0-1 0 0,0 0 0 0 0,-1-1 1 0 0,1 1-1 0 0,0 0 0 0 0,0 0 1 0 0,0 0-1 0 0,-1 0 1 0 0,1 0-1 0 0,0 0 0 0 0,0 0 1 0 0,-1 0-1 0 0,1 0 1 0 0,0 0-1 0 0,-1 0 0 0 0,1 0 1 0 0,0 0-1 0 0,0 0 1 0 0,-1 0-1 0 0,1 0 0 0 0,0 0 1 0 0,0 0-1 0 0,-1 0 0 0 0,1 1 1 0 0,-19 3-85 0 0,13-1 127 0 0,4-6 28 0 0,0-5-24 0 0,2 8-36 0 0,-7-13 33 0 0,6 13-32 0 0,1 0 0 0 0,0-1 0 0 0,0 1 0 0 0,0 0 0 0 0,0 0 0 0 0,-1-1 0 0 0,1 1 0 0 0,0 0 0 0 0,0 0 1 0 0,0-1-1 0 0,-1 1 0 0 0,1 0 0 0 0,0 0 0 0 0,0 0 0 0 0,-1-1 0 0 0,1 1 0 0 0,0 0 0 0 0,-1 0 0 0 0,1 0 0 0 0,0 0 0 0 0,-1 0 0 0 0,1 0 0 0 0,0 0 0 0 0,0 0 0 0 0,-1-1 0 0 0,1 1 0 0 0,0 0 0 0 0,-1 0 0 0 0,0 1 0 0 0,1-2 0 0 0,0 1 0 0 0,-1 0 0 0 0,1 0 0 0 0,0 0 0 0 0,-1 0 0 0 0,1 0 0 0 0,0-1 0 0 0,-1 1 0 0 0,1 0 0 0 0,0 0 0 0 0,0 0 0 0 0,-1-1 0 0 0,1 1 0 0 0,0 0 0 0 0,0 0 0 0 0,0-1 0 0 0,-1 1 0 0 0,1 0 0 0 0,0-1 0 0 0,0 1 0 0 0,0 0 0 0 0,-1-1 0 0 0,-2-4 26 0 0,1 14-13 0 0,2-2-14 0 0,1-9 0 0 0,1-6 0 0 0,-2 8 0 0 0,0 0 0 0 0,0 0 0 0 0,0 0 0 0 0,0 0 0 0 0,0 0 0 0 0,0 0 0 0 0,0 0 0 0 0,0 0 0 0 0,0-1 0 0 0,0 1 0 0 0,0 0 0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0,0 0 0 0 0,0 0 0 0 0,0 0 0 0 0,1 0 0 0 0,-1 0 0 0 0,0 1 0 0 0,0-1 0 0 0,0 0 0 0 0,0 0 0 0 0,0 0 0 0 0,0 0 0 0 0,0 0 0 0 0,0 0 0 0 0,0 0 0 0 0,0 0 0 0 0,0 0 0 0 0,0 0 0 0 0,0 0 0 0 0,0 0 0 0 0,0 0 0 0 0,0 1 0 0 0,1-1 0 0 0,0-1-9 0 0,-1 1 14 0 0,0 0-1 0 0,0 0 1 0 0,0 0 0 0 0,0 0-1 0 0,0 0 1 0 0,0 0 0 0 0,0 0-1 0 0,0 0 1 0 0,0 0 0 0 0,0 0-1 0 0,0 0 1 0 0,0 1 0 0 0,0-1-1 0 0,0 0 1 0 0,0 0 0 0 0,1 0-1 0 0,-1 0 1 0 0,0 0 0 0 0,0 0-1 0 0,0 0 1 0 0,0 0 0 0 0,0 0-1 0 0,0 0 1 0 0,0 0 0 0 0,0 0-1 0 0,0 0 1 0 0,0 0 0 0 0,1 0-1 0 0,-1 0 1 0 0,0 0 0 0 0,0 0-1 0 0,0 0 1 0 0,0 0 0 0 0,0 0-1 0 0,0 0 1 0 0,0 0 0 0 0,0 0-1 0 0,0 0 1 0 0,0 0 0 0 0,1 0-1 0 0,-1 0 1 0 0,0 0 0 0 0,0 0-1 0 0,0 0 1 0 0,0 0 0 0 0,0 0-1 0 0,0 0 1 0 0,0 0 0 0 0,0 0-1 0 0,4 42 316 0 0,-4-5-245 0 0,1-39-46 0 0,-1 3-28 0 0,0-1 0 0 0,0 0-1 0 0,0 0 1 0 0,0 0 0 0 0,0 0-1 0 0,0 0 1 0 0,0 0 0 0 0,0 0-1 0 0,0 0 1 0 0,1 0 0 0 0,-1 0-1 0 0,0 0 1 0 0,0 0 0 0 0,0 0-1 0 0,0 0 1 0 0,0 0 0 0 0,0 0-1 0 0,0 0 1 0 0,0 0 0 0 0,0 0-1 0 0,0 0 1 0 0,0 0 0 0 0,0 0-1 0 0,0 0 1 0 0,0 0 0 0 0,0 0-1 0 0,1 0 1 0 0,-1 0 0 0 0,0 0-1 0 0,0 0 1 0 0,0 0-1 0 0,0 0 1 0 0,0 0 0 0 0,0 0-1 0 0,0 0 1 0 0,1 16 14 0 0,0 0 0 0 0,-1 0 0 0 0,-4 32 0 0 0,3-49 27 0 0,-1-2 36 0 0,-1 9-23 0 0,1 2-29 0 0,2-6 8 0 0,0 7-17 0 0,0-11-14 0 0,1-7 32 0 0,3 20-9 0 0,14 36 34 0 0,-18-45-53 0 0,0-1 0 0 0,0 1-1 0 0,0-1 1 0 0,1 1 0 0 0,-1-1-1 0 0,1 0 1 0 0,-1 1 0 0 0,1-1-1 0 0,0 0 1 0 0,0 1 0 0 0,-1-1-1 0 0,2 2 1 0 0,-1-3-5 0 0,-1 0 0 0 0,1 0 0 0 0,-1 0 0 0 0,0 1 0 0 0,1-1 0 0 0,-1 0 0 0 0,1 0 0 0 0,-1 0 0 0 0,1 0 0 0 0,-1 0 0 0 0,1 0 0 0 0,-1 0 0 0 0,1 0 0 0 0,-1 0 0 0 0,0 0 0 0 0,1 0 0 0 0,-1 0 0 0 0,1 0 0 0 0,-1-1 0 0 0,1 1 0 0 0,-1 0-1 0 0,0 0 1 0 0,1 0 0 0 0,-1-1 0 0 0,1 1 0 0 0,-1 0 0 0 0,0 0 0 0 0,1-1 0 0 0,-1 1 0 0 0,0 0 0 0 0,1-1 0 0 0,-1 1 0 0 0,0 0 0 0 0,1-1 0 0 0,6-7 26 0 0,-5 5 8 0 0,1 1-1 0 0,-1 0 0 0 0,0-1 0 0 0,1 1 0 0 0,0 0 0 0 0,-1 0 0 0 0,1 0 0 0 0,0 0 1 0 0,0 1-1 0 0,0-1 0 0 0,0 1 0 0 0,0 0 0 0 0,6-2 0 0 0,-2 2 44 0 0,1 0 1 0 0,0 0-1 0 0,12 1 0 0 0,-17 0-76 0 0,31-4 54 0 0,-28 2-41 0 0,0 1-1 0 0,0 0 1 0 0,0 1 0 0 0,12 0 0 0 0,-11 1-16 0 0,1 0 0 0 0,-1 1 0 0 0,1 0 0 0 0,-1 0 0 0 0,0 1 0 0 0,11 5 0 0 0,-14-7 15 0 0,-1 0 0 0 0,1 0-1 0 0,-1-1 1 0 0,1 1 0 0 0,0-1 0 0 0,-1 0-1 0 0,1 0 1 0 0,0 0 0 0 0,6-2 0 0 0,9 0 29 0 0,33 0-44 0 0,-46 2 0 0 0,-4 0 0 0 0,0 0 0 0 0,-1 0 0 0 0,1 0 0 0 0,0 0 0 0 0,0 0 0 0 0,0 0 0 0 0,0 0 0 0 0,-1-1 0 0 0,1 1 0 0 0,0-1 0 0 0,0 1 0 0 0,-1-1 0 0 0,1 1 0 0 0,0-1 0 0 0,-1 0 0 0 0,1 0 0 0 0,2-2 0 0 0,-4 3 0 0 0,1-1 0 0 0,-1 1 0 0 0,1-1 0 0 0,-1 1 0 0 0,1 0 0 0 0,0-1 0 0 0,-1 1 0 0 0,1 0 0 0 0,0 0 0 0 0,-1-1 0 0 0,1 1 0 0 0,0 0 0 0 0,-1 0 0 0 0,1 0 0 0 0,0 0 0 0 0,-1 0 0 0 0,1 0 0 0 0,0 0 0 0 0,-1 0 0 0 0,1 0 0 0 0,0 0 0 0 0,0 0 0 0 0,-1 0 0 0 0,2 1 0 0 0,19 10 0 0 0,1 0 0 0 0,-22-11 0 0 0,1 0 0 0 0,-1-1 0 0 0,0 1 0 0 0,1 0 0 0 0,-1 0 0 0 0,0-1 0 0 0,0 1 0 0 0,1 0 0 0 0,-1-1 0 0 0,0 1 0 0 0,0 0 0 0 0,0-1 0 0 0,1 1 0 0 0,-1 0 0 0 0,0-1 0 0 0,0 1 0 0 0,0-1 0 0 0,0 1 0 0 0,0 0 0 0 0,0-1 0 0 0,0 1 0 0 0,0 0 0 0 0,0-1 0 0 0,0 1 0 0 0,0-1 0 0 0,0 1 0 0 0,0 0 0 0 0,0-1 0 0 0,0 1 0 0 0,0-1 0 0 0,-2-15 0 0 0,-2-7 0 0 0,1 0 0 0 0,2-1 0 0 0,0 1 0 0 0,4-46 0 0 0,-2 67 0 0 0,-1 1 0 0 0,0-1 0 0 0,0 1 0 0 0,1-1 0 0 0,-1 0 0 0 0,-1 1 0 0 0,1-1 0 0 0,0 0 0 0 0,0 1 0 0 0,0-1 0 0 0,-1 1 0 0 0,1-1 0 0 0,-1 0 0 0 0,1 1 0 0 0,-1-1 0 0 0,0 1 0 0 0,-1-2 0 0 0,-1-3 0 0 0,2 3 0 0 0,-1 0 0 0 0,2 4 0 0 0,-1 6 0 0 0,-7 9 0 0 0,8-15 0 0 0,-1-1 0 0 0,1 0 0 0 0,0 0 0 0 0,-1 1 0 0 0,1-1 0 0 0,-1 0 0 0 0,1 0 0 0 0,-1 0 0 0 0,1 1 0 0 0,-1-1 0 0 0,1 0 0 0 0,-1 0 0 0 0,1 0 0 0 0,-1 0 0 0 0,1 0 0 0 0,-1 0 0 0 0,1 0 0 0 0,-1 0 0 0 0,1 0 0 0 0,-1 0 0 0 0,1 0 0 0 0,-1 0 0 0 0,1 0 0 0 0,-1-1 0 0 0,1 1 0 0 0,-1 0 0 0 0,1 0 0 0 0,0-1 0 0 0,-1 1 0 0 0,1 0 0 0 0,-1 0 0 0 0,1-1 0 0 0,-1 0 0 0 0,-3-1 0 0 0,1 0 0 0 0,-1 0 0 0 0,0 1 0 0 0,0-1 0 0 0,0 1 0 0 0,0 0 0 0 0,0 0 0 0 0,0 0 0 0 0,0 0 0 0 0,-1 1 0 0 0,1-1 0 0 0,0 1 0 0 0,-7 1 0 0 0,6-1 0 0 0,0 0 0 0 0,0-1 0 0 0,0 1 0 0 0,0-1 0 0 0,-8-3 0 0 0,1 1 0 0 0,-34-4-41 0 0,15 4 31 0 0,28 2 11 0 0,-1 0 0 0 0,1 0-1 0 0,0 1 1 0 0,-1-1-1 0 0,1 1 1 0 0,0 0 0 0 0,-1 0-1 0 0,1 0 1 0 0,-1 1-1 0 0,1-1 1 0 0,0 1 0 0 0,-1 0-1 0 0,1 0 1 0 0,0 0-1 0 0,0 0 1 0 0,0 1 0 0 0,-5 2-1 0 0,-20 10 0 0 0,13-8 0 0 0,8-3 0 0 0,7-3 0 0 0,-1 0 0 0 0,1 0 0 0 0,0 0 0 0 0,-1 1 0 0 0,1-1 0 0 0,-1 0 0 0 0,1 0 0 0 0,0 1 0 0 0,-1-1 0 0 0,1 0 0 0 0,-1 1 0 0 0,1-1 0 0 0,0 0 0 0 0,0 1 0 0 0,-1-1 0 0 0,1 0 0 0 0,0 1 0 0 0,-1-1 0 0 0,1 1 0 0 0,0-1 0 0 0,0 0 0 0 0,0 1 0 0 0,0-1 0 0 0,-1 1 0 0 0,1-1 0 0 0,0 2 0 0 0,0-2 0 0 0,0 0 0 0 0,0 0 0 0 0,0 1 0 0 0,-1-1 0 0 0,1 0 0 0 0,0 0 0 0 0,0 0 0 0 0,-1 0 0 0 0,1 1 0 0 0,0-1 0 0 0,0 0 0 0 0,0 0 0 0 0,-1 0 0 0 0,1 0 0 0 0,0 0 0 0 0,-1 0 0 0 0,1 0 0 0 0,0 1 0 0 0,0-1 0 0 0,-1 0 0 0 0,1 0 0 0 0,0 0 0 0 0,-1 0 0 0 0,1 0 0 0 0,0 0 0 0 0,0 0 0 0 0,-1 0 0 0 0,1-1 0 0 0,0 1 0 0 0,0 0 0 0 0,-1 0 0 0 0,1 0 0 0 0,0 0 0 0 0,0 0 0 0 0,-1 0 0 0 0,1 0 0 0 0,0-1 0 0 0,0 1 0 0 0,-1 0 0 0 0,1 0 0 0 0,0 0 0 0 0,0-1 0 0 0,-1 1 0 0 0,1-1 0 0 0,-1 1 0 0 0,1 0 0 0 0,-1-1 0 0 0,1 1 0 0 0,-1 0 0 0 0,0-1 0 0 0,1 1 0 0 0,-1 0 0 0 0,0 0 0 0 0,1-1 0 0 0,-1 1 0 0 0,0 0 0 0 0,1 0 0 0 0,-1 0 0 0 0,0 0 0 0 0,1 0 0 0 0,-1 0 0 0 0,0 0 0 0 0,1 0 0 0 0,-1 0 0 0 0,0 0 0 0 0,1 1 0 0 0,-1-1 0 0 0,1 0 0 0 0,-1 0 0 0 0,0 1 0 0 0,1-1 0 0 0,-1 0 0 0 0,0 1 0 0 0,-8 6 0 0 0,8-7 0 0 0,0 1 0 0 0,0 0 0 0 0,0 0 0 0 0,0 0 0 0 0,0 0 0 0 0,0-1 0 0 0,0 2 0 0 0,0-1 0 0 0,0 0 0 0 0,-1 1 0 0 0,2-1 0 0 0,0-1 0 0 0,0 0 0 0 0,0 0 0 0 0,0 0 0 0 0,0 1 0 0 0,0-1 0 0 0,0 0 0 0 0,0 0 0 0 0,-1 0 0 0 0,1 0 0 0 0,0 1 0 0 0,0-1 0 0 0,0 0 0 0 0,0 0 0 0 0,0 0 0 0 0,0 0 0 0 0,-1 0 0 0 0,1 0 0 0 0,0 1 0 0 0,0-1 0 0 0,0 0 0 0 0,-1 0 0 0 0,1 0 0 0 0,0 0 0 0 0,0 0 0 0 0,0 0 0 0 0,0 0 0 0 0,-1 0 0 0 0,1 0 0 0 0,0 0 0 0 0,-1 0 0 0 0,-6 2 0 0 0,6-1 0 0 0,1-1 0 0 0,-1 1 0 0 0,1-1 0 0 0,-1 1 0 0 0,1-1 0 0 0,-1 1 0 0 0,1 0 0 0 0,0-1 0 0 0,0 1 0 0 0,-1 0 0 0 0,1-1 0 0 0,0 1 0 0 0,0 0 0 0 0,0 0 0 0 0,0-1 0 0 0,0 1 0 0 0,0 0 0 0 0,0-1 0 0 0,0 2 0 0 0,1 19 0 0 0,-1-11 0 0 0,0 1 0 0 0,-2 1 0 0 0,0 0 0 0 0,0-1 0 0 0,-1 0 0 0 0,0 1 0 0 0,-5 11 0 0 0,1-4 0 0 0,7-16 0 0 0,4-7 0 0 0,6-11 0 0 0,-8 12 0 0 0,7-13 0 0 0,-8 16 0 0 0,6-12 0 0 0,16-22 0 0 0,5 6 0 0 0,0 2 0 0 0,-28 26 0 0 0,0 0 0 0 0,1 0 0 0 0,-1 0 0 0 0,0 0 0 0 0,0 0 0 0 0,0 1 0 0 0,0-1 0 0 0,0 0 0 0 0,0 0 0 0 0,1 0 0 0 0,-1 1 0 0 0,0-1 0 0 0,0 0 0 0 0,0 0 0 0 0,0 0 0 0 0,0 1 0 0 0,0-1 0 0 0,0 0 0 0 0,0 0 0 0 0,0 0 0 0 0,0 1 0 0 0,0-1 0 0 0,0 0 0 0 0,0 0 0 0 0,0 0 0 0 0,0 1 0 0 0,0-1 0 0 0,0 0 0 0 0,0 0 0 0 0,0 0 0 0 0,0 1 0 0 0,0-1 0 0 0,-1 0 0 0 0,1 0 0 0 0,0 0 0 0 0,0 1 0 0 0,0-1 0 0 0,-6 13 0 0 0,-21 15 0 0 0,-56 52 0 0 0,79-77 0 0 0,0 1 0 0 0,0-1 0 0 0,0 1 0 0 0,1 1 0 0 0,-5 6 0 0 0,13-14 0 0 0,4-4 0 0 0,18-14 0 0 0,24-18 0 0 0,1 2 0 0 0,-49 35 0 0 0,-1 0 0 0 0,0 0 0 0 0,1-1 0 0 0,-1 1 0 0 0,0 0 0 0 0,0-1 0 0 0,3-4 0 0 0,-5 6 0 0 0,1 1 0 0 0,-1-1 0 0 0,1 0 0 0 0,-1 1 0 0 0,1-1 0 0 0,-1 0 0 0 0,1 1 0 0 0,-1-1 0 0 0,1 1 0 0 0,-1-1 0 0 0,1 1 0 0 0,0-1 0 0 0,-1 1 0 0 0,1-1 0 0 0,0 1 0 0 0,0 0 0 0 0,-1-1 0 0 0,1 1 0 0 0,0 0 0 0 0,1-1 0 0 0,-2 1 0 0 0,0 0 0 0 0,0 0 0 0 0,1 0 0 0 0,-1 0 0 0 0,0 0 0 0 0,0 0 0 0 0,0 0 0 0 0,0 0 0 0 0,1 0 0 0 0,-1 0 0 0 0,0 0 0 0 0,0 0 0 0 0,0 0 0 0 0,0 0 0 0 0,1 0 0 0 0,-1 0 0 0 0,0 0 0 0 0,0 0 0 0 0,0 0 0 0 0,0 1 0 0 0,1-1 0 0 0,-1 0 0 0 0,0 0 0 0 0,0 0 0 0 0,0 0 0 0 0,0 0 0 0 0,0 0 0 0 0,1 0 0 0 0,-1 1 0 0 0,0-1 0 0 0,0 0 0 0 0,0 0 0 0 0,0 0 0 0 0,0 0 0 0 0,0 0 0 0 0,0 1 0 0 0,0 8 0 0 0,-5 9 0 0 0,5-17 0 0 0,-35 78 0 0 0,44-85 0 0 0,0 0 0 0 0,0 0 0 0 0,15-14 0 0 0,11-16 0 0 0,-28 29 0 0 0,-1 0 0 0 0,11-13 0 0 0,-12 14 0 0 0,-3 4 0 0 0,0 0 0 0 0,-1 0 0 0 0,1 0 0 0 0,0-1 0 0 0,-1 1 0 0 0,2-3 0 0 0,-4 3 0 0 0,-1 4 0 0 0,-2 3 0 0 0,-43 81 0 0 0,39-75 0 0 0,0 0 0 0 0,0 0 0 0 0,-1-1 0 0 0,0 0 0 0 0,-13 10 0 0 0,17-17 0 0 0,3-3 0 0 0,10-8 0 0 0,24-14 0 0 0,-17 10 0 0 0,29-31 0 0 0,-30 28 0 0 0,-10 9 0 0 0,1 0 0 0 0,1 1 0 0 0,6-6 0 0 0,-11 11 0 0 0,0-1 0 0 0,0 0 0 0 0,0 1 0 0 0,0-1 0 0 0,0 1 0 0 0,0-1 0 0 0,0 1 0 0 0,0-1 0 0 0,0 1 0 0 0,0 0 0 0 0,1 0 0 0 0,1-1 0 0 0,-3 1 0 0 0,1 0 0 0 0,-1 0 0 0 0,0 0 0 0 0,1 1 0 0 0,-1-1 0 0 0,0 0 0 0 0,1 0 0 0 0,-1 0 0 0 0,0 0 0 0 0,1 1 0 0 0,-1-1 0 0 0,0 0 0 0 0,0 0 0 0 0,1 0 0 0 0,-1 1 0 0 0,0-1 0 0 0,0 0 0 0 0,1 0 0 0 0,-1 1 0 0 0,0-1 0 0 0,0 0 0 0 0,0 1 0 0 0,0-1 0 0 0,1 0 0 0 0,-1 1 0 0 0,0 0 0 0 0,0 1 0 0 0,0 0 0 0 0,1 0 0 0 0,-1 1 0 0 0,0-1 0 0 0,-1 0 0 0 0,1 1 0 0 0,0-1 0 0 0,-1 0 0 0 0,1 0 0 0 0,-2 3 0 0 0,1-2 0 0 0,0 0 0 0 0,0-1 0 0 0,0 1 0 0 0,-1-1 0 0 0,1 1 0 0 0,-1-1 0 0 0,0 1 0 0 0,0-1 0 0 0,0 0 0 0 0,0 0 0 0 0,0 0 0 0 0,-3 3 0 0 0,-7 6 0 0 0,5 2 0 0 0,7-12 0 0 0,0-1 0 0 0,0 1 0 0 0,0-1 0 0 0,0 0 0 0 0,0 1 0 0 0,0-1 0 0 0,0 1 0 0 0,0-1 0 0 0,0 1 0 0 0,0-1 0 0 0,0 1 0 0 0,1-1 0 0 0,-1 1 0 0 0,0-1 0 0 0,0 1 0 0 0,0-1 0 0 0,1 1 0 0 0,-1-1 0 0 0,0 0 0 0 0,0 1 0 0 0,1-1 0 0 0,-1 0 0 0 0,0 1 0 0 0,1-1 0 0 0,-1 0 0 0 0,0 1 0 0 0,1-1 0 0 0,-1 0 0 0 0,1 1 0 0 0,-1-1 0 0 0,0 0 0 0 0,1 0 0 0 0,-1 0 0 0 0,1 1 0 0 0,0-1 0 0 0,0 0 0 0 0,0 0 0 0 0,-1 0 0 0 0,1 0 0 0 0,0 0 0 0 0,0 0 0 0 0,0-1 0 0 0,-1 1 0 0 0,1 0 0 0 0,0 0 0 0 0,0-1 0 0 0,-1 1 0 0 0,1 0 0 0 0,0-1 0 0 0,-1 1 0 0 0,1-1 0 0 0,0 1 0 0 0,-1-1 0 0 0,1 1 0 0 0,-1-1 0 0 0,2 0 0 0 0,12-16 0 0 0,-10 12 0 0 0,-4 5 0 0 0,1 0 0 0 0,-1 0 0 0 0,0 0 0 0 0,0-1 0 0 0,0 1 0 0 0,0 0 0 0 0,1 0 0 0 0,-1 0 0 0 0,0 0 0 0 0,0 0 0 0 0,1-1 0 0 0,-1 1 0 0 0,0 0 0 0 0,0 0 0 0 0,1 0 0 0 0,-1 0 0 0 0,0 0 0 0 0,0 0 0 0 0,1 0 0 0 0,-1 0 0 0 0,0 0 0 0 0,0 0 0 0 0,1 0 0 0 0,-1 0 0 0 0,0 0 0 0 0,0 0 0 0 0,1 0 0 0 0,-1 0 0 0 0,0 0 0 0 0,0 0 0 0 0,1 0 0 0 0,-1 1 0 0 0,16 8 0 0 0,-15-9 0 0 0,-1 1 0 0 0,0-1 0 0 0,0 0 0 0 0,0 1 0 0 0,0-1 0 0 0,0 0 0 0 0,0 1 0 0 0,1-1 0 0 0,-1 1 0 0 0,0-1 0 0 0,0 0 0 0 0,0 1 0 0 0,0-1 0 0 0,0 0 0 0 0,0 1 0 0 0,0-1 0 0 0,-1 0 0 0 0,1 1 0 0 0,0-1 0 0 0,0 0 0 0 0,0 1 0 0 0,0-1 0 0 0,0 0 0 0 0,0 1 0 0 0,-1-1 0 0 0,1 0 0 0 0,0 1 0 0 0,0-1 0 0 0,-1 0 0 0 0,1 0 0 0 0,0 1 0 0 0,0-1 0 0 0,-1 0 0 0 0,1 1 0 0 0,-12 8 0 0 0,34-27-308 0 0,-2 3 568 0 0,20-13-244 0 0,-39 27-16 0 0,1 0 0 0 0,0 0 0 0 0,-1 0 0 0 0,1 0 0 0 0,0 0 0 0 0,0 0 0 0 0,0 1 0 0 0,0-1 0 0 0,0 0 0 0 0,0 1 0 0 0,3-1 0 0 0,-5 1 0 0 0,1 0 0 0 0,-1 0 0 0 0,0 0 0 0 0,1 0 0 0 0,-1 0 0 0 0,0 1 0 0 0,1-1 0 0 0,-1 0 0 0 0,1 0 0 0 0,-1 0 0 0 0,0 0 0 0 0,1 1 0 0 0,-1-1 0 0 0,0 0 0 0 0,1 0 0 0 0,-1 1 0 0 0,0-1 0 0 0,0 0 0 0 0,1 1 0 0 0,-1-1 0 0 0,0 0 0 0 0,0 1 0 0 0,0-1 0 0 0,1 0 0 0 0,-1 1 0 0 0,0-1 0 0 0,0 0 0 0 0,0 1 0 0 0,0-1 0 0 0,0 1 0 0 0,1 0 0 0 0,-1 1 0 0 0,0 1 0 0 0,0-1 0 0 0,-1 1 0 0 0,1-1 0 0 0,0 1 0 0 0,-1 0 0 0 0,1-1 0 0 0,-1 1 0 0 0,0-1 0 0 0,-1 3 0 0 0,-9 7 0 0 0,10-11 0 0 0,0 0 0 0 0,0 0 0 0 0,0 0 0 0 0,0 0 0 0 0,0 1 0 0 0,0-1 0 0 0,0 0 0 0 0,0 1 0 0 0,1-1 0 0 0,-1 0 0 0 0,-1 3 0 0 0,2-3 0 0 0,0 0 0 0 0,0 0 0 0 0,-1-1 0 0 0,1 1 0 0 0,0 0 0 0 0,0 0 0 0 0,0 0 0 0 0,0 0 0 0 0,0 0 0 0 0,0 0 0 0 0,0 0 0 0 0,0 0 0 0 0,0 0 0 0 0,1 0 0 0 0,-1 0 0 0 0,0 0 0 0 0,0 0 0 0 0,2 1 0 0 0,4-1 0 0 0,5-8 0 0 0,-3-3 0 0 0,14-12 0 0 0,-22 22 0 0 0,1-1 0 0 0,0 1 0 0 0,0-1 0 0 0,0 0 0 0 0,0 1 0 0 0,0 0 0 0 0,0-1 0 0 0,0 1 0 0 0,0-1 0 0 0,0 1 0 0 0,0 0 0 0 0,0 0 0 0 0,0 0 0 0 0,0 0 0 0 0,0-1 0 0 0,0 1 0 0 0,0 1 0 0 0,0-1 0 0 0,0 0 0 0 0,0 0 0 0 0,0 0 0 0 0,0 0 0 0 0,0 1 0 0 0,1 0 0 0 0,-1-1 0 0 0,-1 0 0 0 0,0 0 0 0 0,0 1 0 0 0,0-1 0 0 0,1 0 0 0 0,-1 0 0 0 0,0 1 0 0 0,0-1 0 0 0,0 0 0 0 0,0 1 0 0 0,1-1 0 0 0,-1 0 0 0 0,0 1 0 0 0,0-1 0 0 0,0 0 0 0 0,0 1 0 0 0,0-1 0 0 0,0 0 0 0 0,0 1 0 0 0,0-1 0 0 0,0 0 0 0 0,0 1 0 0 0,0-1 0 0 0,0 1 0 0 0,0-1 0 0 0,0 0 0 0 0,-1 1 0 0 0,1-1 0 0 0,0 0 0 0 0,0 0 0 0 0,0 1 0 0 0,0-1 0 0 0,-1 0 0 0 0,1 1 0 0 0,0-1 0 0 0,0 0 0 0 0,-1 1 0 0 0,-7 9 0 0 0,7-8 0 0 0,-7 6 0 0 0,6-7 0 0 0,19-11 0 0 0,-15 6 0 0 0,0-1 0 0 0,0 1 0 0 0,0 0 0 0 0,4-5 0 0 0,-20 29 0 0 0,13-19 0 0 0,6-18 0 0 0,-2 2 0 0 0,-2 6 0 0 0,1 0 0 0 0,0 0 0 0 0,7-17 0 0 0,9-23 0 0 0,-15 45 0 0 0,-3 3 0 0 0,1 0 0 0 0,0-1 0 0 0,0 1 0 0 0,0-1 0 0 0,-1 1 0 0 0,1 0 0 0 0,-1-1 0 0 0,1 0 0 0 0,-1 1 0 0 0,0-3 0 0 0,-1 4 0 0 0,0 0 0 0 0,0 0 0 0 0,0 0 0 0 0,1 0 0 0 0,-1 0 0 0 0,0 0 0 0 0,0 0 0 0 0,0 0 0 0 0,0 1 0 0 0,0-1 0 0 0,0 0 0 0 0,0 1 0 0 0,0-1 0 0 0,0 0 0 0 0,0 1 0 0 0,0-1 0 0 0,1 1 0 0 0,-1 0 0 0 0,-1 0 0 0 0,-1 1 0 0 0,-2 2 0 0 0,4-4 0 0 0,1 0 0 0 0,-1 1 0 0 0,1-1 0 0 0,-1 1 0 0 0,1-1 0 0 0,-1 1 0 0 0,1-1 0 0 0,-1 0 0 0 0,1 1 0 0 0,-1-1 0 0 0,0 0 0 0 0,1 0 0 0 0,-1 1 0 0 0,0-1 0 0 0,1 0 0 0 0,-1 0 0 0 0,1 0 0 0 0,-1 0 0 0 0,0 0 0 0 0,1 0 0 0 0,-1 0 0 0 0,0 0 0 0 0,1 0 0 0 0,-1 0 0 0 0,0 0 0 0 0,1 0 0 0 0,-1 0 0 0 0,-1-1 0 0 0,-20-9 0 0 0,15 6 0 0 0,0 0 0 0 0,0 0 0 0 0,0 0 0 0 0,-13-3 0 0 0,16 5 0 0 0,0 1 0 0 0,1 0 0 0 0,-1 0 0 0 0,0 1 0 0 0,0-1 0 0 0,0 1 0 0 0,0 0 0 0 0,0 0 0 0 0,1 0 0 0 0,-1 0 0 0 0,-7 2 0 0 0,10-2 0 0 0,0 1 0 0 0,1-1 0 0 0,-1 1 0 0 0,0-1 0 0 0,0 1 0 0 0,0-1 0 0 0,0 1 0 0 0,1-1 0 0 0,-1 1 0 0 0,0 0 0 0 0,1-1 0 0 0,-1 1 0 0 0,1 0 0 0 0,-1 0 0 0 0,0-1 0 0 0,1 1 0 0 0,0 0 0 0 0,-1 0 0 0 0,1 0 0 0 0,-1 0 0 0 0,1 0 0 0 0,0 0 0 0 0,0-1 0 0 0,-1 1 0 0 0,1 0 0 0 0,0 0 0 0 0,0 0 0 0 0,0 0 0 0 0,0 0 0 0 0,0 0 0 0 0,0 0 0 0 0,1 0 0 0 0,-1 0 0 0 0,0 0 0 0 0,0 0 0 0 0,1 0 0 0 0,-1 0 0 0 0,0-1 0 0 0,1 1 0 0 0,-1 0 0 0 0,1 0 0 0 0,1 1 0 0 0,-2-2 0 0 0,1 0 0 0 0,0-1 0 0 0,0 1 0 0 0,0-1 0 0 0,0 1 0 0 0,0-1 0 0 0,-1 1 0 0 0,1-1 0 0 0,0 0 0 0 0,0 1 0 0 0,-1-1 0 0 0,1 0 0 0 0,0 1 0 0 0,-1-1 0 0 0,1 0 0 0 0,-1 0 0 0 0,1 0 0 0 0,0-1 0 0 0,5-6 0 0 0,-5 8 0 0 0,0-1 0 0 0,-1 1 0 0 0,1-1 0 0 0,-1 1 0 0 0,1 0 0 0 0,0-1 0 0 0,-1 1 0 0 0,1 0 0 0 0,0-1 0 0 0,0 1 0 0 0,-1 0 0 0 0,1 0 0 0 0,0 0 0 0 0,0 0 0 0 0,-1-1 0 0 0,1 1 0 0 0,0 0 0 0 0,0 1 0 0 0,-1-1 0 0 0,1 0 0 0 0,0 0 0 0 0,0 0 0 0 0,-1 0 0 0 0,1 0 0 0 0,0 1 0 0 0,0-1 0 0 0,-1 0 0 0 0,1 1 0 0 0,0-1 0 0 0,-1 1 0 0 0,1-1 0 0 0,-1 0 0 0 0,1 1 0 0 0,0-1 0 0 0,-1 1 0 0 0,1 0 0 0 0,-1-1 0 0 0,1 2 0 0 0,1-1 0 0 0,20 18 0 0 0,-21-18 0 0 0,0-1 0 0 0,0 1 0 0 0,0 0 0 0 0,0-1 0 0 0,0 0 0 0 0,0 1 0 0 0,0-1 0 0 0,0 1 0 0 0,0-1 0 0 0,0 0 0 0 0,0 0 0 0 0,1 0 0 0 0,-1 0 0 0 0,0 0 0 0 0,0 0 0 0 0,0 0 0 0 0,0 0 0 0 0,1 0 0 0 0,-1 0 0 0 0,0 0 0 0 0,0-1 0 0 0,1 0 0 0 0,-2 1 0 0 0,0 0 0 0 0,1 0 0 0 0,-1 0 0 0 0,0 0 0 0 0,0 0 0 0 0,0 0 0 0 0,0 0 0 0 0,0 0 0 0 0,0 0 0 0 0,0 0 0 0 0,1 0 0 0 0,-1-1 0 0 0,0 1 0 0 0,0 0 0 0 0,0 0 0 0 0,0 0 0 0 0,0 0 0 0 0,0 0 0 0 0,0 0 0 0 0,0 0 0 0 0,0-1 0 0 0,0 1 0 0 0,0 0 0 0 0,0 0 0 0 0,0 0 0 0 0,0 0 0 0 0,0 0 0 0 0,0-1 0 0 0,0 1 0 0 0,0 0 0 0 0,0 0 0 0 0,0 0 0 0 0,0 0 0 0 0,0 0 0 0 0,0 0 0 0 0,0-1 0 0 0,0 1 0 0 0,0 0 0 0 0,0 0 0 0 0,0 0 0 0 0,0 0 0 0 0,0-1 0 0 0,0 1 0 0 0,0 0 0 0 0,-1 0 0 0 0,1 0 0 0 0,0 0 0 0 0,0 0 0 0 0,0 0 0 0 0,0 0 0 0 0,0 0 0 0 0,-1 0 0 0 0,1 0 0 0 0,0 0 0 0 0,0 0 0 0 0,0 0 0 0 0,0 0 0 0 0,0 0 0 0 0,-1 0 0 0 0,1 0 0 0 0,0 0 0 0 0,0 0 0 0 0,0 0 0 0 0,0 0 0 0 0,0 1 0 0 0,-1-1 0 0 0,1 0 0 0 0,0 0 0 0 0,0 0 0 0 0,0 0 0 0 0,0 0 0 0 0,0 0 0 0 0,0 0 0 0 0,0 0 0 0 0,0 1 0 0 0,-1-1 0 0 0,1 0 0 0 0,0 0 0 0 0,0 0 0 0 0,0 0 0 0 0,0 0 0 0 0,0 0 0 0 0,0 1 0 0 0,0-1 0 0 0,0 0 0 0 0,0 0 0 0 0,0 0 0 0 0,0 0 0 0 0,0 1 0 0 0,-2 2 0 0 0,0-1 0 0 0,1 1 0 0 0,-1 0 0 0 0,-1-1 0 0 0,1 1 0 0 0,-5 3 0 0 0,-1 3 0 0 0,-4 2 0 0 0,8-8 0 0 0,1 0 0 0 0,0 0 0 0 0,0 1 0 0 0,0-1 0 0 0,-5 8 0 0 0,8-12 0 0 0,1 1 0 0 0,-1-1 0 0 0,0 1 0 0 0,0-1 0 0 0,1 1 0 0 0,-1 0 0 0 0,0-1 0 0 0,1 1 0 0 0,-1-1 0 0 0,0 1 0 0 0,1 0 0 0 0,-1-1 0 0 0,0 1 0 0 0,1 0 0 0 0,-1 0 0 0 0,1-1 0 0 0,-1 1 0 0 0,2-1 0 0 0,-2 2 0 0 0,1-1 0 0 0,0 0 0 0 0,0 0 0 0 0,-1 0 0 0 0,1 0 0 0 0,0 0 0 0 0,0 1 0 0 0,-1-1 0 0 0,1 0 0 0 0,0 1 0 0 0,-1-1 0 0 0,1 0 0 0 0,-1 1 0 0 0,1-1 0 0 0,0 1 0 0 0,-1-1 0 0 0,1 1 0 0 0,-1-1 0 0 0,1 2 0 0 0,16 15 0 0 0,-11-10 0 0 0,0 0 0 0 0,1-1 0 0 0,11 10 0 0 0,-17-16 0 0 0,-1 0 0 0 0,0 0 0 0 0,0 0 0 0 0,1 0 0 0 0,-1 0 0 0 0,0 0 0 0 0,1 0 0 0 0,-1 0 0 0 0,0 0 0 0 0,0 0 0 0 0,1 1 0 0 0,-1-1 0 0 0,0-1 0 0 0,1 1 0 0 0,-1 0 0 0 0,0 0-1 0 0,0 0 1 0 0,1 0 0 0 0,-1 0 0 0 0,0 0 0 0 0,1 0 0 0 0,-1 0 0 0 0,0 0 0 0 0,0 0 0 0 0,1-1 0 0 0,-1 1 0 0 0,0 0 0 0 0,0 0 0 0 0,0 0 0 0 0,1-1 0 0 0,-1 1 0 0 0,0 0 0 0 0,8-13-3 0 0,-7 11 3 0 0,-1 1-1 0 0,1-1 1 0 0,0 0 0 0 0,-1 0-1 0 0,1 0 1 0 0,-1 0 0 0 0,0 0-1 0 0,0 0 1 0 0,1 0 0 0 0,-1 0-1 0 0,-1-2 1 0 0,1 1 0 0 0,-1 1 0 0 0,1-1 0 0 0,-1 1 0 0 0,1-1 0 0 0,0 1 0 0 0,0-1 0 0 0,1-4 0 0 0,-1-8 0 0 0,-1 10 0 0 0,1-9 0 0 0,1-1 0 0 0,2-18 0 0 0,-3 33 0 0 0,0 0 0 0 0,0 0 0 0 0,0 0 0 0 0,0 0 0 0 0,0 0 0 0 0,0 0 0 0 0,0 0 0 0 0,0 0 0 0 0,0 0 0 0 0,0 0 0 0 0,0 0 0 0 0,-1 0 0 0 0,1 0 0 0 0,0 0 0 0 0,0 1 0 0 0,0-1 0 0 0,0 0 0 0 0,0 0 0 0 0,0 0 0 0 0,0 0 0 0 0,0 0 0 0 0,0 0 0 0 0,0 0 0 0 0,0 0 0 0 0,0 0 0 0 0,-1 0 0 0 0,1 0 0 0 0,0 0 0 0 0,0 0 0 0 0,0 0 0 0 0,0 0 0 0 0,0 0 0 0 0,0 0 0 0 0,0 0 0 0 0,0 0 0 0 0,0-1 0 0 0,0 1 0 0 0,0 0 0 0 0,0 0 0 0 0,-1 0 0 0 0,1 0 0 0 0,0 0 0 0 0,0 0 0 0 0,0 0 0 0 0,0 0 0 0 0,0 0 0 0 0,0 0 0 0 0,0 0 0 0 0,0 0 0 0 0,0 0 0 0 0,-3 8 0 0 0,3 79 0 0 0,1-75 0 0 0,3-17 0 0 0,-2 1 0 0 0,-1 1 0 0 0,0-1 0 0 0,-1 1 0 0 0,1-1 0 0 0,0-4 0 0 0,-1-1 0 0 0,0 3 0 0 0,0 0 0 0 0,0 0 0 0 0,-1-1 0 0 0,1 1 0 0 0,-4-10 0 0 0,1 2-12 0 0,3 13 9 0 0,0-1 0 0 0,0 1 1 0 0,0 0-1 0 0,0 0 1 0 0,-1-1-1 0 0,1 1 0 0 0,0 0 1 0 0,-1 0-1 0 0,1 0 1 0 0,-1 0-1 0 0,1 0 1 0 0,-1 0-1 0 0,1 0 0 0 0,-1 0 1 0 0,0 0-1 0 0,0 0 1 0 0,1 0-1 0 0,-1 0 0 0 0,0 0 1 0 0,0 0-1 0 0,0 0 1 0 0,0 1-1 0 0,-1-2 0 0 0,-2 1-18 0 0,1-1 0 0 0,0 1 0 0 0,0 0 0 0 0,-1 0 0 0 0,1 0 0 0 0,-1 0 0 0 0,1 1 0 0 0,0-1 0 0 0,-1 1 0 0 0,1 0 0 0 0,-1 0 0 0 0,1 0 0 0 0,-1 1 0 0 0,1-1 0 0 0,-1 1 0 0 0,-4 1 0 0 0,8-2 21 0 0,0 0 0 0 0,-1 0 0 0 0,1 0 0 0 0,0-1 0 0 0,0 1 0 0 0,0 0 0 0 0,-1 0 0 0 0,1 0 0 0 0,0 0 0 0 0,0-1 0 0 0,0 1 0 0 0,-1 0 0 0 0,1 0 0 0 0,0-1 0 0 0,0 1 0 0 0,0 0 0 0 0,0 0 0 0 0,0 0 0 0 0,0-1 0 0 0,0 1 0 0 0,0 0 0 0 0,0-1 0 0 0,-1 1 0 0 0,1 0 0 0 0,0 0 0 0 0,0-1 0 0 0,0 1 0 0 0,0 0 0 0 0,1 0 0 0 0,-1-1 0 0 0,0 1 0 0 0,0 0 0 0 0,0 0 0 0 0,0-1 0 0 0,0 1 0 0 0,0 0 0 0 0,0 0 0 0 0,0-1 0 0 0,0 1 0 0 0,1 0 0 0 0,-1 0 0 0 0,0-1 0 0 0,0 1 0 0 0,0 0 0 0 0,1 0 0 0 0,-1 0 0 0 0,0-1 0 0 0,2 0 0 0 0,0 0 0 0 0,0 0 0 0 0,0 0 0 0 0,0 0 0 0 0,-1 1 0 0 0,1-1 0 0 0,0 0 0 0 0,0 1 0 0 0,1 0 0 0 0,-1-1 0 0 0,0 1 0 0 0,0 0 0 0 0,0 0 0 0 0,0 0 0 0 0,0 0 0 0 0,0 0 0 0 0,0 1 0 0 0,0-1 0 0 0,0 1 0 0 0,0-1 0 0 0,0 1 0 0 0,0 0 0 0 0,0 0 0 0 0,0-1 0 0 0,0 1 0 0 0,-1 1 0 0 0,1-1 0 0 0,0 0 0 0 0,1 2 0 0 0,-1-2 0 0 0,-1 0 0 0 0,0 0 0 0 0,0 0 0 0 0,1 0 0 0 0,-1 0 0 0 0,1-1 0 0 0,-1 1 0 0 0,1 0 0 0 0,2 0 0 0 0,-3-1 0 0 0,0 0 0 0 0,-1 1 0 0 0,1-1 0 0 0,-1 0 0 0 0,1 0 0 0 0,-1 0 0 0 0,1 0 0 0 0,0 0 0 0 0,-1 0 0 0 0,1 0 0 0 0,-1 0 0 0 0,1 0 0 0 0,-1 0 0 0 0,1-1 0 0 0,0 1 0 0 0,-1 0 0 0 0,1 0 0 0 0,-1-1 0 0 0,1 1 0 0 0,-1 0 0 0 0,1 0 0 0 0,-1-1 0 0 0,1 1 0 0 0,-1 0 0 0 0,0-1 0 0 0,1 1 0 0 0,-1-1 0 0 0,1 1 0 0 0,-1-1 0 0 0,1 0 0 0 0,-1 1 0 0 0,0-1 0 0 0,0 1 0 0 0,0 0 0 0 0,0-1 0 0 0,0 1 0 0 0,0 0 0 0 0,0-1 0 0 0,0 1 0 0 0,0-1 0 0 0,0 1 0 0 0,0 0 0 0 0,0-1 0 0 0,-1 1 0 0 0,1-1 0 0 0,0 1 0 0 0,0 0 0 0 0,0-1 0 0 0,0 1 0 0 0,-1 0 0 0 0,1-1 0 0 0,0 1 0 0 0,0 0 0 0 0,-1 0 0 0 0,1-1 0 0 0,0 1 0 0 0,-1 0 0 0 0,1 0 0 0 0,0-1 0 0 0,-1 1 0 0 0,1 0 0 0 0,0 0 0 0 0,-1 0 0 0 0,1-1 0 0 0,0 1 0 0 0,-1 0 0 0 0,1 0 0 0 0,-1 0 0 0 0,1 0 0 0 0,0 0 0 0 0,-1 0 0 0 0,1 0 0 0 0,-1 0 0 0 0,1 0 0 0 0,-1 0 0 0 0,-18-2 0 0 0,14 3 0 0 0,4 0 0 0 0,0-1 0 0 0,1 0 0 0 0,-1 1 0 0 0,0-1 0 0 0,0 0 0 0 0,0 0 0 0 0,0 0 0 0 0,0 0 0 0 0,0 0 0 0 0,0 0 0 0 0,0 0 0 0 0,1 0 0 0 0,-1 0 0 0 0,0 0 0 0 0,0-1 0 0 0,0 1 0 0 0,0 0 0 0 0,0-1 0 0 0,0 1 0 0 0,0-1 0 0 0,0-2 0 0 0,6 4 0 0 0,5 3 0 0 0,-3 1 0 0 0,-4-3 0 0 0,0 0 0 0 0,1 0 0 0 0,-1 0 0 0 0,0-1 0 0 0,1 1 0 0 0,4 1 0 0 0,-7-3 0 0 0,0 0 0 0 0,0 0 0 0 0,-1 0 0 0 0,1 0 0 0 0,0 0 0 0 0,0 0 0 0 0,0 0 0 0 0,-1 0 0 0 0,1 0 0 0 0,0 0 0 0 0,0-1 0 0 0,-1 1 0 0 0,1 0 0 0 0,0 0 0 0 0,0-1 0 0 0,-1 1 0 0 0,1-1 0 0 0,0 1 0 0 0,-1 0 0 0 0,1-1 0 0 0,-1 0 0 0 0,1 1 0 0 0,0-1 0 0 0,-1 1 0 0 0,1-1 0 0 0,-1 1 0 0 0,0-1 0 0 0,1 0 0 0 0,-1 1 0 0 0,1-1 0 0 0,-1 0 0 0 0,0 0 0 0 0,0 1 0 0 0,1-1 0 0 0,-1 0 0 0 0,0 0 0 0 0,0 1 0 0 0,0-2 0 0 0,0 1 0 0 0,0 1 0 0 0,0-1 0 0 0,0 1 0 0 0,0 0 0 0 0,0-1 0 0 0,0 1 0 0 0,0-1 0 0 0,0 1 0 0 0,0 0 0 0 0,-1-1 0 0 0,1 1 0 0 0,0 0 0 0 0,0-1 0 0 0,0 1 0 0 0,-1-1 0 0 0,1 1 0 0 0,0 0 0 0 0,0 0 0 0 0,-1-1 0 0 0,1 1 0 0 0,0 0 0 0 0,-1-1 0 0 0,1 1 0 0 0,0 0 0 0 0,-1 0 0 0 0,1 0 0 0 0,0-1 0 0 0,-1 1 0 0 0,0 0 0 0 0,-13-5 0 0 0,10 4 0 0 0,2 0 0 0 0,1 1 0 0 0,-1-1 0 0 0,1 1 0 0 0,-1 0 0 0 0,0 0 0 0 0,1 0 0 0 0,-1 0 0 0 0,1 0 0 0 0,-1 0 0 0 0,0 0 0 0 0,1 0 0 0 0,-1 1 0 0 0,1-1 0 0 0,-3 1 0 0 0,1 0 0 0 0,1 0 0 0 0,0-1 0 0 0,0 1 0 0 0,-1-1 0 0 0,1 0 0 0 0,-5 0 0 0 0,1-1 0 0 0,-11-3 0 0 0,15 4 0 0 0,3-1 0 0 0,-1 1 0 0 0,0 0 0 0 0,0 0 0 0 0,1-1 0 0 0,-1 1 0 0 0,0 0 0 0 0,0 0 0 0 0,1-1 0 0 0,-1 1 0 0 0,0 0 0 0 0,0 0 0 0 0,1 0 0 0 0,-1-1 0 0 0,0 1 0 0 0,1 0 0 0 0,-1 0 0 0 0,0 0 0 0 0,1 0 0 0 0,-1 0 0 0 0,1 0 0 0 0,-1 0 0 0 0,0 0 0 0 0,1 0 0 0 0,-1 0 0 0 0,0 0 0 0 0,1 0 0 0 0,-1 0 0 0 0,1 0 0 0 0,8 1 0 0 0,-6 0 0 0 0,0 0 0 0 0,-1 1 0 0 0,1 0 0 0 0,-1 0 0 0 0,0 0 0 0 0,0 0 0 0 0,0 0 0 0 0,0 0 0 0 0,0 0 0 0 0,0 1 0 0 0,0-1 0 0 0,-1 0 0 0 0,1 1 0 0 0,-1 0 0 0 0,0-1 0 0 0,2 5 0 0 0,-1-2 0 0 0,0-1 0 0 0,0 0 0 0 0,0 0 0 0 0,1 0 0 0 0,4 4 0 0 0,-7-8 0 0 0,0 1 0 0 0,0-1 0 0 0,1 0 0 0 0,-1 0 0 0 0,0 0 0 0 0,0 0 0 0 0,0 0 0 0 0,1 0 0 0 0,-1 0 0 0 0,0-1 0 0 0,0 1 0 0 0,1 0 0 0 0,-1 0 0 0 0,0 0 0 0 0,0 0 0 0 0,0 0 0 0 0,1 0 0 0 0,-1 0 0 0 0,0 0 0 0 0,0 0 0 0 0,0-1 0 0 0,1 1 0 0 0,-1 0 0 0 0,0 0 0 0 0,0 0 0 0 0,0 0 0 0 0,0-1 0 0 0,0 1 0 0 0,0 0 0 0 0,1 0 0 0 0,-1 0 0 0 0,0-1 0 0 0,0 1 0 0 0,0 0 0 0 0,0 0 0 0 0,0 0 0 0 0,0-1 0 0 0,0 1 0 0 0,0 0 0 0 0,0 0 0 0 0,0-1 0 0 0,0 1 0 0 0,0 0 0 0 0,0 0 0 0 0,0 0 0 0 0,0-1 0 0 0,2-13 0 0 0,-3 12 4 0 0,0-1 0 0 0,0 1 0 0 0,-1-1-1 0 0,1 1 1 0 0,0-1 0 0 0,-1 1 0 0 0,0 0 0 0 0,1 0-1 0 0,-1 0 1 0 0,0 0 0 0 0,0 0 0 0 0,0 0-1 0 0,-3-2 1 0 0,-6-6 7 0 0,10 10-11 0 0,1 0 0 0 0,0 0 0 0 0,0 0 0 0 0,0-1 0 0 0,0 1 0 0 0,-1 0 0 0 0,1 0 0 0 0,0 0 0 0 0,0-1 0 0 0,0 1 0 0 0,0 0 0 0 0,0 0 0 0 0,0-1 0 0 0,-1 1 0 0 0,1 0 0 0 0,0 0 0 0 0,0-1 0 0 0,0 1 0 0 0,0 0 0 0 0,0 0 0 0 0,0-1 0 0 0,0 1 0 0 0,0 0 0 0 0,0 0 0 0 0,0-1 0 0 0,0 1 0 0 0,0 0 0 0 0,0 0 0 0 0,1 0 0 0 0,-1-1 0 0 0,0 1 0 0 0,0 0 0 0 0,0 0 0 0 0,0-1 0 0 0,0 1 0 0 0,0 0 0 0 0,1 0 0 0 0,-1 0 0 0 0,0-1 0 0 0,0 1 0 0 0,0 0 0 0 0,1 0 0 0 0,-1 0 0 0 0,0 0 0 0 0,0-1 0 0 0,0 1 0 0 0,1 0 0 0 0,-1 0 0 0 0,0 0 0 0 0,1 0 0 0 0,13-5 0 0 0,-12 4 0 0 0,-1 1 0 0 0,-1 0 0 0 0,1-1 0 0 0,-1 1 0 0 0,0 0 0 0 0,1-1 0 0 0,-1 1 0 0 0,1 0 0 0 0,-1 0 0 0 0,1-1 0 0 0,-1 1 0 0 0,1 0 0 0 0,0 0 0 0 0,-1 0 0 0 0,1 0 0 0 0,-1 0 0 0 0,1 0 0 0 0,-1 0 0 0 0,1 0 0 0 0,-1 0 0 0 0,1 0 0 0 0,-1 0 0 0 0,1 0 0 0 0,-1 0 0 0 0,1 1 0 0 0,-1-1 0 0 0,1 0 0 0 0,-1 0 0 0 0,1 0 0 0 0,-1 1 0 0 0,1-1 0 0 0,-1 0 0 0 0,1 1 0 0 0,-1-1 0 0 0,0 0 0 0 0,1 1 0 0 0,-1-1 0 0 0,1 1 0 0 0,0 2 0 0 0,0-1 0 0 0,-1 0 0 0 0,1 1 0 0 0,0-1 0 0 0,-1 0 0 0 0,0 1 0 0 0,0 2 0 0 0,0-3 0 0 0,0-1 0 0 0,0 1 0 0 0,1-1 0 0 0,-1 1 0 0 0,0-1 0 0 0,0 1 0 0 0,1-1 0 0 0,-1 1 0 0 0,1-1 0 0 0,1 3 0 0 0,-6-12-11 0 0,-3-4 40 0 0,6 12-35 0 0,1 0 0 0 0,0-1 0 0 0,-1 1 0 0 0,1 0-1 0 0,0 0 1 0 0,-1 0 0 0 0,1 0 0 0 0,0 0 0 0 0,-1 0 0 0 0,1 0 0 0 0,0 0 0 0 0,-1 0-1 0 0,1 0 1 0 0,0 0 0 0 0,-1 0 0 0 0,1 0 0 0 0,0 0 0 0 0,-1 1 0 0 0,1-1-1 0 0,0 0 1 0 0,-1 0 0 0 0,1 0 0 0 0,0 0 0 0 0,-1 1 0 0 0,1-1 0 0 0,0 0 0 0 0,-1 0-1 0 0,1 1 1 0 0,0-1 0 0 0,0 0 0 0 0,0 0 0 0 0,-1 1 0 0 0,1-1 0 0 0,0 0 0 0 0,0 1-1 0 0,0-1 1 0 0,0 0 0 0 0,-1 1 0 0 0,1-1 0 0 0,0 1 0 0 0,-1 1-233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 1895 0 0,'-3'15'216'0'0,"2"-14"-141"0"0,-1-10-99 0 0,1 3-139 0 0,-1-3 2462 0 0,-8 12 1238 0 0,5-1-1117 0 0,11-4-1668 0 0,-3-2 915 0 0,-4 10-115 0 0,-4-1 582 0 0,5-5-2085 0 0,0 0-1 0 0,1 0 0 0 0,-1 0 1 0 0,0 0-1 0 0,0 0 1 0 0,0 0-1 0 0,1 0 1 0 0,-1 0-1 0 0,0 0 0 0 0,0 0 1 0 0,0 0-1 0 0,1 0 1 0 0,-1 0-1 0 0,0 0 1 0 0,0 1-1 0 0,0-1 1 0 0,1 0-1 0 0,-1 0 0 0 0,0 0 1 0 0,0 0-1 0 0,0 0 1 0 0,0 0-1 0 0,0 1 1 0 0,1-1-1 0 0,-1 0 0 0 0,0 0 1 0 0,0 0-1 0 0,0 1 1 0 0,0-1-1 0 0,0 0 1 0 0,0 0-1 0 0,0 0 1 0 0,0 1-1 0 0,0-1 0 0 0,0 0 1 0 0,0 0-1 0 0,0 0 1 0 0,0 1-1 0 0,0-1 1 0 0,0 0-1 0 0,0 0 1 0 0,0 0-1 0 0,0 1 0 0 0,0-1 1 0 0,0 0-1 0 0,0 0 1 0 0,0 0-1 0 0,0 1 1 0 0,0-1-1 0 0,0 0 0 0 0,0 0 1 0 0,0 0-1 0 0,-1 0 1 0 0,1 1-1 0 0,0-1 1 0 0,0 0-1 0 0,0 0 1 0 0,0 0-1 0 0,0 0 0 0 0,-1 0 1 0 0,1 1-1 0 0,0-1 1 0 0,0 0-1 0 0,0 0 1 0 0,0 0-1 0 0,-1 0 0 0 0,1 0 1 0 0,2 1-43 0 0,0 0-1 0 0,1-1 1 0 0,-1 1-1 0 0,0-1 1 0 0,1 1 0 0 0,-1-1-1 0 0,1 0 1 0 0,-1 0 0 0 0,0 0-1 0 0,1 0 1 0 0,-1 0 0 0 0,5-2-1 0 0,12 10 1151 0 0,-18-8-1152 0 0,-1 0 1 0 0,1 0-1 0 0,-1 0 0 0 0,1 0 0 0 0,-1 1 0 0 0,1-1 1 0 0,-1 0-1 0 0,1 0 0 0 0,-1 0 0 0 0,1 0 1 0 0,-1 0-1 0 0,1-1 0 0 0,-1 1 0 0 0,1 0 0 0 0,-1 0 1 0 0,0 0-1 0 0,1 0 0 0 0,-1 0 0 0 0,1-1 0 0 0,-1 1 1 0 0,1 0-1 0 0,0-1 0 0 0,6 0-9 0 0,-6 1 5 0 0,0 0 0 0 0,-1 0 0 0 0,1 0 0 0 0,0 0 0 0 0,0 0 0 0 0,0 0 0 0 0,-1 0 0 0 0,1 0 0 0 0,0-1 0 0 0,0 1 0 0 0,0 0 0 0 0,-1 0 0 0 0,1-1 0 0 0,0 1 0 0 0,0 0 0 0 0,-1-1 0 0 0,2 0 0 0 0,-2 1 0 0 0,1 0 0 0 0,-1-1 0 0 0,0 1 0 0 0,1 0 0 0 0,-1-1 0 0 0,1 1 0 0 0,-1 0 0 0 0,1 0 0 0 0,-1 0 0 0 0,1-1 0 0 0,0 1 0 0 0,-1 0 0 0 0,1 0 0 0 0,-1 0 0 0 0,1 0 0 0 0,-1 0 0 0 0,1 0 0 0 0,-1 0 0 0 0,1 0 0 0 0,-1 0 0 0 0,1 0 0 0 0,0 0 0 0 0,-1 1 0 0 0,1-1 0 0 0,-1 0 0 0 0,1 0 0 0 0,-1 0 0 0 0,1 1 0 0 0,-1-1 0 0 0,1 0 0 0 0,0 1 0 0 0,-1 0 0 0 0,1-1 0 0 0,-1 0 0 0 0,1 1 0 0 0,0-1 0 0 0,-1 0 0 0 0,1 1 0 0 0,-1-1 0 0 0,1 0 0 0 0,-1 0 0 0 0,1 0 0 0 0,0 0 0 0 0,-1 0 0 0 0,1 1 0 0 0,0-1 0 0 0,0-1 0 0 0,0 1 0 0 0,-1 0 0 0 0,1 0 0 0 0,0 0 0 0 0,0 1 0 0 0,-1-1 0 0 0,1 0 0 0 0,0 0 0 0 0,-1 0 0 0 0,1 0 0 0 0,0 1 0 0 0,-1-1 0 0 0,1 0 0 0 0,0 1 0 0 0,-1-1 0 0 0,1 0 0 0 0,-1 1 0 0 0,1-1 0 0 0,0 1 0 0 0,-1-1 0 0 0,1 1 0 0 0,-1-1 0 0 0,0 1 0 0 0,1-1 0 0 0,-1 1 0 0 0,1 0 0 0 0,-1-1 0 0 0,0 1 0 0 0,1 0 0 0 0,-1-1 0 0 0,0 1 0 0 0,1 1 0 0 0,0-1 0 0 0,-1-1 0 0 0,0 0 0 0 0,0 1 0 0 0,0-1 0 0 0,0 0 0 0 0,1 0 0 0 0,-1 0 0 0 0,0 1 0 0 0,0-1 0 0 0,0 0 0 0 0,0 0 0 0 0,0 1 0 0 0,0-1 0 0 0,0 0 0 0 0,0 0 0 0 0,1 1 0 0 0,-1-1 0 0 0,0 0 0 0 0,0 0 0 0 0,0 0 0 0 0,0 1 0 0 0,0-1 0 0 0,0 0 0 0 0,0 0 0 0 0,-1 1 0 0 0,1-1 0 0 0,0 0 0 0 0,0 0 0 0 0,0 1 0 0 0,0-1 0 0 0,0 0 0 0 0,0 0 0 0 0,0 1 0 0 0,0-1 0 0 0,-1 0 0 0 0,-3 10-7 0 0,3-8 4 0 0,1 0-1 0 0,-1 0 0 0 0,0 0 1 0 0,0-1-1 0 0,0 1 1 0 0,0 0-1 0 0,0-1 1 0 0,0 1-1 0 0,0-1 1 0 0,-1 1-1 0 0,1-1 0 0 0,0 1 1 0 0,-1-1-1 0 0,1 0 1 0 0,-3 2-1 0 0,2-2 3 0 0,0 0-1 0 0,0 1 1 0 0,0-1 0 0 0,1 1-1 0 0,-1 0 1 0 0,1 0-1 0 0,-1-1 1 0 0,1 1-1 0 0,-1 0 1 0 0,-1 4 0 0 0,2-4-4 0 0,0 0 1 0 0,0 0-1 0 0,-1 0 1 0 0,1 0 0 0 0,-1 0-1 0 0,1 0 1 0 0,-1 0-1 0 0,0-1 1 0 0,1 1 0 0 0,-5 2-1 0 0,0-1 16 0 0,0 0 0 0 0,0 1-1 0 0,0 0 1 0 0,-5 4 0 0 0,11-4 0 0 0,2 6-12 0 0,-1-10 1 0 0,-1 0 0 0 0,0 0 0 0 0,0 0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0,0 0 0 0 0,0 0 0 0 0,0 0 0 0 0,0 0 0 0 0,0 0 0 0 0,0 0 0 0 0,-1 0 0 0 0,1 0 0 0 0,0-1 0 0 0,0 1 0 0 0,2 0-13 0 0,2 0 21 0 0,0 0-1 0 0,-1 0 0 0 0,1 0 1 0 0,-1 0-1 0 0,1 1 0 0 0,0 0 1 0 0,-1-1-1 0 0,5 3 1 0 0,4-5-51 0 0,45-4 32 0 0,-43 6 11 0 0,-1 1 0 0 0,15 2 0 0 0,-27-3 0 0 0,1 0 0 0 0,0 1 0 0 0,-1-1 0 0 0,1 0 0 0 0,0 1 0 0 0,-1 0 0 0 0,1-1 0 0 0,0 1 0 0 0,-1 0 0 0 0,1-1 0 0 0,-1 1 0 0 0,3 2 0 0 0,6 2 0 0 0,-9-5-148 0 0,-1 0 90 0 0,0 0 1 0 0,1 0-1 0 0,-1 0 0 0 0,0 0 1 0 0,1 0-1 0 0,-1 0 0 0 0,0 0 1 0 0,0 0-1 0 0,1 0 0 0 0,-1 0 1 0 0,0 0-1 0 0,1 0 0 0 0,-1 0 1 0 0,0 0-1 0 0,0 1 0 0 0,1-1 1 0 0,-1 0-1 0 0,0 0 0 0 0,0 0 1 0 0,1 0-1 0 0,-1 1 0 0 0,0-1 1 0 0,0 0-1 0 0,1 0 0 0 0,-1 0 1 0 0,0 1-1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 6911 0 0,'-9'-3'4218'0'0,"9"3"-4103"0"0,-1 0 1 0 0,1 0-1 0 0,0 0 0 0 0,0-1 0 0 0,0 1 1 0 0,-1 0-1 0 0,1 0 0 0 0,0 0 1 0 0,0 0-1 0 0,-1 0 0 0 0,1 0 0 0 0,0 0 1 0 0,0 0-1 0 0,-1 0 0 0 0,1 0 1 0 0,0 0-1 0 0,-1 0 0 0 0,1 0 0 0 0,0 0 1 0 0,0 0-1 0 0,-1 0 0 0 0,1 0 1 0 0,0 0-1 0 0,0 0 0 0 0,-1 0 0 0 0,1 0 1 0 0,0 0-1 0 0,0 1 0 0 0,-1-1 1 0 0,1 0-1 0 0,0 0 0 0 0,0 0 0 0 0,0 0 1 0 0,-1 1-1 0 0,1-1 0 0 0,0 0 1 0 0,0 0-1 0 0,-3 2 153 0 0,1-1 1 0 0,-1 0-1 0 0,1 0 1 0 0,-1 0-1 0 0,0-1 1 0 0,1 1-1 0 0,-1-1 1 0 0,0 1-1 0 0,-4-1 1 0 0,4 0-258 0 0,0 0 0 0 0,0 1-1 0 0,0-1 1 0 0,1 1 0 0 0,-1-1 0 0 0,0 1 0 0 0,0 0 0 0 0,1 0-1 0 0,-6 2 1 0 0,7-1-1 0 0,0 0 0 0 0,-1 0 0 0 0,1 0 0 0 0,0 1 0 0 0,0-1-1 0 0,0 0 1 0 0,0 0 0 0 0,1 0 0 0 0,-1 1 0 0 0,1-1 0 0 0,-1 0 0 0 0,1 1-1 0 0,0-1 1 0 0,0 3 0 0 0,-2 8 58 0 0,2-11-52 0 0,-3 8 64 0 0,1 1 1 0 0,0 11-1 0 0,2-18-37 0 0,0 0 0 0 0,0-1 1 0 0,0 1-1 0 0,1 0 1 0 0,-1-1-1 0 0,1 1 1 0 0,0-1-1 0 0,0 1 0 0 0,4 5 1 0 0,3 7 51 0 0,19 26 1 0 0,-23-36-71 0 0,2 2 116 0 0,0 0 0 0 0,0 0 0 0 0,9 7 0 0 0,-13-13-60 0 0,1 1 0 0 0,0-1 1 0 0,0 0-1 0 0,0-1 1 0 0,0 1-1 0 0,0 0 1 0 0,1-1-1 0 0,-1 0 1 0 0,0 0-1 0 0,1 0 1 0 0,-1 0-1 0 0,7 1 1 0 0,-5-2 59 0 0,1 1 1 0 0,-1-1 0 0 0,1-1-1 0 0,0 1 1 0 0,-1-1 0 0 0,1 0-1 0 0,5-2 1 0 0,-9 3 243 0 0,10-3-285 0 0,58-16-13 0 0,-23 7-10 0 0,-35 9 139 0 0,-6-6-163 0 0,21-27-42 0 0,-26 34-8 0 0,0 0-1 0 0,0 0 0 0 0,0 0 1 0 0,0 0-1 0 0,0 0 1 0 0,0 0-1 0 0,-1 0 1 0 0,1 0-1 0 0,-1 0 0 0 0,1 0 1 0 0,-1-1-1 0 0,0 1 1 0 0,0 0-1 0 0,0 0 1 0 0,0 0-1 0 0,0 0 0 0 0,-1-1 1 0 0,1 1-1 0 0,-1 0 1 0 0,1 0-1 0 0,-1 0 1 0 0,0 0-1 0 0,-1-2 0 0 0,-1-5 4 0 0,2 4-6 0 0,-1 0 0 0 0,0 0 0 0 0,0 0 0 0 0,-1 0 0 0 0,1 0 0 0 0,-1 1 0 0 0,0-1 0 0 0,0 1 0 0 0,-1-1 0 0 0,0 1 0 0 0,-7-6 0 0 0,-4-4 7 0 0,10 8 2 0 0,0 1 0 0 0,-1 0-1 0 0,-12-8 1 0 0,17 12-8 0 0,0 0 0 0 0,-1 0 0 0 0,1 1 0 0 0,-1-1 0 0 0,1 1-1 0 0,-1-1 1 0 0,0 1 0 0 0,1-1 0 0 0,-1 1 0 0 0,1 0 0 0 0,-1 0 0 0 0,0 0 0 0 0,1 0 0 0 0,-1 0 0 0 0,1 0 0 0 0,-1 0 0 0 0,0 0 0 0 0,1 1 0 0 0,-1-1-1 0 0,1 0 1 0 0,-1 1 0 0 0,0 0 0 0 0,-1 0 0 0 0,-1 1-1 0 0,0 0 0 0 0,-1-1 0 0 0,1 0 0 0 0,-1 1 0 0 0,1-2 0 0 0,-1 1 0 0 0,1 0 0 0 0,-1-1 0 0 0,0 0 0 0 0,1 0 0 0 0,-1-1 0 0 0,1 1 0 0 0,-9-3 0 0 0,8 2 0 0 0,1 0 0 0 0,-1 1 0 0 0,0-1 0 0 0,1 1 0 0 0,-1 0 0 0 0,0 0 0 0 0,1 0 0 0 0,-1 1 0 0 0,0 0 0 0 0,1 0 0 0 0,-1 0 0 0 0,1 0 0 0 0,-9 4 0 0 0,-44 25-1844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25 7367 0 0,'-1'1'130'0'0,"1"-1"-1"0"0,-1 0 1 0 0,1 0-1 0 0,-1 0 1 0 0,0 0-1 0 0,1 0 1 0 0,-1 0-1 0 0,1 0 0 0 0,-1 0 1 0 0,0 0-1 0 0,1 0 1 0 0,-1-1-1 0 0,1 1 1 0 0,-1 0-1 0 0,1 0 1 0 0,-1 0-1 0 0,1-1 1 0 0,-1 1-1 0 0,1 0 0 0 0,-1-1 1 0 0,1 1-1 0 0,-1 0 1 0 0,1-1-1 0 0,-1 1 1 0 0,1-1-1 0 0,0 1 1 0 0,-1-1-1 0 0,1 1 1 0 0,0-1-1 0 0,-1 1 0 0 0,1-1 1 0 0,0 1-1 0 0,-1-1 1 0 0,1 1-1 0 0,0-1 1 0 0,0 1-1 0 0,0-1 1 0 0,0 0-1 0 0,0 1 1 0 0,0-1-1 0 0,0 1 1 0 0,0-2-1 0 0,0 1-16 0 0,0 1 1 0 0,1-1-1 0 0,-1 0 0 0 0,1 1 0 0 0,-1-1 1 0 0,0 1-1 0 0,1-1 0 0 0,-1 0 1 0 0,1 1-1 0 0,0-1 0 0 0,-1 1 0 0 0,1 0 1 0 0,-1-1-1 0 0,1 1 0 0 0,0-1 0 0 0,-1 1 1 0 0,1 0-1 0 0,0 0 0 0 0,0-1 1 0 0,-1 1-1 0 0,1 0 0 0 0,0 0 0 0 0,0 0 1 0 0,-1 0-1 0 0,1 0 0 0 0,0 0 1 0 0,0 0-1 0 0,-1 0 0 0 0,1 0 0 0 0,0 0 1 0 0,0 0-1 0 0,-1 0 0 0 0,1 1 1 0 0,0-1-1 0 0,-1 0 0 0 0,1 0 0 0 0,0 1 1 0 0,-1-1-1 0 0,1 1 0 0 0,1 0 1 0 0,1 2 718 0 0,1 1 0 0 0,-1 0 0 0 0,0 0 0 0 0,0 0 0 0 0,4 6 0 0 0,3 5-717 0 0,33 35 103 0 0,35 45 85 0 0,-66-78-288 0 0,-5-10 54 0 0,8 6 4 0 0,-12-9 154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58 5527 0 0,'0'0'67'0'0,"-1"0"0"0"0,1 0 0 0 0,0 0 1 0 0,-1-1-1 0 0,1 1 0 0 0,0 0 0 0 0,-1 0 0 0 0,1 0 0 0 0,0 0 0 0 0,-1 0 0 0 0,1 0 0 0 0,0 0 0 0 0,-1-1 0 0 0,1 1 0 0 0,0 0 0 0 0,0 0 0 0 0,-1 0 0 0 0,1-1 0 0 0,0 1 0 0 0,0 0 0 0 0,-1 0 0 0 0,1-1 0 0 0,0 1 0 0 0,0 0 0 0 0,0-1 0 0 0,-1 1 0 0 0,1 0 0 0 0,0-1 0 0 0,0 1 0 0 0,0 0 0 0 0,0-1 0 0 0,0 1 0 0 0,0 0 0 0 0,0-1 0 0 0,0 1 0 0 0,0 0 0 0 0,0-1 0 0 0,0 1 0 0 0,0 0 0 0 0,0-1 0 0 0,0 1 0 0 0,0 0 0 0 0,0-1 0 0 0,0 1 0 0 0,0 0 0 0 0,0-1 0 0 0,0 1 1 0 0,1 0-1 0 0,-1-1 0 0 0,0 1 0 0 0,9-16 946 0 0,2 0-1150 0 0,-8 4 5465 0 0,-3 12-5239 0 0,3 11 5306 0 0,0-5-5347 0 0,-1 0-1 0 0,0 0 0 0 0,0 1 1 0 0,0 6-1 0 0,-1 2 97 0 0,-1-3 101 0 0,0-1 1 0 0,-4 23-1 0 0,2-16-245 0 0,-4 12 0 0 0,6-28 0 0 0,-1 0 0 0 0,1 0 0 0 0,0 1 0 0 0,0-1 0 0 0,0 0 0 0 0,0 0 0 0 0,0 0 0 0 0,1 5 0 0 0,1 7 0 0 0,-6-30 0 0 0,-2-8 0 0 0,6 18 0 0 0,0 0 0 0 0,1 1 0 0 0,-1-1 0 0 0,1 0 0 0 0,0 1 0 0 0,1-1 0 0 0,-1 1 0 0 0,1-1 0 0 0,0 1 0 0 0,1 0 0 0 0,-1-1 0 0 0,1 1 0 0 0,0 0 0 0 0,6-7 0 0 0,1 4 0 0 0,-9 8 0 0 0,0-1 0 0 0,0 0 0 0 0,0 1 0 0 0,0-1 0 0 0,0 0 0 0 0,0 0 0 0 0,-1 0 0 0 0,1 0 0 0 0,0 0 0 0 0,0 0 0 0 0,-1 0 0 0 0,1 0 0 0 0,0 0 0 0 0,-1 0 0 0 0,1-1 0 0 0,0 0 0 0 0,-1 1 0 0 0,1 0 0 0 0,0 0 0 0 0,0-1 0 0 0,0 1 0 0 0,0 0 0 0 0,0 0 0 0 0,0 0 0 0 0,0 0 0 0 0,1 0 0 0 0,-1 0 0 0 0,0 1 0 0 0,0-1 0 0 0,1 0 0 0 0,-1 1 0 0 0,0-1 0 0 0,1 0 0 0 0,-1 1 0 0 0,1 0 0 0 0,-1-1 0 0 0,1 1 0 0 0,-1 0 0 0 0,1 0 0 0 0,2 0 0 0 0,13-4 0 0 0,-3-3 10 0 0,-13 6-8 0 0,0 1 0 0 0,0-1 0 0 0,-1 0-1 0 0,1 1 1 0 0,0-1 0 0 0,0 1 0 0 0,0-1 0 0 0,0 1 0 0 0,0-1-1 0 0,0 1 1 0 0,0 0 0 0 0,0 0 0 0 0,0-1 0 0 0,0 1 0 0 0,0 0-1 0 0,0 0 1 0 0,0 0 0 0 0,1 0 0 0 0,-1 0 0 0 0,0 0 0 0 0,0 1-1 0 0,0-1 1 0 0,0 0 0 0 0,0 0 0 0 0,0 1 0 0 0,0-1 0 0 0,0 1-1 0 0,0-1 1 0 0,0 1 0 0 0,1 0 0 0 0,6 5 73 0 0,1 1 0 0 0,-1 0 0 0 0,0 0 0 0 0,-1 1 0 0 0,0 0 0 0 0,0 0 0 0 0,-1 0 0 0 0,7 13-1 0 0,-13-21-123 0 0,1 0-1 0 0,-1 1 1 0 0,0-1-1 0 0,0 0 0 0 0,0 0 1 0 0,0 1-1 0 0,1-1 1 0 0,-1 0-1 0 0,0 1 0 0 0,0-1 1 0 0,0 0-1 0 0,0 1 1 0 0,0-1-1 0 0,0 0 0 0 0,0 1 1 0 0,0-1-1 0 0,0 0 1 0 0,0 1-1 0 0,0-1 0 0 0,0 0 1 0 0,0 1-1 0 0,0-1 1 0 0,-1 0-1 0 0,1 1 0 0 0,0-1 1 0 0,0 0-1 0 0,0 1 1 0 0,0-1-1 0 0,-1 1 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D09D95-58DA-FC9F-B12E-614F7324E2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10</a:t>
            </a:r>
            <a:r>
              <a:rPr kumimoji="1" lang="ja-JP" altLang="en-US" dirty="0"/>
              <a:t>日</a:t>
            </a:r>
            <a:br>
              <a:rPr kumimoji="1" lang="en-US" altLang="ja-JP" dirty="0"/>
            </a:br>
            <a:r>
              <a:rPr kumimoji="1" lang="ja-JP" altLang="en-US" dirty="0"/>
              <a:t>０～４８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992DFE-1BC8-40D7-440A-B7FDA824FE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225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45F53-5D41-8440-AA22-C39D62E9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月のデータ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FD404-345F-0403-DFB5-5B318728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34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1CC9C5-060B-3210-A4D6-3DA9A077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18" y="808056"/>
            <a:ext cx="8350722" cy="1077229"/>
          </a:xfrm>
        </p:spPr>
        <p:txBody>
          <a:bodyPr/>
          <a:lstStyle/>
          <a:p>
            <a:r>
              <a:rPr kumimoji="1" lang="en-US" altLang="ja-JP" dirty="0"/>
              <a:t>Qr0</a:t>
            </a:r>
            <a:r>
              <a:rPr kumimoji="1" lang="ja-JP" altLang="en-US" dirty="0"/>
              <a:t>＋</a:t>
            </a:r>
            <a:r>
              <a:rPr kumimoji="1" lang="en-US" altLang="ja-JP" dirty="0"/>
              <a:t>Qr2</a:t>
            </a:r>
            <a:r>
              <a:rPr lang="ja-JP" altLang="en-US" dirty="0"/>
              <a:t> </a:t>
            </a:r>
            <a:r>
              <a:rPr lang="en-US" altLang="ja-JP" dirty="0"/>
              <a:t>0</a:t>
            </a:r>
            <a:r>
              <a:rPr kumimoji="1" lang="en-US" altLang="ja-JP" dirty="0"/>
              <a:t>+Qs 0=</a:t>
            </a:r>
            <a:r>
              <a:rPr lang="en-US" altLang="ja-JP" dirty="0"/>
              <a:t> Qr48</a:t>
            </a:r>
            <a:r>
              <a:rPr lang="ja-JP" altLang="en-US" dirty="0"/>
              <a:t>＋</a:t>
            </a:r>
            <a:r>
              <a:rPr lang="en-US" altLang="ja-JP" dirty="0"/>
              <a:t>Qr2</a:t>
            </a:r>
            <a:r>
              <a:rPr lang="ja-JP" altLang="en-US" dirty="0"/>
              <a:t> </a:t>
            </a:r>
            <a:r>
              <a:rPr lang="en-US" altLang="ja-JP" dirty="0"/>
              <a:t>48+Qs 48</a:t>
            </a:r>
            <a:br>
              <a:rPr lang="en-US" altLang="ja-JP" dirty="0"/>
            </a:br>
            <a:r>
              <a:rPr lang="en-US" altLang="ja-JP" dirty="0"/>
              <a:t>0606_3.py</a:t>
            </a:r>
            <a:r>
              <a:rPr lang="ja-JP" altLang="en-US" dirty="0"/>
              <a:t>　目的関数値</a:t>
            </a:r>
            <a:r>
              <a:rPr lang="en-US" altLang="ja-JP" dirty="0"/>
              <a:t>-13581.673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009655C-450B-D111-2CAC-B55FF1298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247080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FDEFE-8A31-CF9A-AE16-63CE5852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二</a:t>
            </a:r>
            <a:r>
              <a:rPr kumimoji="1" lang="ja-JP" altLang="en-US"/>
              <a:t>次</a:t>
            </a:r>
            <a:r>
              <a:rPr kumimoji="1" lang="ja-JP" altLang="en-US" dirty="0"/>
              <a:t>調整力に制約</a:t>
            </a:r>
            <a:br>
              <a:rPr lang="en-US" altLang="ja-JP" dirty="0"/>
            </a:br>
            <a:r>
              <a:rPr lang="en-US" altLang="ja-JP" dirty="0"/>
              <a:t>0610_2.py</a:t>
            </a:r>
            <a:r>
              <a:rPr lang="ja-JP" altLang="en-US" dirty="0"/>
              <a:t>　目的関数値</a:t>
            </a:r>
            <a:r>
              <a:rPr lang="en-US" altLang="ja-JP" dirty="0"/>
              <a:t>-12690.721 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6CF7C2CF-D95E-CCB5-2F66-13A0F9CD6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A21D4ED-F977-CB14-DD72-0FDEFCBFBBC8}"/>
                  </a:ext>
                </a:extLst>
              </p14:cNvPr>
              <p14:cNvContentPartPr/>
              <p14:nvPr/>
            </p14:nvContentPartPr>
            <p14:xfrm>
              <a:off x="3480846" y="3917475"/>
              <a:ext cx="223200" cy="12672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A21D4ED-F977-CB14-DD72-0FDEFCBFBB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2206" y="3908475"/>
                <a:ext cx="240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CE6EF9CC-AA78-7021-48EF-78842BFC9658}"/>
                  </a:ext>
                </a:extLst>
              </p14:cNvPr>
              <p14:cNvContentPartPr/>
              <p14:nvPr/>
            </p14:nvContentPartPr>
            <p14:xfrm>
              <a:off x="3497046" y="3936055"/>
              <a:ext cx="206280" cy="10692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CE6EF9CC-AA78-7021-48EF-78842BFC9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8406" y="3927055"/>
                <a:ext cx="22392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FB95234-D4F1-7801-F03B-19EA0FE82F25}"/>
              </a:ext>
            </a:extLst>
          </p:cNvPr>
          <p:cNvGrpSpPr/>
          <p:nvPr/>
        </p:nvGrpSpPr>
        <p:grpSpPr>
          <a:xfrm>
            <a:off x="3619446" y="3806455"/>
            <a:ext cx="390600" cy="262440"/>
            <a:chOff x="3619446" y="3806455"/>
            <a:chExt cx="3906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D7537555-62AF-0C60-E7D3-17B85B058956}"/>
                    </a:ext>
                  </a:extLst>
                </p14:cNvPr>
                <p14:cNvContentPartPr/>
                <p14:nvPr/>
              </p14:nvContentPartPr>
              <p14:xfrm>
                <a:off x="3619446" y="3806455"/>
                <a:ext cx="88920" cy="6588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D7537555-62AF-0C60-E7D3-17B85B0589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10806" y="3797455"/>
                  <a:ext cx="106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EC7641B-6439-A4DE-7C91-5F405ED02FDB}"/>
                    </a:ext>
                  </a:extLst>
                </p14:cNvPr>
                <p14:cNvContentPartPr/>
                <p14:nvPr/>
              </p14:nvContentPartPr>
              <p14:xfrm>
                <a:off x="3764166" y="3928855"/>
                <a:ext cx="131040" cy="10080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EC7641B-6439-A4DE-7C91-5F405ED02F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55526" y="3920215"/>
                  <a:ext cx="148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E4EF9EB0-D76A-6A7D-AB7E-8401DFC3BAA0}"/>
                    </a:ext>
                  </a:extLst>
                </p14:cNvPr>
                <p14:cNvContentPartPr/>
                <p14:nvPr/>
              </p14:nvContentPartPr>
              <p14:xfrm>
                <a:off x="3825726" y="3984295"/>
                <a:ext cx="79200" cy="8460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E4EF9EB0-D76A-6A7D-AB7E-8401DFC3BA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17086" y="3975655"/>
                  <a:ext cx="96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752A0A91-0208-0C0A-DAAA-79515EEFE355}"/>
                    </a:ext>
                  </a:extLst>
                </p14:cNvPr>
                <p14:cNvContentPartPr/>
                <p14:nvPr/>
              </p14:nvContentPartPr>
              <p14:xfrm>
                <a:off x="3922206" y="3979615"/>
                <a:ext cx="87840" cy="7488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752A0A91-0208-0C0A-DAAA-79515EEFE3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13566" y="3970975"/>
                  <a:ext cx="105480" cy="9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676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7CAAB-D6B8-90AB-E346-E63E0A9E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一</a:t>
            </a:r>
            <a:r>
              <a:rPr kumimoji="1" lang="ja-JP" altLang="en-US" dirty="0"/>
              <a:t>次二次調整力に制約を付与</a:t>
            </a:r>
            <a:br>
              <a:rPr kumimoji="1" lang="en-US" altLang="ja-JP" dirty="0"/>
            </a:br>
            <a:r>
              <a:rPr kumimoji="1" lang="en-US" altLang="ja-JP" dirty="0"/>
              <a:t>0610.py </a:t>
            </a:r>
            <a:r>
              <a:rPr kumimoji="1" lang="ja-JP" altLang="en-US" dirty="0"/>
              <a:t>目的関数値</a:t>
            </a:r>
            <a:r>
              <a:rPr lang="en-US" altLang="ja-JP" dirty="0"/>
              <a:t>-9692.920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8976C6-9DE1-7FE4-4F8A-2C9509938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195820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8CCC2-570E-3A39-616B-4DED1BAA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月のデータ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AC8892-CBF1-BCCA-05B9-1E68232A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等式制約　</a:t>
            </a:r>
            <a:r>
              <a:rPr lang="en-US" altLang="ja-JP" dirty="0"/>
              <a:t>-13404.274</a:t>
            </a:r>
          </a:p>
          <a:p>
            <a:r>
              <a:rPr lang="ja-JP" altLang="en-US" dirty="0"/>
              <a:t>不等式制約（二次のみ）</a:t>
            </a:r>
            <a:r>
              <a:rPr lang="en-US" altLang="ja-JP" dirty="0"/>
              <a:t>-12513.322</a:t>
            </a:r>
          </a:p>
          <a:p>
            <a:r>
              <a:rPr lang="ja-JP" altLang="en-US" dirty="0"/>
              <a:t>不等式制約（二次</a:t>
            </a:r>
            <a:r>
              <a:rPr lang="ja-JP" altLang="en-US"/>
              <a:t>と一次）</a:t>
            </a:r>
            <a:r>
              <a:rPr lang="en-US" altLang="ja-JP"/>
              <a:t>-9525.586</a:t>
            </a:r>
            <a:endParaRPr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51636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3432</TotalTime>
  <Words>91</Words>
  <Application>Microsoft Office PowerPoint</Application>
  <PresentationFormat>ワイド画面</PresentationFormat>
  <Paragraphs>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マディソン</vt:lpstr>
      <vt:lpstr>6月10日 ０～４８ </vt:lpstr>
      <vt:lpstr>5月のデータ</vt:lpstr>
      <vt:lpstr>Qr0＋Qr2 0+Qs 0= Qr48＋Qr2 48+Qs 48 0606_3.py　目的関数値-13581.673</vt:lpstr>
      <vt:lpstr>二次調整力に制約 0610_2.py　目的関数値-12690.721  </vt:lpstr>
      <vt:lpstr>一次二次調整力に制約を付与 0610.py 目的関数値-9692.920</vt:lpstr>
      <vt:lpstr>6月のデータ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3</cp:revision>
  <dcterms:created xsi:type="dcterms:W3CDTF">2025-06-10T05:10:43Z</dcterms:created>
  <dcterms:modified xsi:type="dcterms:W3CDTF">2025-06-12T14:25:39Z</dcterms:modified>
</cp:coreProperties>
</file>