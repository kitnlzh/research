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4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306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8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34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8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7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0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5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9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67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Gurobiを用いた電力最適化モデルの構築</a:t>
            </a:r>
          </a:p>
          <a:p>
            <a:r>
              <a:t>氏名・所属・日付・指導教員名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再生可能エネルギーの普及により電力需給の変動が課題</a:t>
            </a:r>
          </a:p>
          <a:p>
            <a:r>
              <a:t>蓄電池の充放電最適化が必要</a:t>
            </a:r>
          </a:p>
          <a:p>
            <a:r>
              <a:t>目的：電力コスト最小化と安定運用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電力価格変動を考慮した最適充放電戦略の策定</a:t>
            </a:r>
          </a:p>
          <a:p>
            <a:r>
              <a:t>Gurobiによる最適化モデル構築</a:t>
            </a:r>
          </a:p>
          <a:p>
            <a:r>
              <a:t>サイクル劣化を考慮した検証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システム構成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Excelデータ → Gurobiモデル → 最適化結果出力</a:t>
            </a:r>
          </a:p>
          <a:p>
            <a:r>
              <a:t>使用ツール：Python, Gurobi,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モデル概要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目的関数：電力コストと劣化コストの最小化</a:t>
            </a:r>
          </a:p>
          <a:p>
            <a:r>
              <a:t>制約条件：容量・充放電バランス・バイナリ変数による制御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Python + Gurobiで実装</a:t>
            </a:r>
          </a:p>
          <a:p>
            <a:r>
              <a:t>変数数：数千（連続・バイナリ）</a:t>
            </a:r>
          </a:p>
          <a:p>
            <a:r>
              <a:t>Colab + WLSライセンス環境で実行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x2, y2, U, Z2, W2, A の最適値出力</a:t>
            </a:r>
          </a:p>
          <a:p>
            <a:r>
              <a:t>高価格時に放電・低価格時に充電</a:t>
            </a:r>
          </a:p>
          <a:p>
            <a:r>
              <a:t>結果の整合性を確認済み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充放電スケジュールが価格変動と一致</a:t>
            </a:r>
          </a:p>
          <a:p>
            <a:r>
              <a:t>容量制約を満たしつつコスト最小化達成</a:t>
            </a:r>
          </a:p>
          <a:p>
            <a:r>
              <a:t>改善点：劣化モデルの精度・データ統合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まとめと今後の課題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Gurobiによる多層電力最適化モデルを構築</a:t>
            </a:r>
          </a:p>
          <a:p>
            <a:r>
              <a:t>今後：データ検証・パラメータ調整・可視化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想定質問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なぜGurobi？ → MILPが得意で柔軟</a:t>
            </a:r>
          </a:p>
          <a:p>
            <a:r>
              <a:t>結果の妥当性？ → 価格・容量整合性で確認</a:t>
            </a:r>
          </a:p>
          <a:p>
            <a:r>
              <a:t>今後の展望？ → 実データと比較予定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</TotalTime>
  <Words>116</Words>
  <Application>Microsoft Office PowerPoint</Application>
  <PresentationFormat>画面に合わせる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レトロスペクト</vt:lpstr>
      <vt:lpstr>タイトル</vt:lpstr>
      <vt:lpstr>研究背景</vt:lpstr>
      <vt:lpstr>研究目的</vt:lpstr>
      <vt:lpstr>システム構成</vt:lpstr>
      <vt:lpstr>モデル概要</vt:lpstr>
      <vt:lpstr>実装</vt:lpstr>
      <vt:lpstr>結果</vt:lpstr>
      <vt:lpstr>考察</vt:lpstr>
      <vt:lpstr>まとめと今後の課題</vt:lpstr>
      <vt:lpstr>想定質問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kitn.lzh →</cp:lastModifiedBy>
  <cp:revision>2</cp:revision>
  <dcterms:created xsi:type="dcterms:W3CDTF">2013-01-27T09:14:16Z</dcterms:created>
  <dcterms:modified xsi:type="dcterms:W3CDTF">2025-11-08T14:22:05Z</dcterms:modified>
  <cp:category/>
</cp:coreProperties>
</file>